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0"/>
  </p:notesMasterIdLst>
  <p:sldIdLst>
    <p:sldId id="278" r:id="rId5"/>
    <p:sldId id="279" r:id="rId6"/>
    <p:sldId id="293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90" r:id="rId16"/>
    <p:sldId id="291" r:id="rId17"/>
    <p:sldId id="292" r:id="rId18"/>
    <p:sldId id="289" r:id="rId1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pos="2136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8" orient="horz" pos="1152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0" orient="horz" pos="1512" userDrawn="1">
          <p15:clr>
            <a:srgbClr val="A4A3A4"/>
          </p15:clr>
        </p15:guide>
        <p15:guide id="11" pos="7680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3" pos="1008" userDrawn="1">
          <p15:clr>
            <a:srgbClr val="A4A3A4"/>
          </p15:clr>
        </p15:guide>
        <p15:guide id="14" pos="1584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4" orient="horz" pos="960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FFFFF"/>
    <a:srgbClr val="F8F8F8"/>
    <a:srgbClr val="FDFBF6"/>
    <a:srgbClr val="AAC4E9"/>
    <a:srgbClr val="F5CDCE"/>
    <a:srgbClr val="DF8C8C"/>
    <a:srgbClr val="D4D593"/>
    <a:srgbClr val="E6F0FE"/>
    <a:srgbClr val="CDBE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C01C63-1663-44F5-8FC9-68A58BA6BD77}" v="2" dt="2024-03-04T09:15:30.346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09" autoAdjust="0"/>
  </p:normalViewPr>
  <p:slideViewPr>
    <p:cSldViewPr snapToGrid="0" snapToObjects="1">
      <p:cViewPr varScale="1">
        <p:scale>
          <a:sx n="65" d="100"/>
          <a:sy n="65" d="100"/>
        </p:scale>
        <p:origin x="720" y="78"/>
      </p:cViewPr>
      <p:guideLst>
        <p:guide/>
        <p:guide pos="456"/>
        <p:guide orient="horz" pos="2616"/>
        <p:guide orient="horz" pos="3264"/>
        <p:guide pos="6912"/>
        <p:guide orient="horz" pos="2136"/>
        <p:guide orient="horz" pos="4008"/>
        <p:guide orient="horz" pos="1152"/>
        <p:guide orient="horz" pos="2352"/>
        <p:guide orient="horz" pos="1512"/>
        <p:guide pos="7680"/>
        <p:guide pos="6696"/>
        <p:guide pos="1008"/>
        <p:guide pos="1584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orient="horz" pos="960"/>
        <p:guide pos="5256"/>
        <p:guide pos="726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ngill, TA (Tori)" userId="f2a0729f-78d3-40b0-b388-826b4c078191" providerId="ADAL" clId="{14EA9CF9-1446-4413-B2B5-BE4FF4B1E0C0}"/>
    <pc:docChg chg="modSld">
      <pc:chgData name="Langill, TA (Tori)" userId="f2a0729f-78d3-40b0-b388-826b4c078191" providerId="ADAL" clId="{14EA9CF9-1446-4413-B2B5-BE4FF4B1E0C0}" dt="2023-09-26T07:13:12.462" v="53" actId="20577"/>
      <pc:docMkLst>
        <pc:docMk/>
      </pc:docMkLst>
      <pc:sldChg chg="modSp mod">
        <pc:chgData name="Langill, TA (Tori)" userId="f2a0729f-78d3-40b0-b388-826b4c078191" providerId="ADAL" clId="{14EA9CF9-1446-4413-B2B5-BE4FF4B1E0C0}" dt="2023-09-26T07:13:12.462" v="53" actId="20577"/>
        <pc:sldMkLst>
          <pc:docMk/>
          <pc:sldMk cId="2131568492" sldId="278"/>
        </pc:sldMkLst>
        <pc:spChg chg="mod">
          <ac:chgData name="Langill, TA (Tori)" userId="f2a0729f-78d3-40b0-b388-826b4c078191" providerId="ADAL" clId="{14EA9CF9-1446-4413-B2B5-BE4FF4B1E0C0}" dt="2023-09-26T07:13:12.462" v="53" actId="20577"/>
          <ac:spMkLst>
            <pc:docMk/>
            <pc:sldMk cId="2131568492" sldId="278"/>
            <ac:spMk id="3" creationId="{86C1060B-300F-3CE3-E5AA-D8E29791C960}"/>
          </ac:spMkLst>
        </pc:spChg>
      </pc:sldChg>
      <pc:sldChg chg="modAnim">
        <pc:chgData name="Langill, TA (Tori)" userId="f2a0729f-78d3-40b0-b388-826b4c078191" providerId="ADAL" clId="{14EA9CF9-1446-4413-B2B5-BE4FF4B1E0C0}" dt="2023-09-21T09:18:38.683" v="26"/>
        <pc:sldMkLst>
          <pc:docMk/>
          <pc:sldMk cId="964014314" sldId="279"/>
        </pc:sldMkLst>
      </pc:sldChg>
      <pc:sldChg chg="modSp">
        <pc:chgData name="Langill, TA (Tori)" userId="f2a0729f-78d3-40b0-b388-826b4c078191" providerId="ADAL" clId="{14EA9CF9-1446-4413-B2B5-BE4FF4B1E0C0}" dt="2023-09-21T11:08:34.469" v="50"/>
        <pc:sldMkLst>
          <pc:docMk/>
          <pc:sldMk cId="645889844" sldId="281"/>
        </pc:sldMkLst>
        <pc:graphicFrameChg chg="mod">
          <ac:chgData name="Langill, TA (Tori)" userId="f2a0729f-78d3-40b0-b388-826b4c078191" providerId="ADAL" clId="{14EA9CF9-1446-4413-B2B5-BE4FF4B1E0C0}" dt="2023-09-21T11:08:34.469" v="50"/>
          <ac:graphicFrameMkLst>
            <pc:docMk/>
            <pc:sldMk cId="645889844" sldId="281"/>
            <ac:graphicFrameMk id="10" creationId="{9FD8C538-22CD-9B89-A1E0-36ED4A9A702B}"/>
          </ac:graphicFrameMkLst>
        </pc:graphicFrameChg>
      </pc:sldChg>
      <pc:sldChg chg="modAnim">
        <pc:chgData name="Langill, TA (Tori)" userId="f2a0729f-78d3-40b0-b388-826b4c078191" providerId="ADAL" clId="{14EA9CF9-1446-4413-B2B5-BE4FF4B1E0C0}" dt="2023-09-18T09:10:39.720" v="1"/>
        <pc:sldMkLst>
          <pc:docMk/>
          <pc:sldMk cId="2259462733" sldId="282"/>
        </pc:sldMkLst>
      </pc:sldChg>
      <pc:sldChg chg="modSp mod">
        <pc:chgData name="Langill, TA (Tori)" userId="f2a0729f-78d3-40b0-b388-826b4c078191" providerId="ADAL" clId="{14EA9CF9-1446-4413-B2B5-BE4FF4B1E0C0}" dt="2023-09-18T09:11:47.701" v="12" actId="20577"/>
        <pc:sldMkLst>
          <pc:docMk/>
          <pc:sldMk cId="767881717" sldId="288"/>
        </pc:sldMkLst>
        <pc:spChg chg="mod">
          <ac:chgData name="Langill, TA (Tori)" userId="f2a0729f-78d3-40b0-b388-826b4c078191" providerId="ADAL" clId="{14EA9CF9-1446-4413-B2B5-BE4FF4B1E0C0}" dt="2023-09-18T09:11:47.701" v="12" actId="20577"/>
          <ac:spMkLst>
            <pc:docMk/>
            <pc:sldMk cId="767881717" sldId="288"/>
            <ac:spMk id="7" creationId="{A5A808BE-1133-3312-A7C6-097D64B97CA5}"/>
          </ac:spMkLst>
        </pc:spChg>
      </pc:sldChg>
      <pc:sldChg chg="modSp">
        <pc:chgData name="Langill, TA (Tori)" userId="f2a0729f-78d3-40b0-b388-826b4c078191" providerId="ADAL" clId="{14EA9CF9-1446-4413-B2B5-BE4FF4B1E0C0}" dt="2023-09-21T09:19:34.338" v="46" actId="20577"/>
        <pc:sldMkLst>
          <pc:docMk/>
          <pc:sldMk cId="729427081" sldId="291"/>
        </pc:sldMkLst>
        <pc:spChg chg="mod">
          <ac:chgData name="Langill, TA (Tori)" userId="f2a0729f-78d3-40b0-b388-826b4c078191" providerId="ADAL" clId="{14EA9CF9-1446-4413-B2B5-BE4FF4B1E0C0}" dt="2023-09-21T09:19:34.338" v="46" actId="20577"/>
          <ac:spMkLst>
            <pc:docMk/>
            <pc:sldMk cId="729427081" sldId="291"/>
            <ac:spMk id="3" creationId="{6DEDD187-1642-F985-A60A-F1A3B0FC01C9}"/>
          </ac:spMkLst>
        </pc:spChg>
      </pc:sldChg>
    </pc:docChg>
  </pc:docChgLst>
  <pc:docChgLst>
    <pc:chgData name="Langill, TA (Tori)" userId="f2a0729f-78d3-40b0-b388-826b4c078191" providerId="ADAL" clId="{FB11287D-550A-417D-B26A-FC7ECB1890CE}"/>
    <pc:docChg chg="modSld">
      <pc:chgData name="Langill, TA (Tori)" userId="f2a0729f-78d3-40b0-b388-826b4c078191" providerId="ADAL" clId="{FB11287D-550A-417D-B26A-FC7ECB1890CE}" dt="2023-09-04T10:29:27.507" v="62" actId="20577"/>
      <pc:docMkLst>
        <pc:docMk/>
      </pc:docMkLst>
      <pc:sldChg chg="modSp mod">
        <pc:chgData name="Langill, TA (Tori)" userId="f2a0729f-78d3-40b0-b388-826b4c078191" providerId="ADAL" clId="{FB11287D-550A-417D-B26A-FC7ECB1890CE}" dt="2023-09-04T10:29:27.507" v="62" actId="20577"/>
        <pc:sldMkLst>
          <pc:docMk/>
          <pc:sldMk cId="2131568492" sldId="278"/>
        </pc:sldMkLst>
        <pc:spChg chg="mod">
          <ac:chgData name="Langill, TA (Tori)" userId="f2a0729f-78d3-40b0-b388-826b4c078191" providerId="ADAL" clId="{FB11287D-550A-417D-B26A-FC7ECB1890CE}" dt="2023-09-04T10:29:27.507" v="62" actId="20577"/>
          <ac:spMkLst>
            <pc:docMk/>
            <pc:sldMk cId="2131568492" sldId="278"/>
            <ac:spMk id="3" creationId="{86C1060B-300F-3CE3-E5AA-D8E29791C960}"/>
          </ac:spMkLst>
        </pc:spChg>
      </pc:sldChg>
    </pc:docChg>
  </pc:docChgLst>
  <pc:docChgLst>
    <pc:chgData name="Langill, TA (Tori)" userId="f2a0729f-78d3-40b0-b388-826b4c078191" providerId="ADAL" clId="{68C01C63-1663-44F5-8FC9-68A58BA6BD77}"/>
    <pc:docChg chg="delSld modSld">
      <pc:chgData name="Langill, TA (Tori)" userId="f2a0729f-78d3-40b0-b388-826b4c078191" providerId="ADAL" clId="{68C01C63-1663-44F5-8FC9-68A58BA6BD77}" dt="2024-03-04T09:56:37.290" v="2" actId="2696"/>
      <pc:docMkLst>
        <pc:docMk/>
      </pc:docMkLst>
      <pc:sldChg chg="del">
        <pc:chgData name="Langill, TA (Tori)" userId="f2a0729f-78d3-40b0-b388-826b4c078191" providerId="ADAL" clId="{68C01C63-1663-44F5-8FC9-68A58BA6BD77}" dt="2024-03-04T09:56:37.290" v="2" actId="2696"/>
        <pc:sldMkLst>
          <pc:docMk/>
          <pc:sldMk cId="1075152992" sldId="280"/>
        </pc:sldMkLst>
      </pc:sldChg>
      <pc:sldChg chg="modSp">
        <pc:chgData name="Langill, TA (Tori)" userId="f2a0729f-78d3-40b0-b388-826b4c078191" providerId="ADAL" clId="{68C01C63-1663-44F5-8FC9-68A58BA6BD77}" dt="2024-03-04T09:15:30.346" v="1"/>
        <pc:sldMkLst>
          <pc:docMk/>
          <pc:sldMk cId="645889844" sldId="281"/>
        </pc:sldMkLst>
        <pc:graphicFrameChg chg="mod">
          <ac:chgData name="Langill, TA (Tori)" userId="f2a0729f-78d3-40b0-b388-826b4c078191" providerId="ADAL" clId="{68C01C63-1663-44F5-8FC9-68A58BA6BD77}" dt="2024-03-04T09:15:30.346" v="1"/>
          <ac:graphicFrameMkLst>
            <pc:docMk/>
            <pc:sldMk cId="645889844" sldId="281"/>
            <ac:graphicFrameMk id="10" creationId="{9FD8C538-22CD-9B89-A1E0-36ED4A9A702B}"/>
          </ac:graphicFrameMkLst>
        </pc:graphicFrameChg>
      </pc:sldChg>
    </pc:docChg>
  </pc:docChgLst>
  <pc:docChgLst>
    <pc:chgData name="Langill, TA (Tori)" userId="f2a0729f-78d3-40b0-b388-826b4c078191" providerId="ADAL" clId="{023D38C2-8905-4FB6-9384-53A7AB8BA087}"/>
    <pc:docChg chg="custSel addSld modSld">
      <pc:chgData name="Langill, TA (Tori)" userId="f2a0729f-78d3-40b0-b388-826b4c078191" providerId="ADAL" clId="{023D38C2-8905-4FB6-9384-53A7AB8BA087}" dt="2023-09-07T07:08:46.439" v="252" actId="403"/>
      <pc:docMkLst>
        <pc:docMk/>
      </pc:docMkLst>
      <pc:sldChg chg="mod modAnim modShow">
        <pc:chgData name="Langill, TA (Tori)" userId="f2a0729f-78d3-40b0-b388-826b4c078191" providerId="ADAL" clId="{023D38C2-8905-4FB6-9384-53A7AB8BA087}" dt="2023-09-07T07:08:28.746" v="248" actId="729"/>
        <pc:sldMkLst>
          <pc:docMk/>
          <pc:sldMk cId="1075152992" sldId="280"/>
        </pc:sldMkLst>
      </pc:sldChg>
      <pc:sldChg chg="addSp delSp modSp mod">
        <pc:chgData name="Langill, TA (Tori)" userId="f2a0729f-78d3-40b0-b388-826b4c078191" providerId="ADAL" clId="{023D38C2-8905-4FB6-9384-53A7AB8BA087}" dt="2023-09-07T07:08:15.138" v="247" actId="14826"/>
        <pc:sldMkLst>
          <pc:docMk/>
          <pc:sldMk cId="1924287653" sldId="283"/>
        </pc:sldMkLst>
        <pc:picChg chg="add del mod">
          <ac:chgData name="Langill, TA (Tori)" userId="f2a0729f-78d3-40b0-b388-826b4c078191" providerId="ADAL" clId="{023D38C2-8905-4FB6-9384-53A7AB8BA087}" dt="2023-09-07T07:05:31.691" v="223" actId="21"/>
          <ac:picMkLst>
            <pc:docMk/>
            <pc:sldMk cId="1924287653" sldId="283"/>
            <ac:picMk id="2" creationId="{F9E35826-88B7-531E-6CD5-7E19C68A2D28}"/>
          </ac:picMkLst>
        </pc:picChg>
        <pc:picChg chg="add mod">
          <ac:chgData name="Langill, TA (Tori)" userId="f2a0729f-78d3-40b0-b388-826b4c078191" providerId="ADAL" clId="{023D38C2-8905-4FB6-9384-53A7AB8BA087}" dt="2023-09-07T07:05:40.117" v="226" actId="1076"/>
          <ac:picMkLst>
            <pc:docMk/>
            <pc:sldMk cId="1924287653" sldId="283"/>
            <ac:picMk id="4" creationId="{048F3AC8-1899-1DA6-5726-AE92ACB83660}"/>
          </ac:picMkLst>
        </pc:picChg>
        <pc:picChg chg="add mod">
          <ac:chgData name="Langill, TA (Tori)" userId="f2a0729f-78d3-40b0-b388-826b4c078191" providerId="ADAL" clId="{023D38C2-8905-4FB6-9384-53A7AB8BA087}" dt="2023-09-07T07:05:52.320" v="229" actId="1076"/>
          <ac:picMkLst>
            <pc:docMk/>
            <pc:sldMk cId="1924287653" sldId="283"/>
            <ac:picMk id="7" creationId="{874684E2-7B64-BA38-86AE-3200E5A4F65F}"/>
          </ac:picMkLst>
        </pc:picChg>
        <pc:picChg chg="mod">
          <ac:chgData name="Langill, TA (Tori)" userId="f2a0729f-78d3-40b0-b388-826b4c078191" providerId="ADAL" clId="{023D38C2-8905-4FB6-9384-53A7AB8BA087}" dt="2023-09-07T07:05:22.584" v="221" actId="14826"/>
          <ac:picMkLst>
            <pc:docMk/>
            <pc:sldMk cId="1924287653" sldId="283"/>
            <ac:picMk id="12" creationId="{05FF9857-C605-347C-1A23-5955A760E3F7}"/>
          </ac:picMkLst>
        </pc:picChg>
        <pc:picChg chg="mod">
          <ac:chgData name="Langill, TA (Tori)" userId="f2a0729f-78d3-40b0-b388-826b4c078191" providerId="ADAL" clId="{023D38C2-8905-4FB6-9384-53A7AB8BA087}" dt="2023-09-07T07:05:07.766" v="220" actId="14826"/>
          <ac:picMkLst>
            <pc:docMk/>
            <pc:sldMk cId="1924287653" sldId="283"/>
            <ac:picMk id="13" creationId="{5018726F-01A5-D3B4-084D-6AF022972D40}"/>
          </ac:picMkLst>
        </pc:picChg>
        <pc:picChg chg="mod">
          <ac:chgData name="Langill, TA (Tori)" userId="f2a0729f-78d3-40b0-b388-826b4c078191" providerId="ADAL" clId="{023D38C2-8905-4FB6-9384-53A7AB8BA087}" dt="2023-09-07T07:07:42.341" v="240" actId="14826"/>
          <ac:picMkLst>
            <pc:docMk/>
            <pc:sldMk cId="1924287653" sldId="283"/>
            <ac:picMk id="14" creationId="{2A371D3B-B581-F62E-B2E1-A5F7C86031CD}"/>
          </ac:picMkLst>
        </pc:picChg>
        <pc:picChg chg="mod">
          <ac:chgData name="Langill, TA (Tori)" userId="f2a0729f-78d3-40b0-b388-826b4c078191" providerId="ADAL" clId="{023D38C2-8905-4FB6-9384-53A7AB8BA087}" dt="2023-09-07T07:07:37.609" v="239" actId="14826"/>
          <ac:picMkLst>
            <pc:docMk/>
            <pc:sldMk cId="1924287653" sldId="283"/>
            <ac:picMk id="15" creationId="{CF8D1085-83D7-31A1-2933-4DA031EA9242}"/>
          </ac:picMkLst>
        </pc:picChg>
        <pc:picChg chg="mod">
          <ac:chgData name="Langill, TA (Tori)" userId="f2a0729f-78d3-40b0-b388-826b4c078191" providerId="ADAL" clId="{023D38C2-8905-4FB6-9384-53A7AB8BA087}" dt="2023-09-07T07:06:53.817" v="236" actId="14826"/>
          <ac:picMkLst>
            <pc:docMk/>
            <pc:sldMk cId="1924287653" sldId="283"/>
            <ac:picMk id="16" creationId="{2B4EF958-ACCD-8256-3F8D-129BB09AD2DC}"/>
          </ac:picMkLst>
        </pc:picChg>
        <pc:picChg chg="mod">
          <ac:chgData name="Langill, TA (Tori)" userId="f2a0729f-78d3-40b0-b388-826b4c078191" providerId="ADAL" clId="{023D38C2-8905-4FB6-9384-53A7AB8BA087}" dt="2023-09-07T07:07:18.879" v="237" actId="14826"/>
          <ac:picMkLst>
            <pc:docMk/>
            <pc:sldMk cId="1924287653" sldId="283"/>
            <ac:picMk id="17" creationId="{DB4C620F-8BEF-FD98-FBAC-276BEBB746FF}"/>
          </ac:picMkLst>
        </pc:picChg>
        <pc:picChg chg="del">
          <ac:chgData name="Langill, TA (Tori)" userId="f2a0729f-78d3-40b0-b388-826b4c078191" providerId="ADAL" clId="{023D38C2-8905-4FB6-9384-53A7AB8BA087}" dt="2023-09-07T07:05:36.025" v="225" actId="478"/>
          <ac:picMkLst>
            <pc:docMk/>
            <pc:sldMk cId="1924287653" sldId="283"/>
            <ac:picMk id="18" creationId="{C42912EE-72FD-57B4-EB9C-04D5B17A322B}"/>
          </ac:picMkLst>
        </pc:picChg>
        <pc:picChg chg="mod">
          <ac:chgData name="Langill, TA (Tori)" userId="f2a0729f-78d3-40b0-b388-826b4c078191" providerId="ADAL" clId="{023D38C2-8905-4FB6-9384-53A7AB8BA087}" dt="2023-09-07T07:06:28.584" v="233" actId="1076"/>
          <ac:picMkLst>
            <pc:docMk/>
            <pc:sldMk cId="1924287653" sldId="283"/>
            <ac:picMk id="19" creationId="{E5307C3A-19A6-34B6-198C-9C75B976CED2}"/>
          </ac:picMkLst>
        </pc:picChg>
        <pc:picChg chg="del">
          <ac:chgData name="Langill, TA (Tori)" userId="f2a0729f-78d3-40b0-b388-826b4c078191" providerId="ADAL" clId="{023D38C2-8905-4FB6-9384-53A7AB8BA087}" dt="2023-09-07T07:05:45.406" v="227" actId="478"/>
          <ac:picMkLst>
            <pc:docMk/>
            <pc:sldMk cId="1924287653" sldId="283"/>
            <ac:picMk id="20" creationId="{B95E4303-10D1-D65F-32AB-1A734F27106A}"/>
          </ac:picMkLst>
        </pc:picChg>
        <pc:picChg chg="mod">
          <ac:chgData name="Langill, TA (Tori)" userId="f2a0729f-78d3-40b0-b388-826b4c078191" providerId="ADAL" clId="{023D38C2-8905-4FB6-9384-53A7AB8BA087}" dt="2023-09-07T07:06:05.564" v="231" actId="14826"/>
          <ac:picMkLst>
            <pc:docMk/>
            <pc:sldMk cId="1924287653" sldId="283"/>
            <ac:picMk id="21" creationId="{C5A09F5C-D958-DE52-9554-B552C686EA54}"/>
          </ac:picMkLst>
        </pc:picChg>
        <pc:picChg chg="mod">
          <ac:chgData name="Langill, TA (Tori)" userId="f2a0729f-78d3-40b0-b388-826b4c078191" providerId="ADAL" clId="{023D38C2-8905-4FB6-9384-53A7AB8BA087}" dt="2023-09-07T07:07:32.073" v="238" actId="14826"/>
          <ac:picMkLst>
            <pc:docMk/>
            <pc:sldMk cId="1924287653" sldId="283"/>
            <ac:picMk id="22" creationId="{B51F5E81-B1B3-8B7B-DE6F-666FF61AC315}"/>
          </ac:picMkLst>
        </pc:picChg>
        <pc:picChg chg="mod">
          <ac:chgData name="Langill, TA (Tori)" userId="f2a0729f-78d3-40b0-b388-826b4c078191" providerId="ADAL" clId="{023D38C2-8905-4FB6-9384-53A7AB8BA087}" dt="2023-09-07T07:07:55.004" v="242" actId="14826"/>
          <ac:picMkLst>
            <pc:docMk/>
            <pc:sldMk cId="1924287653" sldId="283"/>
            <ac:picMk id="23" creationId="{F8D45032-9E44-1B11-8F21-1460541C7BEC}"/>
          </ac:picMkLst>
        </pc:picChg>
        <pc:picChg chg="mod">
          <ac:chgData name="Langill, TA (Tori)" userId="f2a0729f-78d3-40b0-b388-826b4c078191" providerId="ADAL" clId="{023D38C2-8905-4FB6-9384-53A7AB8BA087}" dt="2023-09-07T07:07:59.855" v="243" actId="14826"/>
          <ac:picMkLst>
            <pc:docMk/>
            <pc:sldMk cId="1924287653" sldId="283"/>
            <ac:picMk id="24" creationId="{21F6DE54-7348-379E-253B-FE68F68AB5FD}"/>
          </ac:picMkLst>
        </pc:picChg>
        <pc:picChg chg="mod">
          <ac:chgData name="Langill, TA (Tori)" userId="f2a0729f-78d3-40b0-b388-826b4c078191" providerId="ADAL" clId="{023D38C2-8905-4FB6-9384-53A7AB8BA087}" dt="2023-09-07T07:07:49.011" v="241" actId="14826"/>
          <ac:picMkLst>
            <pc:docMk/>
            <pc:sldMk cId="1924287653" sldId="283"/>
            <ac:picMk id="25" creationId="{166BD338-57E5-AF51-75A8-FFE7C981FE0E}"/>
          </ac:picMkLst>
        </pc:picChg>
        <pc:picChg chg="mod">
          <ac:chgData name="Langill, TA (Tori)" userId="f2a0729f-78d3-40b0-b388-826b4c078191" providerId="ADAL" clId="{023D38C2-8905-4FB6-9384-53A7AB8BA087}" dt="2023-09-07T07:08:10.208" v="246" actId="14826"/>
          <ac:picMkLst>
            <pc:docMk/>
            <pc:sldMk cId="1924287653" sldId="283"/>
            <ac:picMk id="26" creationId="{1659AA55-81B2-8389-340B-F3FBAAE2FE69}"/>
          </ac:picMkLst>
        </pc:picChg>
        <pc:picChg chg="mod">
          <ac:chgData name="Langill, TA (Tori)" userId="f2a0729f-78d3-40b0-b388-826b4c078191" providerId="ADAL" clId="{023D38C2-8905-4FB6-9384-53A7AB8BA087}" dt="2023-09-07T07:08:15.138" v="247" actId="14826"/>
          <ac:picMkLst>
            <pc:docMk/>
            <pc:sldMk cId="1924287653" sldId="283"/>
            <ac:picMk id="27" creationId="{02504FA9-08E2-FCA2-C503-3325122475FB}"/>
          </ac:picMkLst>
        </pc:picChg>
        <pc:picChg chg="mod">
          <ac:chgData name="Langill, TA (Tori)" userId="f2a0729f-78d3-40b0-b388-826b4c078191" providerId="ADAL" clId="{023D38C2-8905-4FB6-9384-53A7AB8BA087}" dt="2023-09-07T07:08:04.309" v="244" actId="14826"/>
          <ac:picMkLst>
            <pc:docMk/>
            <pc:sldMk cId="1924287653" sldId="283"/>
            <ac:picMk id="28" creationId="{BE10DA69-C31B-CF12-9E05-DEA684682F78}"/>
          </ac:picMkLst>
        </pc:picChg>
      </pc:sldChg>
      <pc:sldChg chg="delSp modSp new mod">
        <pc:chgData name="Langill, TA (Tori)" userId="f2a0729f-78d3-40b0-b388-826b4c078191" providerId="ADAL" clId="{023D38C2-8905-4FB6-9384-53A7AB8BA087}" dt="2023-09-07T07:08:46.439" v="252" actId="403"/>
        <pc:sldMkLst>
          <pc:docMk/>
          <pc:sldMk cId="3356790707" sldId="293"/>
        </pc:sldMkLst>
        <pc:spChg chg="mod">
          <ac:chgData name="Langill, TA (Tori)" userId="f2a0729f-78d3-40b0-b388-826b4c078191" providerId="ADAL" clId="{023D38C2-8905-4FB6-9384-53A7AB8BA087}" dt="2023-09-07T06:39:38.238" v="37" actId="20577"/>
          <ac:spMkLst>
            <pc:docMk/>
            <pc:sldMk cId="3356790707" sldId="293"/>
            <ac:spMk id="2" creationId="{4A49BF60-8BAE-1191-5E82-53E63717762F}"/>
          </ac:spMkLst>
        </pc:spChg>
        <pc:spChg chg="mod">
          <ac:chgData name="Langill, TA (Tori)" userId="f2a0729f-78d3-40b0-b388-826b4c078191" providerId="ADAL" clId="{023D38C2-8905-4FB6-9384-53A7AB8BA087}" dt="2023-09-07T07:08:46.439" v="252" actId="403"/>
          <ac:spMkLst>
            <pc:docMk/>
            <pc:sldMk cId="3356790707" sldId="293"/>
            <ac:spMk id="3" creationId="{E4D4FEC8-4739-B6F5-F7AB-64419081CBE6}"/>
          </ac:spMkLst>
        </pc:spChg>
        <pc:spChg chg="del">
          <ac:chgData name="Langill, TA (Tori)" userId="f2a0729f-78d3-40b0-b388-826b4c078191" providerId="ADAL" clId="{023D38C2-8905-4FB6-9384-53A7AB8BA087}" dt="2023-09-07T07:04:27.666" v="219" actId="478"/>
          <ac:spMkLst>
            <pc:docMk/>
            <pc:sldMk cId="3356790707" sldId="293"/>
            <ac:spMk id="4" creationId="{5D9AED01-E6F5-B953-C6B9-E830D336D8A5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04T09:40:34.6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8834 24575,'0'0'0,"0"0"0,0 0 0,0 0 0,0 0 0,17-2 0,-8-3 0,-1 1 0,1-1 0,-1 0 0,0-1 0,10-10 0,-9 9 0,0-1 0,0 2 0,16-10 0,256-115 0,-105 62 0,-127 53 0,-1-2 0,-2-2 0,48-27 0,533-381 0,-454 291 0,45-34 0,-200 158 0,158-123 0,-139 104 0,-2-2 0,49-60 0,301-414 0,-81 101 0,-45 65 0,-26-17 0,-156 231 0,166-210 0,140-183 0,-76 65 0,-50 75 0,-15-23 0,-20-13 0,-145 272 0,143-202 0,-177 288 0,199-280 0,-28-16 0,7-26 0,-150 277 0,125-141 0,-6 44 0,-2 4 0,-71 54 0,-79 93 0,1 1 0,3 3 0,55-48 0,-46 54 0,91-52 0,65-20 0,-195 106 0,38-18 0,0 3 0,2 1 0,1 4 0,0 1 0,1 3 0,60-7 0,8 8 0,201 7 0,-269 8 0,96 18 0,50 26 0,-95-22 0,-20-5 0,163 65 0,-202-65 0,-1 2 0,-1 2 0,-1 2 0,77 61 0,164 192 0,-232-225 0,32 37 0,-4 5 0,-4 3 0,-5 3 0,62 118 0,88 239 0,-81-156 0,21-11 0,-50-119 0,209 353 0,-228-341 0,4 9 0,131 167 0,26-16 0,-206-283 0,103 168 0,-18 13 0,57 95 0,-32-92 0,105 170 0,-22 15 0,-237-426 0,202 385 0,-155-306 0,5-3 0,95 112 0,284 366 0,-23-28 0,-353-463 0,244 260 0,-239-270 0,106 96 0,-115-109 0,75 47 0,184 89 0,-236-144 0,3-3 0,99 29 0,15-4 0,265 69 0,-275-94-1365,6-2-5461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 descr="preencoded.png">
            <a:extLst>
              <a:ext uri="{FF2B5EF4-FFF2-40B4-BE49-F238E27FC236}">
                <a16:creationId xmlns:a16="http://schemas.microsoft.com/office/drawing/2014/main" id="{BA5D5A72-CB6F-F8DE-E2C9-90459C8C3DC1}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</a:extLst>
          </p:cNvPr>
          <p:cNvSpPr/>
          <p:nvPr userDrawn="1"/>
        </p:nvSpPr>
        <p:spPr>
          <a:xfrm>
            <a:off x="1600201" y="1153228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</a:extLst>
          </p:cNvPr>
          <p:cNvSpPr/>
          <p:nvPr userDrawn="1"/>
        </p:nvSpPr>
        <p:spPr>
          <a:xfrm>
            <a:off x="2795588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03092" y="1984248"/>
            <a:ext cx="5385816" cy="1225296"/>
          </a:xfrm>
        </p:spPr>
        <p:txBody>
          <a:bodyPr tIns="0" anchor="b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9496" y="3483864"/>
            <a:ext cx="3493008" cy="878908"/>
          </a:xfrm>
        </p:spPr>
        <p:txBody>
          <a:bodyPr lIns="0" tIns="0" rIns="0" bIns="0" anchor="t" anchorCtr="0"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 descr="preencoded.png">
            <a:extLst>
              <a:ext uri="{FF2B5EF4-FFF2-40B4-BE49-F238E27FC236}">
                <a16:creationId xmlns:a16="http://schemas.microsoft.com/office/drawing/2014/main" id="{EFFAEAD9-58A9-096B-C6D0-58F7AD08EB20}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9616" y="1901952"/>
            <a:ext cx="5693664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616" y="2770632"/>
            <a:ext cx="5693664" cy="312216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35EFB42-020B-1DF4-3D42-26092CE45F08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0 w 3430200"/>
              <a:gd name="connsiteY0" fmla="*/ 0 h 3430665"/>
              <a:gd name="connsiteX1" fmla="*/ 3430200 w 3430200"/>
              <a:gd name="connsiteY1" fmla="*/ 0 h 3430665"/>
              <a:gd name="connsiteX2" fmla="*/ 3430200 w 3430200"/>
              <a:gd name="connsiteY2" fmla="*/ 3430665 h 3430665"/>
              <a:gd name="connsiteX3" fmla="*/ 0 w 3430200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0" y="0"/>
                </a:moveTo>
                <a:lnTo>
                  <a:pt x="3430200" y="0"/>
                </a:lnTo>
                <a:lnTo>
                  <a:pt x="3430200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B4DD322-D1E0-74CB-BBFF-057426E58EBC}"/>
              </a:ext>
            </a:extLst>
          </p:cNvPr>
          <p:cNvSpPr/>
          <p:nvPr userDrawn="1"/>
        </p:nvSpPr>
        <p:spPr>
          <a:xfrm>
            <a:off x="0" y="3427336"/>
            <a:ext cx="3430200" cy="3430665"/>
          </a:xfrm>
          <a:custGeom>
            <a:avLst/>
            <a:gdLst>
              <a:gd name="connsiteX0" fmla="*/ 3430200 w 3430200"/>
              <a:gd name="connsiteY0" fmla="*/ 0 h 3430665"/>
              <a:gd name="connsiteX1" fmla="*/ 3430200 w 3430200"/>
              <a:gd name="connsiteY1" fmla="*/ 3430665 h 3430665"/>
              <a:gd name="connsiteX2" fmla="*/ 0 w 3430200"/>
              <a:gd name="connsiteY2" fmla="*/ 3430665 h 3430665"/>
              <a:gd name="connsiteX3" fmla="*/ 0 w 3430200"/>
              <a:gd name="connsiteY3" fmla="*/ 3417531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0200" h="3430665">
                <a:moveTo>
                  <a:pt x="3430200" y="0"/>
                </a:moveTo>
                <a:lnTo>
                  <a:pt x="3430200" y="3430665"/>
                </a:lnTo>
                <a:lnTo>
                  <a:pt x="0" y="3430665"/>
                </a:lnTo>
                <a:lnTo>
                  <a:pt x="0" y="341753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11D3FCE-EC92-8558-A3E5-04DB12477A3B}"/>
              </a:ext>
            </a:extLst>
          </p:cNvPr>
          <p:cNvSpPr/>
          <p:nvPr userDrawn="1"/>
        </p:nvSpPr>
        <p:spPr>
          <a:xfrm>
            <a:off x="1" y="1"/>
            <a:ext cx="3423785" cy="3437345"/>
          </a:xfrm>
          <a:custGeom>
            <a:avLst/>
            <a:gdLst>
              <a:gd name="connsiteX0" fmla="*/ 0 w 3423785"/>
              <a:gd name="connsiteY0" fmla="*/ 0 h 3437345"/>
              <a:gd name="connsiteX1" fmla="*/ 3423785 w 3423785"/>
              <a:gd name="connsiteY1" fmla="*/ 0 h 3437345"/>
              <a:gd name="connsiteX2" fmla="*/ 3423785 w 3423785"/>
              <a:gd name="connsiteY2" fmla="*/ 3437345 h 3437345"/>
              <a:gd name="connsiteX3" fmla="*/ 0 w 342378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785" h="3437345">
                <a:moveTo>
                  <a:pt x="0" y="0"/>
                </a:moveTo>
                <a:lnTo>
                  <a:pt x="3423785" y="0"/>
                </a:lnTo>
                <a:lnTo>
                  <a:pt x="342378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4224528" y="2276856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4224528" y="3222752"/>
            <a:ext cx="6766560" cy="27005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4224528" y="457200"/>
            <a:ext cx="3200400" cy="274320"/>
          </a:xfrm>
        </p:spPr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17CBC9E-B934-828F-2AE5-211CEF5B1D25}"/>
              </a:ext>
            </a:extLst>
          </p:cNvPr>
          <p:cNvSpPr/>
          <p:nvPr userDrawn="1"/>
        </p:nvSpPr>
        <p:spPr>
          <a:xfrm>
            <a:off x="1" y="869"/>
            <a:ext cx="3423785" cy="3436477"/>
          </a:xfrm>
          <a:custGeom>
            <a:avLst/>
            <a:gdLst>
              <a:gd name="connsiteX0" fmla="*/ 0 w 3423785"/>
              <a:gd name="connsiteY0" fmla="*/ 0 h 3436477"/>
              <a:gd name="connsiteX1" fmla="*/ 3423785 w 3423785"/>
              <a:gd name="connsiteY1" fmla="*/ 3436477 h 3436477"/>
              <a:gd name="connsiteX2" fmla="*/ 0 w 3423785"/>
              <a:gd name="connsiteY2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23785" h="3436477">
                <a:moveTo>
                  <a:pt x="0" y="0"/>
                </a:moveTo>
                <a:lnTo>
                  <a:pt x="3423785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2183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D352B04-96E6-839B-9D92-EE98385C4D49}"/>
              </a:ext>
            </a:extLst>
          </p:cNvPr>
          <p:cNvSpPr/>
          <p:nvPr userDrawn="1"/>
        </p:nvSpPr>
        <p:spPr>
          <a:xfrm>
            <a:off x="2062836" y="686475"/>
            <a:ext cx="7774629" cy="6193018"/>
          </a:xfrm>
          <a:custGeom>
            <a:avLst/>
            <a:gdLst>
              <a:gd name="connsiteX0" fmla="*/ 3887320 w 7774629"/>
              <a:gd name="connsiteY0" fmla="*/ 0 h 6193018"/>
              <a:gd name="connsiteX1" fmla="*/ 7774629 w 7774629"/>
              <a:gd name="connsiteY1" fmla="*/ 3884811 h 6193018"/>
              <a:gd name="connsiteX2" fmla="*/ 7774629 w 7774629"/>
              <a:gd name="connsiteY2" fmla="*/ 6193018 h 6193018"/>
              <a:gd name="connsiteX3" fmla="*/ 0 w 7774629"/>
              <a:gd name="connsiteY3" fmla="*/ 6193018 h 6193018"/>
              <a:gd name="connsiteX4" fmla="*/ 0 w 7774629"/>
              <a:gd name="connsiteY4" fmla="*/ 3884811 h 6193018"/>
              <a:gd name="connsiteX5" fmla="*/ 3887320 w 7774629"/>
              <a:gd name="connsiteY5" fmla="*/ 0 h 6193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4629" h="6193018">
                <a:moveTo>
                  <a:pt x="3887320" y="0"/>
                </a:moveTo>
                <a:cubicBezTo>
                  <a:pt x="6034243" y="0"/>
                  <a:pt x="7774629" y="1739299"/>
                  <a:pt x="7774629" y="3884811"/>
                </a:cubicBezTo>
                <a:lnTo>
                  <a:pt x="7774629" y="6193018"/>
                </a:lnTo>
                <a:lnTo>
                  <a:pt x="0" y="6193018"/>
                </a:lnTo>
                <a:lnTo>
                  <a:pt x="0" y="3884811"/>
                </a:lnTo>
                <a:cubicBezTo>
                  <a:pt x="0" y="1739299"/>
                  <a:pt x="1740414" y="0"/>
                  <a:pt x="3887320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99000"/>
            </a:schemeClr>
          </a:solidFill>
          <a:ln w="54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723D98FB-5EB7-A8DF-8470-B23A80D669E4}"/>
              </a:ext>
            </a:extLst>
          </p:cNvPr>
          <p:cNvSpPr/>
          <p:nvPr userDrawn="1"/>
        </p:nvSpPr>
        <p:spPr>
          <a:xfrm>
            <a:off x="7610252" y="1"/>
            <a:ext cx="2273668" cy="3147998"/>
          </a:xfrm>
          <a:custGeom>
            <a:avLst/>
            <a:gdLst>
              <a:gd name="connsiteX0" fmla="*/ 183295 w 2273668"/>
              <a:gd name="connsiteY0" fmla="*/ 0 h 3147998"/>
              <a:gd name="connsiteX1" fmla="*/ 2273668 w 2273668"/>
              <a:gd name="connsiteY1" fmla="*/ 0 h 3147998"/>
              <a:gd name="connsiteX2" fmla="*/ 2273668 w 2273668"/>
              <a:gd name="connsiteY2" fmla="*/ 3147998 h 3147998"/>
              <a:gd name="connsiteX3" fmla="*/ 2096300 w 2273668"/>
              <a:gd name="connsiteY3" fmla="*/ 3147998 h 3147998"/>
              <a:gd name="connsiteX4" fmla="*/ 2033714 w 2273668"/>
              <a:gd name="connsiteY4" fmla="*/ 3144814 h 3147998"/>
              <a:gd name="connsiteX5" fmla="*/ 0 w 2273668"/>
              <a:gd name="connsiteY5" fmla="*/ 886966 h 3147998"/>
              <a:gd name="connsiteX6" fmla="*/ 178732 w 2273668"/>
              <a:gd name="connsiteY6" fmla="*/ 9417 h 314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273668" h="3147998">
                <a:moveTo>
                  <a:pt x="183295" y="0"/>
                </a:moveTo>
                <a:lnTo>
                  <a:pt x="2273668" y="0"/>
                </a:lnTo>
                <a:lnTo>
                  <a:pt x="2273668" y="3147998"/>
                </a:lnTo>
                <a:lnTo>
                  <a:pt x="2096300" y="3147998"/>
                </a:lnTo>
                <a:lnTo>
                  <a:pt x="2033714" y="3144814"/>
                </a:lnTo>
                <a:cubicBezTo>
                  <a:pt x="895944" y="3028420"/>
                  <a:pt x="0" y="2060597"/>
                  <a:pt x="0" y="886966"/>
                </a:cubicBezTo>
                <a:cubicBezTo>
                  <a:pt x="0" y="576250"/>
                  <a:pt x="63712" y="279606"/>
                  <a:pt x="178732" y="941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4550F3CE-BAE9-3916-42CA-F4D906FA5173}"/>
              </a:ext>
            </a:extLst>
          </p:cNvPr>
          <p:cNvSpPr/>
          <p:nvPr userDrawn="1"/>
        </p:nvSpPr>
        <p:spPr>
          <a:xfrm>
            <a:off x="9883919" y="2"/>
            <a:ext cx="2254928" cy="3141557"/>
          </a:xfrm>
          <a:custGeom>
            <a:avLst/>
            <a:gdLst>
              <a:gd name="connsiteX0" fmla="*/ 0 w 2254928"/>
              <a:gd name="connsiteY0" fmla="*/ 0 h 3141557"/>
              <a:gd name="connsiteX1" fmla="*/ 2080472 w 2254928"/>
              <a:gd name="connsiteY1" fmla="*/ 0 h 3141557"/>
              <a:gd name="connsiteX2" fmla="*/ 2154269 w 2254928"/>
              <a:gd name="connsiteY2" fmla="*/ 202607 h 3141557"/>
              <a:gd name="connsiteX3" fmla="*/ 2254928 w 2254928"/>
              <a:gd name="connsiteY3" fmla="*/ 871976 h 3141557"/>
              <a:gd name="connsiteX4" fmla="*/ 231934 w 2254928"/>
              <a:gd name="connsiteY4" fmla="*/ 3128339 h 3141557"/>
              <a:gd name="connsiteX5" fmla="*/ 19 w 2254928"/>
              <a:gd name="connsiteY5" fmla="*/ 3141557 h 3141557"/>
              <a:gd name="connsiteX6" fmla="*/ 0 w 2254928"/>
              <a:gd name="connsiteY6" fmla="*/ 3141557 h 3141557"/>
              <a:gd name="connsiteX7" fmla="*/ 0 w 2254928"/>
              <a:gd name="connsiteY7" fmla="*/ 2729990 h 3141557"/>
              <a:gd name="connsiteX8" fmla="*/ 0 w 2254928"/>
              <a:gd name="connsiteY8" fmla="*/ 2344136 h 3141557"/>
              <a:gd name="connsiteX9" fmla="*/ 0 w 2254928"/>
              <a:gd name="connsiteY9" fmla="*/ 1983167 h 3141557"/>
              <a:gd name="connsiteX10" fmla="*/ 0 w 2254928"/>
              <a:gd name="connsiteY10" fmla="*/ 1646252 h 3141557"/>
              <a:gd name="connsiteX11" fmla="*/ 0 w 2254928"/>
              <a:gd name="connsiteY11" fmla="*/ 1332565 h 3141557"/>
              <a:gd name="connsiteX12" fmla="*/ 0 w 2254928"/>
              <a:gd name="connsiteY12" fmla="*/ 1041273 h 3141557"/>
              <a:gd name="connsiteX13" fmla="*/ 0 w 2254928"/>
              <a:gd name="connsiteY13" fmla="*/ 771549 h 3141557"/>
              <a:gd name="connsiteX14" fmla="*/ 0 w 2254928"/>
              <a:gd name="connsiteY14" fmla="*/ 522561 h 3141557"/>
              <a:gd name="connsiteX15" fmla="*/ 0 w 2254928"/>
              <a:gd name="connsiteY15" fmla="*/ 293482 h 3141557"/>
              <a:gd name="connsiteX16" fmla="*/ 0 w 2254928"/>
              <a:gd name="connsiteY16" fmla="*/ 83481 h 31415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254928" h="3141557">
                <a:moveTo>
                  <a:pt x="0" y="0"/>
                </a:moveTo>
                <a:lnTo>
                  <a:pt x="2080472" y="0"/>
                </a:lnTo>
                <a:lnTo>
                  <a:pt x="2154269" y="202607"/>
                </a:lnTo>
                <a:cubicBezTo>
                  <a:pt x="2219730" y="414134"/>
                  <a:pt x="2254928" y="638939"/>
                  <a:pt x="2254928" y="871976"/>
                </a:cubicBezTo>
                <a:cubicBezTo>
                  <a:pt x="2254928" y="2045607"/>
                  <a:pt x="1374977" y="3005515"/>
                  <a:pt x="231934" y="3128339"/>
                </a:cubicBezTo>
                <a:lnTo>
                  <a:pt x="19" y="3141557"/>
                </a:lnTo>
                <a:lnTo>
                  <a:pt x="0" y="3141557"/>
                </a:lnTo>
                <a:lnTo>
                  <a:pt x="0" y="2729990"/>
                </a:lnTo>
                <a:lnTo>
                  <a:pt x="0" y="2344136"/>
                </a:lnTo>
                <a:lnTo>
                  <a:pt x="0" y="1983167"/>
                </a:lnTo>
                <a:lnTo>
                  <a:pt x="0" y="1646252"/>
                </a:lnTo>
                <a:lnTo>
                  <a:pt x="0" y="1332565"/>
                </a:lnTo>
                <a:lnTo>
                  <a:pt x="0" y="1041273"/>
                </a:lnTo>
                <a:lnTo>
                  <a:pt x="0" y="771549"/>
                </a:lnTo>
                <a:lnTo>
                  <a:pt x="0" y="522561"/>
                </a:lnTo>
                <a:lnTo>
                  <a:pt x="0" y="293482"/>
                </a:lnTo>
                <a:lnTo>
                  <a:pt x="0" y="8348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D83F65A0-0C52-48AD-DC5D-B5D3BF3CC188}"/>
              </a:ext>
            </a:extLst>
          </p:cNvPr>
          <p:cNvSpPr/>
          <p:nvPr userDrawn="1"/>
        </p:nvSpPr>
        <p:spPr>
          <a:xfrm>
            <a:off x="8395730" y="2"/>
            <a:ext cx="2959203" cy="2352793"/>
          </a:xfrm>
          <a:custGeom>
            <a:avLst/>
            <a:gdLst>
              <a:gd name="connsiteX0" fmla="*/ 289830 w 2959203"/>
              <a:gd name="connsiteY0" fmla="*/ 0 h 2352793"/>
              <a:gd name="connsiteX1" fmla="*/ 2669374 w 2959203"/>
              <a:gd name="connsiteY1" fmla="*/ 0 h 2352793"/>
              <a:gd name="connsiteX2" fmla="*/ 2706511 w 2959203"/>
              <a:gd name="connsiteY2" fmla="*/ 49584 h 2352793"/>
              <a:gd name="connsiteX3" fmla="*/ 2951565 w 2959203"/>
              <a:gd name="connsiteY3" fmla="*/ 724493 h 2352793"/>
              <a:gd name="connsiteX4" fmla="*/ 2959203 w 2959203"/>
              <a:gd name="connsiteY4" fmla="*/ 875514 h 2352793"/>
              <a:gd name="connsiteX5" fmla="*/ 2959203 w 2959203"/>
              <a:gd name="connsiteY5" fmla="*/ 875554 h 2352793"/>
              <a:gd name="connsiteX6" fmla="*/ 2951565 w 2959203"/>
              <a:gd name="connsiteY6" fmla="*/ 1026575 h 2352793"/>
              <a:gd name="connsiteX7" fmla="*/ 1479602 w 2959203"/>
              <a:gd name="connsiteY7" fmla="*/ 2352793 h 2352793"/>
              <a:gd name="connsiteX8" fmla="*/ 0 w 2959203"/>
              <a:gd name="connsiteY8" fmla="*/ 875534 h 2352793"/>
              <a:gd name="connsiteX9" fmla="*/ 252694 w 2959203"/>
              <a:gd name="connsiteY9" fmla="*/ 49584 h 2352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59203" h="2352793">
                <a:moveTo>
                  <a:pt x="289830" y="0"/>
                </a:moveTo>
                <a:lnTo>
                  <a:pt x="2669374" y="0"/>
                </a:lnTo>
                <a:lnTo>
                  <a:pt x="2706511" y="49584"/>
                </a:lnTo>
                <a:cubicBezTo>
                  <a:pt x="2839459" y="246061"/>
                  <a:pt x="2926309" y="476187"/>
                  <a:pt x="2951565" y="724493"/>
                </a:cubicBezTo>
                <a:lnTo>
                  <a:pt x="2959203" y="875514"/>
                </a:lnTo>
                <a:lnTo>
                  <a:pt x="2959203" y="875554"/>
                </a:lnTo>
                <a:lnTo>
                  <a:pt x="2951565" y="1026575"/>
                </a:lnTo>
                <a:cubicBezTo>
                  <a:pt x="2875795" y="1771492"/>
                  <a:pt x="2245691" y="2352793"/>
                  <a:pt x="1479602" y="2352793"/>
                </a:cubicBezTo>
                <a:cubicBezTo>
                  <a:pt x="662440" y="2352793"/>
                  <a:pt x="0" y="1691401"/>
                  <a:pt x="0" y="875534"/>
                </a:cubicBezTo>
                <a:cubicBezTo>
                  <a:pt x="0" y="569583"/>
                  <a:pt x="93156" y="285356"/>
                  <a:pt x="252694" y="495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FA7F58-C470-6376-9DB1-DE7034C491E8}"/>
              </a:ext>
            </a:extLst>
          </p:cNvPr>
          <p:cNvSpPr/>
          <p:nvPr userDrawn="1"/>
        </p:nvSpPr>
        <p:spPr>
          <a:xfrm>
            <a:off x="1390854" y="3130662"/>
            <a:ext cx="3106248" cy="3748831"/>
          </a:xfrm>
          <a:custGeom>
            <a:avLst/>
            <a:gdLst>
              <a:gd name="connsiteX0" fmla="*/ 0 w 3106248"/>
              <a:gd name="connsiteY0" fmla="*/ 0 h 3748831"/>
              <a:gd name="connsiteX1" fmla="*/ 3106248 w 3106248"/>
              <a:gd name="connsiteY1" fmla="*/ 3748831 h 3748831"/>
              <a:gd name="connsiteX2" fmla="*/ 0 w 3106248"/>
              <a:gd name="connsiteY2" fmla="*/ 3748831 h 3748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6248" h="3748831">
                <a:moveTo>
                  <a:pt x="0" y="0"/>
                </a:moveTo>
                <a:lnTo>
                  <a:pt x="3106248" y="3748831"/>
                </a:lnTo>
                <a:lnTo>
                  <a:pt x="0" y="3748831"/>
                </a:lnTo>
                <a:close/>
              </a:path>
            </a:pathLst>
          </a:custGeom>
          <a:solidFill>
            <a:schemeClr val="accent2">
              <a:alpha val="99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27C9E57-563E-7980-7B3C-45FAD9C386F4}"/>
              </a:ext>
            </a:extLst>
          </p:cNvPr>
          <p:cNvSpPr/>
          <p:nvPr userDrawn="1"/>
        </p:nvSpPr>
        <p:spPr>
          <a:xfrm>
            <a:off x="0" y="3130661"/>
            <a:ext cx="1400640" cy="3748832"/>
          </a:xfrm>
          <a:custGeom>
            <a:avLst/>
            <a:gdLst>
              <a:gd name="connsiteX0" fmla="*/ 1400640 w 1400640"/>
              <a:gd name="connsiteY0" fmla="*/ 0 h 3748832"/>
              <a:gd name="connsiteX1" fmla="*/ 1400640 w 1400640"/>
              <a:gd name="connsiteY1" fmla="*/ 3748832 h 3748832"/>
              <a:gd name="connsiteX2" fmla="*/ 0 w 1400640"/>
              <a:gd name="connsiteY2" fmla="*/ 3748832 h 3748832"/>
              <a:gd name="connsiteX3" fmla="*/ 0 w 1400640"/>
              <a:gd name="connsiteY3" fmla="*/ 1684743 h 3748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00640" h="3748832">
                <a:moveTo>
                  <a:pt x="1400640" y="0"/>
                </a:moveTo>
                <a:lnTo>
                  <a:pt x="1400640" y="3748832"/>
                </a:lnTo>
                <a:lnTo>
                  <a:pt x="0" y="3748832"/>
                </a:lnTo>
                <a:lnTo>
                  <a:pt x="0" y="168474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3776472"/>
            <a:ext cx="6400800" cy="768096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95600" y="4718304"/>
            <a:ext cx="6400800" cy="512064"/>
          </a:xfrm>
        </p:spPr>
        <p:txBody>
          <a:bodyPr lIns="0" tIns="0" rIns="0" bIns="0">
            <a:noAutofit/>
          </a:bodyPr>
          <a:lstStyle>
            <a:lvl1pPr marL="0" indent="0" algn="ctr"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459EA3C-8B88-5F1F-531E-7DA7DE55710B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9496" y="2103120"/>
            <a:ext cx="11119104" cy="44348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42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B0C0F070-237F-C60F-3458-4D4D9BA0A222}"/>
              </a:ext>
            </a:extLst>
          </p:cNvPr>
          <p:cNvSpPr/>
          <p:nvPr userDrawn="1"/>
        </p:nvSpPr>
        <p:spPr>
          <a:xfrm>
            <a:off x="9866106" y="0"/>
            <a:ext cx="2325894" cy="2180854"/>
          </a:xfrm>
          <a:custGeom>
            <a:avLst/>
            <a:gdLst>
              <a:gd name="connsiteX0" fmla="*/ 2066927 w 2325894"/>
              <a:gd name="connsiteY0" fmla="*/ 0 h 2180854"/>
              <a:gd name="connsiteX1" fmla="*/ 2098882 w 2325894"/>
              <a:gd name="connsiteY1" fmla="*/ 0 h 2180854"/>
              <a:gd name="connsiteX2" fmla="*/ 2128893 w 2325894"/>
              <a:gd name="connsiteY2" fmla="*/ 44463 h 2180854"/>
              <a:gd name="connsiteX3" fmla="*/ 2269798 w 2325894"/>
              <a:gd name="connsiteY3" fmla="*/ 120493 h 2180854"/>
              <a:gd name="connsiteX4" fmla="*/ 2325894 w 2325894"/>
              <a:gd name="connsiteY4" fmla="*/ 126162 h 2180854"/>
              <a:gd name="connsiteX5" fmla="*/ 2325894 w 2325894"/>
              <a:gd name="connsiteY5" fmla="*/ 149263 h 2180854"/>
              <a:gd name="connsiteX6" fmla="*/ 2265120 w 2325894"/>
              <a:gd name="connsiteY6" fmla="*/ 143117 h 2180854"/>
              <a:gd name="connsiteX7" fmla="*/ 2075647 w 2325894"/>
              <a:gd name="connsiteY7" fmla="*/ 16048 h 2180854"/>
              <a:gd name="connsiteX8" fmla="*/ 1926448 w 2325894"/>
              <a:gd name="connsiteY8" fmla="*/ 0 h 2180854"/>
              <a:gd name="connsiteX9" fmla="*/ 1950522 w 2325894"/>
              <a:gd name="connsiteY9" fmla="*/ 0 h 2180854"/>
              <a:gd name="connsiteX10" fmla="*/ 1952130 w 2325894"/>
              <a:gd name="connsiteY10" fmla="*/ 5167 h 2180854"/>
              <a:gd name="connsiteX11" fmla="*/ 2244242 w 2325894"/>
              <a:gd name="connsiteY11" fmla="*/ 244834 h 2180854"/>
              <a:gd name="connsiteX12" fmla="*/ 2325894 w 2325894"/>
              <a:gd name="connsiteY12" fmla="*/ 253091 h 2180854"/>
              <a:gd name="connsiteX13" fmla="*/ 2325894 w 2325894"/>
              <a:gd name="connsiteY13" fmla="*/ 276192 h 2180854"/>
              <a:gd name="connsiteX14" fmla="*/ 2239598 w 2325894"/>
              <a:gd name="connsiteY14" fmla="*/ 267464 h 2180854"/>
              <a:gd name="connsiteX15" fmla="*/ 1930848 w 2325894"/>
              <a:gd name="connsiteY15" fmla="*/ 14141 h 2180854"/>
              <a:gd name="connsiteX16" fmla="*/ 1794114 w 2325894"/>
              <a:gd name="connsiteY16" fmla="*/ 0 h 2180854"/>
              <a:gd name="connsiteX17" fmla="*/ 1818202 w 2325894"/>
              <a:gd name="connsiteY17" fmla="*/ 0 h 2180854"/>
              <a:gd name="connsiteX18" fmla="*/ 1835170 w 2325894"/>
              <a:gd name="connsiteY18" fmla="*/ 54535 h 2180854"/>
              <a:gd name="connsiteX19" fmla="*/ 2218687 w 2325894"/>
              <a:gd name="connsiteY19" fmla="*/ 369191 h 2180854"/>
              <a:gd name="connsiteX20" fmla="*/ 2325894 w 2325894"/>
              <a:gd name="connsiteY20" fmla="*/ 380032 h 2180854"/>
              <a:gd name="connsiteX21" fmla="*/ 2325894 w 2325894"/>
              <a:gd name="connsiteY21" fmla="*/ 403132 h 2180854"/>
              <a:gd name="connsiteX22" fmla="*/ 2214043 w 2325894"/>
              <a:gd name="connsiteY22" fmla="*/ 391825 h 2180854"/>
              <a:gd name="connsiteX23" fmla="*/ 1813889 w 2325894"/>
              <a:gd name="connsiteY23" fmla="*/ 63559 h 2180854"/>
              <a:gd name="connsiteX24" fmla="*/ 1661683 w 2325894"/>
              <a:gd name="connsiteY24" fmla="*/ 0 h 2180854"/>
              <a:gd name="connsiteX25" fmla="*/ 1685874 w 2325894"/>
              <a:gd name="connsiteY25" fmla="*/ 0 h 2180854"/>
              <a:gd name="connsiteX26" fmla="*/ 1718212 w 2325894"/>
              <a:gd name="connsiteY26" fmla="*/ 103965 h 2180854"/>
              <a:gd name="connsiteX27" fmla="*/ 2193133 w 2325894"/>
              <a:gd name="connsiteY27" fmla="*/ 493659 h 2180854"/>
              <a:gd name="connsiteX28" fmla="*/ 2325894 w 2325894"/>
              <a:gd name="connsiteY28" fmla="*/ 507083 h 2180854"/>
              <a:gd name="connsiteX29" fmla="*/ 2325894 w 2325894"/>
              <a:gd name="connsiteY29" fmla="*/ 530183 h 2180854"/>
              <a:gd name="connsiteX30" fmla="*/ 2188450 w 2325894"/>
              <a:gd name="connsiteY30" fmla="*/ 516288 h 2180854"/>
              <a:gd name="connsiteX31" fmla="*/ 1696817 w 2325894"/>
              <a:gd name="connsiteY31" fmla="*/ 112939 h 2180854"/>
              <a:gd name="connsiteX32" fmla="*/ 1531553 w 2325894"/>
              <a:gd name="connsiteY32" fmla="*/ 0 h 2180854"/>
              <a:gd name="connsiteX33" fmla="*/ 1554659 w 2325894"/>
              <a:gd name="connsiteY33" fmla="*/ 0 h 2180854"/>
              <a:gd name="connsiteX34" fmla="*/ 1555243 w 2325894"/>
              <a:gd name="connsiteY34" fmla="*/ 5776 h 2180854"/>
              <a:gd name="connsiteX35" fmla="*/ 2245588 w 2325894"/>
              <a:gd name="connsiteY35" fmla="*/ 629962 h 2180854"/>
              <a:gd name="connsiteX36" fmla="*/ 2325894 w 2325894"/>
              <a:gd name="connsiteY36" fmla="*/ 634030 h 2180854"/>
              <a:gd name="connsiteX37" fmla="*/ 2325894 w 2325894"/>
              <a:gd name="connsiteY37" fmla="*/ 657131 h 2180854"/>
              <a:gd name="connsiteX38" fmla="*/ 2243214 w 2325894"/>
              <a:gd name="connsiteY38" fmla="*/ 652943 h 2180854"/>
              <a:gd name="connsiteX39" fmla="*/ 1532607 w 2325894"/>
              <a:gd name="connsiteY39" fmla="*/ 10419 h 2180854"/>
              <a:gd name="connsiteX40" fmla="*/ 1404609 w 2325894"/>
              <a:gd name="connsiteY40" fmla="*/ 0 h 2180854"/>
              <a:gd name="connsiteX41" fmla="*/ 1427709 w 2325894"/>
              <a:gd name="connsiteY41" fmla="*/ 0 h 2180854"/>
              <a:gd name="connsiteX42" fmla="*/ 1430873 w 2325894"/>
              <a:gd name="connsiteY42" fmla="*/ 31287 h 2180854"/>
              <a:gd name="connsiteX43" fmla="*/ 2232606 w 2325894"/>
              <a:gd name="connsiteY43" fmla="*/ 756233 h 2180854"/>
              <a:gd name="connsiteX44" fmla="*/ 2325894 w 2325894"/>
              <a:gd name="connsiteY44" fmla="*/ 760959 h 2180854"/>
              <a:gd name="connsiteX45" fmla="*/ 2325894 w 2325894"/>
              <a:gd name="connsiteY45" fmla="*/ 784060 h 2180854"/>
              <a:gd name="connsiteX46" fmla="*/ 2230270 w 2325894"/>
              <a:gd name="connsiteY46" fmla="*/ 779216 h 2180854"/>
              <a:gd name="connsiteX47" fmla="*/ 1408246 w 2325894"/>
              <a:gd name="connsiteY47" fmla="*/ 35964 h 2180854"/>
              <a:gd name="connsiteX48" fmla="*/ 1274343 w 2325894"/>
              <a:gd name="connsiteY48" fmla="*/ 0 h 2180854"/>
              <a:gd name="connsiteX49" fmla="*/ 1300756 w 2325894"/>
              <a:gd name="connsiteY49" fmla="*/ 0 h 2180854"/>
              <a:gd name="connsiteX50" fmla="*/ 1306507 w 2325894"/>
              <a:gd name="connsiteY50" fmla="*/ 56884 h 2180854"/>
              <a:gd name="connsiteX51" fmla="*/ 2219643 w 2325894"/>
              <a:gd name="connsiteY51" fmla="*/ 882640 h 2180854"/>
              <a:gd name="connsiteX52" fmla="*/ 2325894 w 2325894"/>
              <a:gd name="connsiteY52" fmla="*/ 888022 h 2180854"/>
              <a:gd name="connsiteX53" fmla="*/ 2325894 w 2325894"/>
              <a:gd name="connsiteY53" fmla="*/ 911123 h 2180854"/>
              <a:gd name="connsiteX54" fmla="*/ 2217286 w 2325894"/>
              <a:gd name="connsiteY54" fmla="*/ 905621 h 2180854"/>
              <a:gd name="connsiteX55" fmla="*/ 1283761 w 2325894"/>
              <a:gd name="connsiteY55" fmla="*/ 61528 h 2180854"/>
              <a:gd name="connsiteX56" fmla="*/ 1146071 w 2325894"/>
              <a:gd name="connsiteY56" fmla="*/ 0 h 2180854"/>
              <a:gd name="connsiteX57" fmla="*/ 1169414 w 2325894"/>
              <a:gd name="connsiteY57" fmla="*/ 0 h 2180854"/>
              <a:gd name="connsiteX58" fmla="*/ 1182030 w 2325894"/>
              <a:gd name="connsiteY58" fmla="*/ 82429 h 2180854"/>
              <a:gd name="connsiteX59" fmla="*/ 2206679 w 2325894"/>
              <a:gd name="connsiteY59" fmla="*/ 1008912 h 2180854"/>
              <a:gd name="connsiteX60" fmla="*/ 2325894 w 2325894"/>
              <a:gd name="connsiteY60" fmla="*/ 1014951 h 2180854"/>
              <a:gd name="connsiteX61" fmla="*/ 2325894 w 2325894"/>
              <a:gd name="connsiteY61" fmla="*/ 1038052 h 2180854"/>
              <a:gd name="connsiteX62" fmla="*/ 2204323 w 2325894"/>
              <a:gd name="connsiteY62" fmla="*/ 1031893 h 2180854"/>
              <a:gd name="connsiteX63" fmla="*/ 1159398 w 2325894"/>
              <a:gd name="connsiteY63" fmla="*/ 87072 h 2180854"/>
              <a:gd name="connsiteX64" fmla="*/ 1017789 w 2325894"/>
              <a:gd name="connsiteY64" fmla="*/ 0 h 2180854"/>
              <a:gd name="connsiteX65" fmla="*/ 1041132 w 2325894"/>
              <a:gd name="connsiteY65" fmla="*/ 0 h 2180854"/>
              <a:gd name="connsiteX66" fmla="*/ 1057661 w 2325894"/>
              <a:gd name="connsiteY66" fmla="*/ 107992 h 2180854"/>
              <a:gd name="connsiteX67" fmla="*/ 2193716 w 2325894"/>
              <a:gd name="connsiteY67" fmla="*/ 1135208 h 2180854"/>
              <a:gd name="connsiteX68" fmla="*/ 2325894 w 2325894"/>
              <a:gd name="connsiteY68" fmla="*/ 1141903 h 2180854"/>
              <a:gd name="connsiteX69" fmla="*/ 2325894 w 2325894"/>
              <a:gd name="connsiteY69" fmla="*/ 1165004 h 2180854"/>
              <a:gd name="connsiteX70" fmla="*/ 2191361 w 2325894"/>
              <a:gd name="connsiteY70" fmla="*/ 1158189 h 2180854"/>
              <a:gd name="connsiteX71" fmla="*/ 1035029 w 2325894"/>
              <a:gd name="connsiteY71" fmla="*/ 112636 h 2180854"/>
              <a:gd name="connsiteX72" fmla="*/ 889397 w 2325894"/>
              <a:gd name="connsiteY72" fmla="*/ 0 h 2180854"/>
              <a:gd name="connsiteX73" fmla="*/ 912837 w 2325894"/>
              <a:gd name="connsiteY73" fmla="*/ 0 h 2180854"/>
              <a:gd name="connsiteX74" fmla="*/ 933296 w 2325894"/>
              <a:gd name="connsiteY74" fmla="*/ 133667 h 2180854"/>
              <a:gd name="connsiteX75" fmla="*/ 2180754 w 2325894"/>
              <a:gd name="connsiteY75" fmla="*/ 1261608 h 2180854"/>
              <a:gd name="connsiteX76" fmla="*/ 2325894 w 2325894"/>
              <a:gd name="connsiteY76" fmla="*/ 1268960 h 2180854"/>
              <a:gd name="connsiteX77" fmla="*/ 2325894 w 2325894"/>
              <a:gd name="connsiteY77" fmla="*/ 1292061 h 2180854"/>
              <a:gd name="connsiteX78" fmla="*/ 2178378 w 2325894"/>
              <a:gd name="connsiteY78" fmla="*/ 1284588 h 2180854"/>
              <a:gd name="connsiteX79" fmla="*/ 910550 w 2325894"/>
              <a:gd name="connsiteY79" fmla="*/ 138199 h 2180854"/>
              <a:gd name="connsiteX80" fmla="*/ 761929 w 2325894"/>
              <a:gd name="connsiteY80" fmla="*/ 0 h 2180854"/>
              <a:gd name="connsiteX81" fmla="*/ 785032 w 2325894"/>
              <a:gd name="connsiteY81" fmla="*/ 0 h 2180854"/>
              <a:gd name="connsiteX82" fmla="*/ 785312 w 2325894"/>
              <a:gd name="connsiteY82" fmla="*/ 5523 h 2180854"/>
              <a:gd name="connsiteX83" fmla="*/ 2167790 w 2325894"/>
              <a:gd name="connsiteY83" fmla="*/ 1387884 h 2180854"/>
              <a:gd name="connsiteX84" fmla="*/ 2325894 w 2325894"/>
              <a:gd name="connsiteY84" fmla="*/ 1395894 h 2180854"/>
              <a:gd name="connsiteX85" fmla="*/ 2325894 w 2325894"/>
              <a:gd name="connsiteY85" fmla="*/ 1418995 h 2180854"/>
              <a:gd name="connsiteX86" fmla="*/ 2165434 w 2325894"/>
              <a:gd name="connsiteY86" fmla="*/ 1410866 h 2180854"/>
              <a:gd name="connsiteX87" fmla="*/ 762328 w 2325894"/>
              <a:gd name="connsiteY87" fmla="*/ 7877 h 2180854"/>
              <a:gd name="connsiteX88" fmla="*/ 634980 w 2325894"/>
              <a:gd name="connsiteY88" fmla="*/ 0 h 2180854"/>
              <a:gd name="connsiteX89" fmla="*/ 658083 w 2325894"/>
              <a:gd name="connsiteY89" fmla="*/ 0 h 2180854"/>
              <a:gd name="connsiteX90" fmla="*/ 659019 w 2325894"/>
              <a:gd name="connsiteY90" fmla="*/ 18476 h 2180854"/>
              <a:gd name="connsiteX91" fmla="*/ 2154827 w 2325894"/>
              <a:gd name="connsiteY91" fmla="*/ 1514157 h 2180854"/>
              <a:gd name="connsiteX92" fmla="*/ 2325894 w 2325894"/>
              <a:gd name="connsiteY92" fmla="*/ 1522823 h 2180854"/>
              <a:gd name="connsiteX93" fmla="*/ 2325894 w 2325894"/>
              <a:gd name="connsiteY93" fmla="*/ 1545924 h 2180854"/>
              <a:gd name="connsiteX94" fmla="*/ 2152472 w 2325894"/>
              <a:gd name="connsiteY94" fmla="*/ 1537138 h 2180854"/>
              <a:gd name="connsiteX95" fmla="*/ 636036 w 2325894"/>
              <a:gd name="connsiteY95" fmla="*/ 20831 h 2180854"/>
              <a:gd name="connsiteX96" fmla="*/ 507911 w 2325894"/>
              <a:gd name="connsiteY96" fmla="*/ 0 h 2180854"/>
              <a:gd name="connsiteX97" fmla="*/ 531128 w 2325894"/>
              <a:gd name="connsiteY97" fmla="*/ 0 h 2180854"/>
              <a:gd name="connsiteX98" fmla="*/ 532727 w 2325894"/>
              <a:gd name="connsiteY98" fmla="*/ 31559 h 2180854"/>
              <a:gd name="connsiteX99" fmla="*/ 2141864 w 2325894"/>
              <a:gd name="connsiteY99" fmla="*/ 1640562 h 2180854"/>
              <a:gd name="connsiteX100" fmla="*/ 2325894 w 2325894"/>
              <a:gd name="connsiteY100" fmla="*/ 1649885 h 2180854"/>
              <a:gd name="connsiteX101" fmla="*/ 2325894 w 2325894"/>
              <a:gd name="connsiteY101" fmla="*/ 1672981 h 2180854"/>
              <a:gd name="connsiteX102" fmla="*/ 2139488 w 2325894"/>
              <a:gd name="connsiteY102" fmla="*/ 1663539 h 2180854"/>
              <a:gd name="connsiteX103" fmla="*/ 509624 w 2325894"/>
              <a:gd name="connsiteY103" fmla="*/ 33818 h 2180854"/>
              <a:gd name="connsiteX104" fmla="*/ 380961 w 2325894"/>
              <a:gd name="connsiteY104" fmla="*/ 0 h 2180854"/>
              <a:gd name="connsiteX105" fmla="*/ 404065 w 2325894"/>
              <a:gd name="connsiteY105" fmla="*/ 0 h 2180854"/>
              <a:gd name="connsiteX106" fmla="*/ 406316 w 2325894"/>
              <a:gd name="connsiteY106" fmla="*/ 44437 h 2180854"/>
              <a:gd name="connsiteX107" fmla="*/ 2128900 w 2325894"/>
              <a:gd name="connsiteY107" fmla="*/ 1766854 h 2180854"/>
              <a:gd name="connsiteX108" fmla="*/ 2325894 w 2325894"/>
              <a:gd name="connsiteY108" fmla="*/ 1776833 h 2180854"/>
              <a:gd name="connsiteX109" fmla="*/ 2325894 w 2325894"/>
              <a:gd name="connsiteY109" fmla="*/ 1799934 h 2180854"/>
              <a:gd name="connsiteX110" fmla="*/ 2126525 w 2325894"/>
              <a:gd name="connsiteY110" fmla="*/ 1789835 h 2180854"/>
              <a:gd name="connsiteX111" fmla="*/ 383332 w 2325894"/>
              <a:gd name="connsiteY111" fmla="*/ 46792 h 2180854"/>
              <a:gd name="connsiteX112" fmla="*/ 254013 w 2325894"/>
              <a:gd name="connsiteY112" fmla="*/ 0 h 2180854"/>
              <a:gd name="connsiteX113" fmla="*/ 277116 w 2325894"/>
              <a:gd name="connsiteY113" fmla="*/ 0 h 2180854"/>
              <a:gd name="connsiteX114" fmla="*/ 280023 w 2325894"/>
              <a:gd name="connsiteY114" fmla="*/ 57371 h 2180854"/>
              <a:gd name="connsiteX115" fmla="*/ 2115917 w 2325894"/>
              <a:gd name="connsiteY115" fmla="*/ 1893125 h 2180854"/>
              <a:gd name="connsiteX116" fmla="*/ 2325894 w 2325894"/>
              <a:gd name="connsiteY116" fmla="*/ 1903762 h 2180854"/>
              <a:gd name="connsiteX117" fmla="*/ 2325894 w 2325894"/>
              <a:gd name="connsiteY117" fmla="*/ 1926863 h 2180854"/>
              <a:gd name="connsiteX118" fmla="*/ 2113563 w 2325894"/>
              <a:gd name="connsiteY118" fmla="*/ 1916107 h 2180854"/>
              <a:gd name="connsiteX119" fmla="*/ 257040 w 2325894"/>
              <a:gd name="connsiteY119" fmla="*/ 59745 h 2180854"/>
              <a:gd name="connsiteX120" fmla="*/ 126949 w 2325894"/>
              <a:gd name="connsiteY120" fmla="*/ 0 h 2180854"/>
              <a:gd name="connsiteX121" fmla="*/ 150160 w 2325894"/>
              <a:gd name="connsiteY121" fmla="*/ 0 h 2180854"/>
              <a:gd name="connsiteX122" fmla="*/ 153729 w 2325894"/>
              <a:gd name="connsiteY122" fmla="*/ 70454 h 2180854"/>
              <a:gd name="connsiteX123" fmla="*/ 2102955 w 2325894"/>
              <a:gd name="connsiteY123" fmla="*/ 2019530 h 2180854"/>
              <a:gd name="connsiteX124" fmla="*/ 2325894 w 2325894"/>
              <a:gd name="connsiteY124" fmla="*/ 2030824 h 2180854"/>
              <a:gd name="connsiteX125" fmla="*/ 2325894 w 2325894"/>
              <a:gd name="connsiteY125" fmla="*/ 2053925 h 2180854"/>
              <a:gd name="connsiteX126" fmla="*/ 2100598 w 2325894"/>
              <a:gd name="connsiteY126" fmla="*/ 2042512 h 2180854"/>
              <a:gd name="connsiteX127" fmla="*/ 130633 w 2325894"/>
              <a:gd name="connsiteY127" fmla="*/ 72714 h 2180854"/>
              <a:gd name="connsiteX128" fmla="*/ 0 w 2325894"/>
              <a:gd name="connsiteY128" fmla="*/ 0 h 2180854"/>
              <a:gd name="connsiteX129" fmla="*/ 23103 w 2325894"/>
              <a:gd name="connsiteY129" fmla="*/ 0 h 2180854"/>
              <a:gd name="connsiteX130" fmla="*/ 27324 w 2325894"/>
              <a:gd name="connsiteY130" fmla="*/ 83311 h 2180854"/>
              <a:gd name="connsiteX131" fmla="*/ 2089991 w 2325894"/>
              <a:gd name="connsiteY131" fmla="*/ 2145803 h 2180854"/>
              <a:gd name="connsiteX132" fmla="*/ 2325894 w 2325894"/>
              <a:gd name="connsiteY132" fmla="*/ 2157753 h 2180854"/>
              <a:gd name="connsiteX133" fmla="*/ 2325894 w 2325894"/>
              <a:gd name="connsiteY133" fmla="*/ 2180854 h 2180854"/>
              <a:gd name="connsiteX134" fmla="*/ 2087636 w 2325894"/>
              <a:gd name="connsiteY134" fmla="*/ 2168784 h 2180854"/>
              <a:gd name="connsiteX135" fmla="*/ 4341 w 2325894"/>
              <a:gd name="connsiteY135" fmla="*/ 85667 h 218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2325894" h="2180854">
                <a:moveTo>
                  <a:pt x="2066927" y="0"/>
                </a:moveTo>
                <a:lnTo>
                  <a:pt x="2098882" y="0"/>
                </a:lnTo>
                <a:lnTo>
                  <a:pt x="2128893" y="44463"/>
                </a:lnTo>
                <a:cubicBezTo>
                  <a:pt x="2166753" y="82308"/>
                  <a:pt x="2215417" y="109341"/>
                  <a:pt x="2269798" y="120493"/>
                </a:cubicBezTo>
                <a:lnTo>
                  <a:pt x="2325894" y="126162"/>
                </a:lnTo>
                <a:lnTo>
                  <a:pt x="2325894" y="149263"/>
                </a:lnTo>
                <a:lnTo>
                  <a:pt x="2265120" y="143117"/>
                </a:lnTo>
                <a:cubicBezTo>
                  <a:pt x="2186576" y="127002"/>
                  <a:pt x="2119077" y="80290"/>
                  <a:pt x="2075647" y="16048"/>
                </a:cubicBezTo>
                <a:close/>
                <a:moveTo>
                  <a:pt x="1926448" y="0"/>
                </a:moveTo>
                <a:lnTo>
                  <a:pt x="1950522" y="0"/>
                </a:lnTo>
                <a:lnTo>
                  <a:pt x="1952130" y="5167"/>
                </a:lnTo>
                <a:cubicBezTo>
                  <a:pt x="2003529" y="126455"/>
                  <a:pt x="2112323" y="217766"/>
                  <a:pt x="2244242" y="244834"/>
                </a:cubicBezTo>
                <a:lnTo>
                  <a:pt x="2325894" y="253091"/>
                </a:lnTo>
                <a:lnTo>
                  <a:pt x="2325894" y="276192"/>
                </a:lnTo>
                <a:lnTo>
                  <a:pt x="2239598" y="267464"/>
                </a:lnTo>
                <a:cubicBezTo>
                  <a:pt x="2100173" y="238852"/>
                  <a:pt x="1985178" y="142334"/>
                  <a:pt x="1930848" y="14141"/>
                </a:cubicBezTo>
                <a:close/>
                <a:moveTo>
                  <a:pt x="1794114" y="0"/>
                </a:moveTo>
                <a:lnTo>
                  <a:pt x="1818202" y="0"/>
                </a:lnTo>
                <a:lnTo>
                  <a:pt x="1835170" y="54535"/>
                </a:lnTo>
                <a:cubicBezTo>
                  <a:pt x="1902650" y="213778"/>
                  <a:pt x="2045483" y="333656"/>
                  <a:pt x="2218687" y="369191"/>
                </a:cubicBezTo>
                <a:lnTo>
                  <a:pt x="2325894" y="380032"/>
                </a:lnTo>
                <a:lnTo>
                  <a:pt x="2325894" y="403132"/>
                </a:lnTo>
                <a:lnTo>
                  <a:pt x="2214043" y="391825"/>
                </a:lnTo>
                <a:cubicBezTo>
                  <a:pt x="2033333" y="354761"/>
                  <a:pt x="1884299" y="229720"/>
                  <a:pt x="1813889" y="63559"/>
                </a:cubicBezTo>
                <a:close/>
                <a:moveTo>
                  <a:pt x="1661683" y="0"/>
                </a:moveTo>
                <a:lnTo>
                  <a:pt x="1685874" y="0"/>
                </a:lnTo>
                <a:lnTo>
                  <a:pt x="1718212" y="103965"/>
                </a:lnTo>
                <a:cubicBezTo>
                  <a:pt x="1801772" y="301203"/>
                  <a:pt x="1978643" y="449654"/>
                  <a:pt x="2193133" y="493659"/>
                </a:cubicBezTo>
                <a:lnTo>
                  <a:pt x="2325894" y="507083"/>
                </a:lnTo>
                <a:lnTo>
                  <a:pt x="2325894" y="530183"/>
                </a:lnTo>
                <a:lnTo>
                  <a:pt x="2188450" y="516288"/>
                </a:lnTo>
                <a:cubicBezTo>
                  <a:pt x="1966399" y="470740"/>
                  <a:pt x="1783312" y="317082"/>
                  <a:pt x="1696817" y="112939"/>
                </a:cubicBezTo>
                <a:close/>
                <a:moveTo>
                  <a:pt x="1531553" y="0"/>
                </a:moveTo>
                <a:lnTo>
                  <a:pt x="1554659" y="0"/>
                </a:lnTo>
                <a:lnTo>
                  <a:pt x="1555243" y="5776"/>
                </a:lnTo>
                <a:cubicBezTo>
                  <a:pt x="1623483" y="338327"/>
                  <a:pt x="1902268" y="594992"/>
                  <a:pt x="2245588" y="629962"/>
                </a:cubicBezTo>
                <a:lnTo>
                  <a:pt x="2325894" y="634030"/>
                </a:lnTo>
                <a:lnTo>
                  <a:pt x="2325894" y="657131"/>
                </a:lnTo>
                <a:lnTo>
                  <a:pt x="2243214" y="652943"/>
                </a:lnTo>
                <a:cubicBezTo>
                  <a:pt x="1889750" y="616944"/>
                  <a:pt x="1602834" y="352727"/>
                  <a:pt x="1532607" y="10419"/>
                </a:cubicBezTo>
                <a:close/>
                <a:moveTo>
                  <a:pt x="1404609" y="0"/>
                </a:moveTo>
                <a:lnTo>
                  <a:pt x="1427709" y="0"/>
                </a:lnTo>
                <a:lnTo>
                  <a:pt x="1430873" y="31287"/>
                </a:lnTo>
                <a:cubicBezTo>
                  <a:pt x="1510102" y="417452"/>
                  <a:pt x="1833798" y="715609"/>
                  <a:pt x="2232606" y="756233"/>
                </a:cubicBezTo>
                <a:lnTo>
                  <a:pt x="2325894" y="760959"/>
                </a:lnTo>
                <a:lnTo>
                  <a:pt x="2325894" y="784060"/>
                </a:lnTo>
                <a:lnTo>
                  <a:pt x="2230270" y="779216"/>
                </a:lnTo>
                <a:cubicBezTo>
                  <a:pt x="1821463" y="737574"/>
                  <a:pt x="1489501" y="431938"/>
                  <a:pt x="1408246" y="35964"/>
                </a:cubicBezTo>
                <a:close/>
                <a:moveTo>
                  <a:pt x="1274343" y="0"/>
                </a:moveTo>
                <a:lnTo>
                  <a:pt x="1300756" y="0"/>
                </a:lnTo>
                <a:lnTo>
                  <a:pt x="1306507" y="56884"/>
                </a:lnTo>
                <a:cubicBezTo>
                  <a:pt x="1396745" y="496788"/>
                  <a:pt x="1765420" y="836372"/>
                  <a:pt x="2219643" y="882640"/>
                </a:cubicBezTo>
                <a:lnTo>
                  <a:pt x="2325894" y="888022"/>
                </a:lnTo>
                <a:lnTo>
                  <a:pt x="2325894" y="911123"/>
                </a:lnTo>
                <a:lnTo>
                  <a:pt x="2217286" y="905621"/>
                </a:lnTo>
                <a:cubicBezTo>
                  <a:pt x="1752979" y="858324"/>
                  <a:pt x="1376027" y="511189"/>
                  <a:pt x="1283761" y="61528"/>
                </a:cubicBezTo>
                <a:close/>
                <a:moveTo>
                  <a:pt x="1146071" y="0"/>
                </a:moveTo>
                <a:lnTo>
                  <a:pt x="1169414" y="0"/>
                </a:lnTo>
                <a:lnTo>
                  <a:pt x="1182030" y="82429"/>
                </a:lnTo>
                <a:cubicBezTo>
                  <a:pt x="1283296" y="576000"/>
                  <a:pt x="1697029" y="957001"/>
                  <a:pt x="2206679" y="1008912"/>
                </a:cubicBezTo>
                <a:lnTo>
                  <a:pt x="2325894" y="1014951"/>
                </a:lnTo>
                <a:lnTo>
                  <a:pt x="2325894" y="1038052"/>
                </a:lnTo>
                <a:lnTo>
                  <a:pt x="2204323" y="1031893"/>
                </a:lnTo>
                <a:cubicBezTo>
                  <a:pt x="1684600" y="978953"/>
                  <a:pt x="1262670" y="590398"/>
                  <a:pt x="1159398" y="87072"/>
                </a:cubicBezTo>
                <a:close/>
                <a:moveTo>
                  <a:pt x="1017789" y="0"/>
                </a:moveTo>
                <a:lnTo>
                  <a:pt x="1041132" y="0"/>
                </a:lnTo>
                <a:lnTo>
                  <a:pt x="1057661" y="107992"/>
                </a:lnTo>
                <a:cubicBezTo>
                  <a:pt x="1169939" y="655229"/>
                  <a:pt x="1628650" y="1077653"/>
                  <a:pt x="2193716" y="1135208"/>
                </a:cubicBezTo>
                <a:lnTo>
                  <a:pt x="2325894" y="1141903"/>
                </a:lnTo>
                <a:lnTo>
                  <a:pt x="2325894" y="1165004"/>
                </a:lnTo>
                <a:lnTo>
                  <a:pt x="2191361" y="1158189"/>
                </a:lnTo>
                <a:cubicBezTo>
                  <a:pt x="1616222" y="1099606"/>
                  <a:pt x="1149313" y="669630"/>
                  <a:pt x="1035029" y="112636"/>
                </a:cubicBezTo>
                <a:close/>
                <a:moveTo>
                  <a:pt x="889397" y="0"/>
                </a:moveTo>
                <a:lnTo>
                  <a:pt x="912837" y="0"/>
                </a:lnTo>
                <a:lnTo>
                  <a:pt x="933296" y="133667"/>
                </a:lnTo>
                <a:cubicBezTo>
                  <a:pt x="1056582" y="734570"/>
                  <a:pt x="1560272" y="1198411"/>
                  <a:pt x="2180754" y="1261608"/>
                </a:cubicBezTo>
                <a:lnTo>
                  <a:pt x="2325894" y="1268960"/>
                </a:lnTo>
                <a:lnTo>
                  <a:pt x="2325894" y="1292061"/>
                </a:lnTo>
                <a:lnTo>
                  <a:pt x="2178378" y="1284588"/>
                </a:lnTo>
                <a:cubicBezTo>
                  <a:pt x="1547742" y="1220351"/>
                  <a:pt x="1035844" y="748879"/>
                  <a:pt x="910550" y="138199"/>
                </a:cubicBezTo>
                <a:close/>
                <a:moveTo>
                  <a:pt x="761929" y="0"/>
                </a:moveTo>
                <a:lnTo>
                  <a:pt x="785032" y="0"/>
                </a:lnTo>
                <a:lnTo>
                  <a:pt x="785312" y="5523"/>
                </a:lnTo>
                <a:cubicBezTo>
                  <a:pt x="859466" y="733364"/>
                  <a:pt x="1439889" y="1313736"/>
                  <a:pt x="2167790" y="1387884"/>
                </a:cubicBezTo>
                <a:lnTo>
                  <a:pt x="2325894" y="1395894"/>
                </a:lnTo>
                <a:lnTo>
                  <a:pt x="2325894" y="1418995"/>
                </a:lnTo>
                <a:lnTo>
                  <a:pt x="2165434" y="1410866"/>
                </a:lnTo>
                <a:cubicBezTo>
                  <a:pt x="1426685" y="1335609"/>
                  <a:pt x="837591" y="746563"/>
                  <a:pt x="762328" y="7877"/>
                </a:cubicBezTo>
                <a:close/>
                <a:moveTo>
                  <a:pt x="634980" y="0"/>
                </a:moveTo>
                <a:lnTo>
                  <a:pt x="658083" y="0"/>
                </a:lnTo>
                <a:lnTo>
                  <a:pt x="659019" y="18476"/>
                </a:lnTo>
                <a:cubicBezTo>
                  <a:pt x="739252" y="805990"/>
                  <a:pt x="1367247" y="1433931"/>
                  <a:pt x="2154827" y="1514157"/>
                </a:cubicBezTo>
                <a:lnTo>
                  <a:pt x="2325894" y="1522823"/>
                </a:lnTo>
                <a:lnTo>
                  <a:pt x="2325894" y="1545924"/>
                </a:lnTo>
                <a:lnTo>
                  <a:pt x="2152472" y="1537138"/>
                </a:lnTo>
                <a:cubicBezTo>
                  <a:pt x="1354048" y="1455804"/>
                  <a:pt x="717377" y="819188"/>
                  <a:pt x="636036" y="20831"/>
                </a:cubicBezTo>
                <a:close/>
                <a:moveTo>
                  <a:pt x="507911" y="0"/>
                </a:moveTo>
                <a:lnTo>
                  <a:pt x="531128" y="0"/>
                </a:lnTo>
                <a:lnTo>
                  <a:pt x="532727" y="31559"/>
                </a:lnTo>
                <a:cubicBezTo>
                  <a:pt x="619037" y="878744"/>
                  <a:pt x="1294606" y="1554259"/>
                  <a:pt x="2141864" y="1640562"/>
                </a:cubicBezTo>
                <a:lnTo>
                  <a:pt x="2325894" y="1649885"/>
                </a:lnTo>
                <a:lnTo>
                  <a:pt x="2325894" y="1672981"/>
                </a:lnTo>
                <a:lnTo>
                  <a:pt x="2139488" y="1663539"/>
                </a:lnTo>
                <a:cubicBezTo>
                  <a:pt x="1281294" y="1576127"/>
                  <a:pt x="597044" y="891939"/>
                  <a:pt x="509624" y="33818"/>
                </a:cubicBezTo>
                <a:close/>
                <a:moveTo>
                  <a:pt x="380961" y="0"/>
                </a:moveTo>
                <a:lnTo>
                  <a:pt x="404065" y="0"/>
                </a:lnTo>
                <a:lnTo>
                  <a:pt x="406316" y="44437"/>
                </a:lnTo>
                <a:cubicBezTo>
                  <a:pt x="498717" y="951387"/>
                  <a:pt x="1221951" y="1674473"/>
                  <a:pt x="2128900" y="1766854"/>
                </a:cubicBezTo>
                <a:lnTo>
                  <a:pt x="2325894" y="1776833"/>
                </a:lnTo>
                <a:lnTo>
                  <a:pt x="2325894" y="1799934"/>
                </a:lnTo>
                <a:lnTo>
                  <a:pt x="2126525" y="1789835"/>
                </a:lnTo>
                <a:cubicBezTo>
                  <a:pt x="1208653" y="1696346"/>
                  <a:pt x="476829" y="964585"/>
                  <a:pt x="383332" y="46792"/>
                </a:cubicBezTo>
                <a:close/>
                <a:moveTo>
                  <a:pt x="254013" y="0"/>
                </a:moveTo>
                <a:lnTo>
                  <a:pt x="277116" y="0"/>
                </a:lnTo>
                <a:lnTo>
                  <a:pt x="280023" y="57371"/>
                </a:lnTo>
                <a:cubicBezTo>
                  <a:pt x="378489" y="1023914"/>
                  <a:pt x="1149211" y="1794655"/>
                  <a:pt x="2115917" y="1893125"/>
                </a:cubicBezTo>
                <a:lnTo>
                  <a:pt x="2325894" y="1903762"/>
                </a:lnTo>
                <a:lnTo>
                  <a:pt x="2325894" y="1926863"/>
                </a:lnTo>
                <a:lnTo>
                  <a:pt x="2113563" y="1916107"/>
                </a:lnTo>
                <a:cubicBezTo>
                  <a:pt x="1136012" y="1816541"/>
                  <a:pt x="356615" y="1037211"/>
                  <a:pt x="257040" y="59745"/>
                </a:cubicBezTo>
                <a:close/>
                <a:moveTo>
                  <a:pt x="126949" y="0"/>
                </a:moveTo>
                <a:lnTo>
                  <a:pt x="150160" y="0"/>
                </a:lnTo>
                <a:lnTo>
                  <a:pt x="153729" y="70454"/>
                </a:lnTo>
                <a:cubicBezTo>
                  <a:pt x="258274" y="1096671"/>
                  <a:pt x="1076570" y="1914983"/>
                  <a:pt x="2102955" y="2019530"/>
                </a:cubicBezTo>
                <a:lnTo>
                  <a:pt x="2325894" y="2030824"/>
                </a:lnTo>
                <a:lnTo>
                  <a:pt x="2325894" y="2053925"/>
                </a:lnTo>
                <a:lnTo>
                  <a:pt x="2100598" y="2042512"/>
                </a:lnTo>
                <a:cubicBezTo>
                  <a:pt x="1063358" y="1936856"/>
                  <a:pt x="236298" y="1109866"/>
                  <a:pt x="130633" y="72714"/>
                </a:cubicBezTo>
                <a:close/>
                <a:moveTo>
                  <a:pt x="0" y="0"/>
                </a:moveTo>
                <a:lnTo>
                  <a:pt x="23103" y="0"/>
                </a:lnTo>
                <a:lnTo>
                  <a:pt x="27324" y="83311"/>
                </a:lnTo>
                <a:cubicBezTo>
                  <a:pt x="137958" y="1169290"/>
                  <a:pt x="1003916" y="2035178"/>
                  <a:pt x="2089991" y="2145803"/>
                </a:cubicBezTo>
                <a:lnTo>
                  <a:pt x="2325894" y="2157753"/>
                </a:lnTo>
                <a:lnTo>
                  <a:pt x="2325894" y="2180854"/>
                </a:lnTo>
                <a:lnTo>
                  <a:pt x="2087636" y="2168784"/>
                </a:lnTo>
                <a:cubicBezTo>
                  <a:pt x="990717" y="2057051"/>
                  <a:pt x="116084" y="1182492"/>
                  <a:pt x="4341" y="85667"/>
                </a:cubicBezTo>
                <a:close/>
              </a:path>
            </a:pathLst>
          </a:custGeom>
          <a:solidFill>
            <a:srgbClr val="E6F0FE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904" y="2825496"/>
            <a:ext cx="10680192" cy="283464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7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89120" y="2395728"/>
            <a:ext cx="7013448" cy="1627632"/>
          </a:xfrm>
        </p:spPr>
        <p:txBody>
          <a:bodyPr lIns="0" tIns="0" rIns="0" bIns="0" anchor="t" anchorCtr="0">
            <a:normAutofit/>
          </a:bodyPr>
          <a:lstStyle>
            <a:lvl1pPr algn="l">
              <a:lnSpc>
                <a:spcPct val="100000"/>
              </a:lnSpc>
              <a:defRPr sz="33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A493C80D-2813-9E70-8901-D4B9EA4DD7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1880" y="1984248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A2733C45-7C53-2BC5-3F62-D069650A79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89120" y="4308475"/>
            <a:ext cx="3932238" cy="58896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B1D62231-87CB-21EC-CF8C-46276AD1F9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500616" y="3209544"/>
            <a:ext cx="768096" cy="1627632"/>
          </a:xfrm>
        </p:spPr>
        <p:txBody>
          <a:bodyPr lIns="91440" tIns="45720" rIns="91440" bIns="54864">
            <a:noAutofit/>
          </a:bodyPr>
          <a:lstStyle>
            <a:lvl1pPr marL="0" indent="0">
              <a:buNone/>
              <a:defRPr sz="10000" b="1"/>
            </a:lvl1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2" name="Image 1" descr="preencoded.png">
            <a:extLst>
              <a:ext uri="{FF2B5EF4-FFF2-40B4-BE49-F238E27FC236}">
                <a16:creationId xmlns:a16="http://schemas.microsoft.com/office/drawing/2014/main" id="{2A3EC91E-4089-D366-06D3-3E66F93DFAF3}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33" name="Image 4" descr="preencoded.png">
            <a:extLst>
              <a:ext uri="{FF2B5EF4-FFF2-40B4-BE49-F238E27FC236}">
                <a16:creationId xmlns:a16="http://schemas.microsoft.com/office/drawing/2014/main" id="{EC46DC71-C12A-96C8-3FE2-AA95AB58B349}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/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</a:extLst>
          </p:cNvPr>
          <p:cNvSpPr>
            <a:spLocks/>
          </p:cNvSpPr>
          <p:nvPr userDrawn="1"/>
        </p:nvSpPr>
        <p:spPr bwMode="auto">
          <a:xfrm flipH="1">
            <a:off x="2535251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C43996-DAC9-130F-CB05-4A8A90381D37}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8905" y="2392023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8905" y="4989515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6885" y="5599755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517361" y="2392619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6747" y="4990111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74073" y="5600351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5817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4589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32529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34272" y="2393215"/>
            <a:ext cx="2596896" cy="2596896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32431" y="4990707"/>
            <a:ext cx="2598737" cy="1109662"/>
          </a:xfrm>
          <a:solidFill>
            <a:schemeClr val="bg1"/>
          </a:solidFill>
        </p:spPr>
        <p:txBody>
          <a:bodyPr lIns="0" tIns="274320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1" cap="all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90984" y="5600947"/>
            <a:ext cx="2283472" cy="365125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86653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4E8AF-9DFE-7077-DB36-941F6490B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539496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58B80-D2DB-A0A1-0362-1157E9087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2C22E6-000A-05BA-5872-EF37F029A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72800" y="457200"/>
            <a:ext cx="987552" cy="274320"/>
          </a:xfrm>
        </p:spPr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AAAFB85-16C0-836A-1D0D-E65277CC341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71016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FB04BFFD-8D76-D31F-232F-38A7065ACA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1016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5A2E03A-AFB4-3868-FAB5-A24228FA8A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1016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BB749B9A-080F-37C0-08E6-909A5DA554D4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271016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4C7516E-0853-87BE-108B-697DD8E0DA7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71016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FB1A74E1-7CEB-F501-F998-7361A20F734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71016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3" name="Picture Placeholder 16">
            <a:extLst>
              <a:ext uri="{FF2B5EF4-FFF2-40B4-BE49-F238E27FC236}">
                <a16:creationId xmlns:a16="http://schemas.microsoft.com/office/drawing/2014/main" id="{FBADCD1B-D9E0-EA12-0DD5-22E5C60E5D6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828288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AD33972D-9092-4B3C-A699-07849068AF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8288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B54F15B1-EAC3-0113-6737-C64480876C5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8288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1" name="Picture Placeholder 16">
            <a:extLst>
              <a:ext uri="{FF2B5EF4-FFF2-40B4-BE49-F238E27FC236}">
                <a16:creationId xmlns:a16="http://schemas.microsoft.com/office/drawing/2014/main" id="{B5D5100A-3D51-45DB-3A84-9E7FB85261E3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3828288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B775B771-678A-D917-7FE0-5DA7A23CCE2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28288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8" name="Text Placeholder 20">
            <a:extLst>
              <a:ext uri="{FF2B5EF4-FFF2-40B4-BE49-F238E27FC236}">
                <a16:creationId xmlns:a16="http://schemas.microsoft.com/office/drawing/2014/main" id="{AA2B9540-B92A-AD9C-C01A-B08A98BF84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828288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16">
            <a:extLst>
              <a:ext uri="{FF2B5EF4-FFF2-40B4-BE49-F238E27FC236}">
                <a16:creationId xmlns:a16="http://schemas.microsoft.com/office/drawing/2014/main" id="{FCEED0A5-9A71-D54A-91FC-264BD71DDE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85560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F44A0C74-A714-A8C2-69D2-74CAD68037A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85560" y="3191256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552F4682-3F02-2A70-A285-FB2D1822A4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5560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2" name="Picture Placeholder 16">
            <a:extLst>
              <a:ext uri="{FF2B5EF4-FFF2-40B4-BE49-F238E27FC236}">
                <a16:creationId xmlns:a16="http://schemas.microsoft.com/office/drawing/2014/main" id="{3D2AAC25-9404-1F6F-200C-5660F499585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85560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AE4677E1-AC1B-AB9C-5E0C-794903DD1C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385560" y="5790184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826BBF6C-7198-3C15-CDCB-E72B08709C1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5560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Picture Placeholder 16">
            <a:extLst>
              <a:ext uri="{FF2B5EF4-FFF2-40B4-BE49-F238E27FC236}">
                <a16:creationId xmlns:a16="http://schemas.microsoft.com/office/drawing/2014/main" id="{4F0F5D16-7316-B120-F378-E3D492FEEB9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42832" y="1545336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Text Placeholder 18">
            <a:extLst>
              <a:ext uri="{FF2B5EF4-FFF2-40B4-BE49-F238E27FC236}">
                <a16:creationId xmlns:a16="http://schemas.microsoft.com/office/drawing/2014/main" id="{47AC9724-9FC2-62FA-0DE7-3F9FE9B67A3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942832" y="3191256"/>
            <a:ext cx="2029968" cy="694944"/>
          </a:xfrm>
          <a:solidFill>
            <a:schemeClr val="accent1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114EE337-FC29-F325-E528-A3F809B28B5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2832" y="3616960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3" name="Picture Placeholder 16">
            <a:extLst>
              <a:ext uri="{FF2B5EF4-FFF2-40B4-BE49-F238E27FC236}">
                <a16:creationId xmlns:a16="http://schemas.microsoft.com/office/drawing/2014/main" id="{90CBAA5D-3D9B-0CB5-E527-996433638BE3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942832" y="4144264"/>
            <a:ext cx="2029968" cy="1828800"/>
          </a:xfr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5B47333C-2F5E-FA7D-5DD1-191E0F421B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42832" y="5790184"/>
            <a:ext cx="2029968" cy="694944"/>
          </a:xfrm>
          <a:solidFill>
            <a:schemeClr val="accent4"/>
          </a:solidFill>
        </p:spPr>
        <p:txBody>
          <a:bodyPr lIns="0" tIns="155448" rIns="0" anchor="t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1" cap="all" spc="2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3" name="Text Placeholder 20">
            <a:extLst>
              <a:ext uri="{FF2B5EF4-FFF2-40B4-BE49-F238E27FC236}">
                <a16:creationId xmlns:a16="http://schemas.microsoft.com/office/drawing/2014/main" id="{D0AA2AE2-5A11-76D4-4D9C-B6B24D1419D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942832" y="6215888"/>
            <a:ext cx="2029968" cy="182880"/>
          </a:xfrm>
        </p:spPr>
        <p:txBody>
          <a:bodyPr anchor="ctr">
            <a:noAutofit/>
          </a:bodyPr>
          <a:lstStyle>
            <a:lvl1pPr marL="0" indent="0" algn="ctr">
              <a:buNone/>
              <a:defRPr sz="1200" spc="20" baseline="0"/>
            </a:lvl1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900709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950ED98-B5D1-206C-403F-FA954F9D2CFF}"/>
              </a:ext>
            </a:extLst>
          </p:cNvPr>
          <p:cNvSpPr/>
          <p:nvPr userDrawn="1"/>
        </p:nvSpPr>
        <p:spPr>
          <a:xfrm>
            <a:off x="685338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8643CE-01D9-3E5E-15F6-20689F775F15}"/>
              </a:ext>
            </a:extLst>
          </p:cNvPr>
          <p:cNvSpPr/>
          <p:nvPr userDrawn="1"/>
        </p:nvSpPr>
        <p:spPr>
          <a:xfrm>
            <a:off x="2900911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F82DDD-EDEC-7D87-F43A-113C5E4A4FE7}"/>
              </a:ext>
            </a:extLst>
          </p:cNvPr>
          <p:cNvSpPr/>
          <p:nvPr userDrawn="1"/>
        </p:nvSpPr>
        <p:spPr>
          <a:xfrm>
            <a:off x="5116484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7E492E-967F-54B7-55B1-08A5E1C3615B}"/>
              </a:ext>
            </a:extLst>
          </p:cNvPr>
          <p:cNvSpPr/>
          <p:nvPr userDrawn="1"/>
        </p:nvSpPr>
        <p:spPr>
          <a:xfrm>
            <a:off x="9547629" y="3796480"/>
            <a:ext cx="2011680" cy="15179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0053FE-E44A-CA97-F782-67FC633E722E}"/>
              </a:ext>
            </a:extLst>
          </p:cNvPr>
          <p:cNvSpPr/>
          <p:nvPr userDrawn="1"/>
        </p:nvSpPr>
        <p:spPr>
          <a:xfrm>
            <a:off x="7332057" y="3796480"/>
            <a:ext cx="2011680" cy="151790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841248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338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339134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31058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79F9AD31-B0C5-3563-C73A-8B6297FCFD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900910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Picture Placeholder 62">
            <a:extLst>
              <a:ext uri="{FF2B5EF4-FFF2-40B4-BE49-F238E27FC236}">
                <a16:creationId xmlns:a16="http://schemas.microsoft.com/office/drawing/2014/main" id="{05E8E8EF-4954-870B-04E5-82BC660A6738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554707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Text Placeholder 51">
            <a:extLst>
              <a:ext uri="{FF2B5EF4-FFF2-40B4-BE49-F238E27FC236}">
                <a16:creationId xmlns:a16="http://schemas.microsoft.com/office/drawing/2014/main" id="{75981CD1-EA26-D1CF-F19E-B58C16BA8A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46630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3A09BBD1-5CBC-B0EF-71C0-054FCB989BC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16484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Picture Placeholder 62">
            <a:extLst>
              <a:ext uri="{FF2B5EF4-FFF2-40B4-BE49-F238E27FC236}">
                <a16:creationId xmlns:a16="http://schemas.microsoft.com/office/drawing/2014/main" id="{4AD0C8C9-DB5A-6DC8-2729-A21F1A5CF17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770280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9" name="Text Placeholder 51">
            <a:extLst>
              <a:ext uri="{FF2B5EF4-FFF2-40B4-BE49-F238E27FC236}">
                <a16:creationId xmlns:a16="http://schemas.microsoft.com/office/drawing/2014/main" id="{F02DE2DC-F65C-32A5-5821-89FB2F53C3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2204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332057" y="2491684"/>
            <a:ext cx="2011680" cy="2825173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985853" y="2111058"/>
            <a:ext cx="704088" cy="7040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7777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547629" y="2491684"/>
            <a:ext cx="2011680" cy="2825173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201425" y="2111058"/>
            <a:ext cx="704088" cy="7040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93349" y="3888404"/>
            <a:ext cx="1920240" cy="1371600"/>
          </a:xfrm>
          <a:noFill/>
          <a:ln>
            <a:noFill/>
          </a:ln>
        </p:spPr>
        <p:txBody>
          <a:bodyPr lIns="91440" rIns="91440"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251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2DECB02-D9CE-E57A-0604-BFF41EC38AFA}"/>
              </a:ext>
            </a:extLst>
          </p:cNvPr>
          <p:cNvSpPr/>
          <p:nvPr userDrawn="1"/>
        </p:nvSpPr>
        <p:spPr>
          <a:xfrm>
            <a:off x="0" y="0"/>
            <a:ext cx="2838450" cy="2857958"/>
          </a:xfrm>
          <a:custGeom>
            <a:avLst/>
            <a:gdLst>
              <a:gd name="connsiteX0" fmla="*/ 1971005 w 2838450"/>
              <a:gd name="connsiteY0" fmla="*/ 0 h 2857958"/>
              <a:gd name="connsiteX1" fmla="*/ 2838450 w 2838450"/>
              <a:gd name="connsiteY1" fmla="*/ 0 h 2857958"/>
              <a:gd name="connsiteX2" fmla="*/ 2838450 w 2838450"/>
              <a:gd name="connsiteY2" fmla="*/ 7240 h 2857958"/>
              <a:gd name="connsiteX3" fmla="*/ 278890 w 2838450"/>
              <a:gd name="connsiteY3" fmla="*/ 2843883 h 2857958"/>
              <a:gd name="connsiteX4" fmla="*/ 0 w 2838450"/>
              <a:gd name="connsiteY4" fmla="*/ 2857958 h 2857958"/>
              <a:gd name="connsiteX5" fmla="*/ 0 w 2838450"/>
              <a:gd name="connsiteY5" fmla="*/ 1990580 h 2857958"/>
              <a:gd name="connsiteX6" fmla="*/ 190293 w 2838450"/>
              <a:gd name="connsiteY6" fmla="*/ 1980883 h 2857958"/>
              <a:gd name="connsiteX7" fmla="*/ 1960910 w 2838450"/>
              <a:gd name="connsiteY7" fmla="*/ 200390 h 2857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838450" h="2857958">
                <a:moveTo>
                  <a:pt x="1971005" y="0"/>
                </a:moveTo>
                <a:lnTo>
                  <a:pt x="2838450" y="0"/>
                </a:lnTo>
                <a:lnTo>
                  <a:pt x="2838450" y="7240"/>
                </a:lnTo>
                <a:cubicBezTo>
                  <a:pt x="2838450" y="1484015"/>
                  <a:pt x="1716931" y="2697914"/>
                  <a:pt x="278890" y="2843883"/>
                </a:cubicBezTo>
                <a:lnTo>
                  <a:pt x="0" y="2857958"/>
                </a:lnTo>
                <a:lnTo>
                  <a:pt x="0" y="1990580"/>
                </a:lnTo>
                <a:lnTo>
                  <a:pt x="190293" y="1980883"/>
                </a:lnTo>
                <a:cubicBezTo>
                  <a:pt x="1124600" y="1885128"/>
                  <a:pt x="1866185" y="1135788"/>
                  <a:pt x="1960910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8E760EA-7D83-1DF2-A8EE-4F218084E74F}"/>
              </a:ext>
            </a:extLst>
          </p:cNvPr>
          <p:cNvSpPr/>
          <p:nvPr userDrawn="1"/>
        </p:nvSpPr>
        <p:spPr>
          <a:xfrm>
            <a:off x="1" y="-1"/>
            <a:ext cx="1970627" cy="1990267"/>
          </a:xfrm>
          <a:custGeom>
            <a:avLst/>
            <a:gdLst>
              <a:gd name="connsiteX0" fmla="*/ 0 w 1970627"/>
              <a:gd name="connsiteY0" fmla="*/ 0 h 1990267"/>
              <a:gd name="connsiteX1" fmla="*/ 1970627 w 1970627"/>
              <a:gd name="connsiteY1" fmla="*/ 0 h 1990267"/>
              <a:gd name="connsiteX2" fmla="*/ 1960534 w 1970627"/>
              <a:gd name="connsiteY2" fmla="*/ 200357 h 1990267"/>
              <a:gd name="connsiteX3" fmla="*/ 190254 w 1970627"/>
              <a:gd name="connsiteY3" fmla="*/ 1980571 h 1990267"/>
              <a:gd name="connsiteX4" fmla="*/ 0 w 1970627"/>
              <a:gd name="connsiteY4" fmla="*/ 1990267 h 1990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70627" h="1990267">
                <a:moveTo>
                  <a:pt x="0" y="0"/>
                </a:moveTo>
                <a:lnTo>
                  <a:pt x="1970627" y="0"/>
                </a:lnTo>
                <a:lnTo>
                  <a:pt x="1960534" y="200357"/>
                </a:lnTo>
                <a:cubicBezTo>
                  <a:pt x="1865827" y="1135608"/>
                  <a:pt x="1124383" y="1884831"/>
                  <a:pt x="190254" y="1980571"/>
                </a:cubicBezTo>
                <a:lnTo>
                  <a:pt x="0" y="1990267"/>
                </a:lnTo>
                <a:close/>
              </a:path>
            </a:pathLst>
          </a:custGeom>
          <a:solidFill>
            <a:srgbClr val="F5CDCE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F3F3353-78A1-F584-81A6-9513382DF18F}"/>
              </a:ext>
            </a:extLst>
          </p:cNvPr>
          <p:cNvSpPr/>
          <p:nvPr userDrawn="1"/>
        </p:nvSpPr>
        <p:spPr>
          <a:xfrm>
            <a:off x="1" y="1"/>
            <a:ext cx="1003449" cy="1013015"/>
          </a:xfrm>
          <a:custGeom>
            <a:avLst/>
            <a:gdLst>
              <a:gd name="connsiteX0" fmla="*/ 0 w 1003449"/>
              <a:gd name="connsiteY0" fmla="*/ 0 h 1013015"/>
              <a:gd name="connsiteX1" fmla="*/ 1003449 w 1003449"/>
              <a:gd name="connsiteY1" fmla="*/ 0 h 1013015"/>
              <a:gd name="connsiteX2" fmla="*/ 998306 w 1003449"/>
              <a:gd name="connsiteY2" fmla="*/ 100639 h 1013015"/>
              <a:gd name="connsiteX3" fmla="*/ 90663 w 1003449"/>
              <a:gd name="connsiteY3" fmla="*/ 1008380 h 1013015"/>
              <a:gd name="connsiteX4" fmla="*/ 0 w 1003449"/>
              <a:gd name="connsiteY4" fmla="*/ 1013015 h 1013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3449" h="1013015">
                <a:moveTo>
                  <a:pt x="0" y="0"/>
                </a:moveTo>
                <a:lnTo>
                  <a:pt x="1003449" y="0"/>
                </a:lnTo>
                <a:lnTo>
                  <a:pt x="998306" y="100639"/>
                </a:lnTo>
                <a:cubicBezTo>
                  <a:pt x="949402" y="576784"/>
                  <a:pt x="566756" y="959471"/>
                  <a:pt x="90663" y="1008380"/>
                </a:cubicBezTo>
                <a:lnTo>
                  <a:pt x="0" y="101301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A846E-CBB1-9805-456D-0C0B8909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0" name="Image 2" descr="preencoded.png">
            <a:extLst>
              <a:ext uri="{FF2B5EF4-FFF2-40B4-BE49-F238E27FC236}">
                <a16:creationId xmlns:a16="http://schemas.microsoft.com/office/drawing/2014/main" id="{790E862E-398F-571C-EC2C-3D17164DE059}"/>
              </a:ext>
            </a:extLst>
          </p:cNvPr>
          <p:cNvSpPr/>
          <p:nvPr/>
        </p:nvSpPr>
        <p:spPr>
          <a:xfrm>
            <a:off x="1458332" y="590133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AB1DF8DE-0EED-2627-4B5E-266C0BC276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85338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5AE99EEE-38C4-CB2D-EEA0-8A2EB6F129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2900911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A90F0AE-69F4-EBD3-AED1-81E98D34811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16484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9E49243-B04A-D7AF-B4C7-8E1AE776F8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2057" y="3017520"/>
            <a:ext cx="1993392" cy="557784"/>
          </a:xfrm>
          <a:solidFill>
            <a:schemeClr val="accent1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4780DCD4-46DE-8C31-9F39-FC6E45FC1E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47629" y="3017520"/>
            <a:ext cx="1993392" cy="557784"/>
          </a:xfrm>
          <a:solidFill>
            <a:schemeClr val="accent3"/>
          </a:solidFill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MMM YYYY</a:t>
            </a:r>
          </a:p>
        </p:txBody>
      </p:sp>
      <p:sp>
        <p:nvSpPr>
          <p:cNvPr id="36" name="Text Placeholder 51">
            <a:extLst>
              <a:ext uri="{FF2B5EF4-FFF2-40B4-BE49-F238E27FC236}">
                <a16:creationId xmlns:a16="http://schemas.microsoft.com/office/drawing/2014/main" id="{9FBDF935-4925-03EC-CBC9-1EBA90DF849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85338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51">
            <a:extLst>
              <a:ext uri="{FF2B5EF4-FFF2-40B4-BE49-F238E27FC236}">
                <a16:creationId xmlns:a16="http://schemas.microsoft.com/office/drawing/2014/main" id="{9BB76AA7-442D-54A7-D075-C67F4743896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00911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1">
            <a:extLst>
              <a:ext uri="{FF2B5EF4-FFF2-40B4-BE49-F238E27FC236}">
                <a16:creationId xmlns:a16="http://schemas.microsoft.com/office/drawing/2014/main" id="{9E419856-1586-F2D8-A1B4-F67FEE9839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16484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51">
            <a:extLst>
              <a:ext uri="{FF2B5EF4-FFF2-40B4-BE49-F238E27FC236}">
                <a16:creationId xmlns:a16="http://schemas.microsoft.com/office/drawing/2014/main" id="{AED74DD2-EAE3-76BF-56B9-C04FCED1F2D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32057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51">
            <a:extLst>
              <a:ext uri="{FF2B5EF4-FFF2-40B4-BE49-F238E27FC236}">
                <a16:creationId xmlns:a16="http://schemas.microsoft.com/office/drawing/2014/main" id="{0A39AD48-2F98-C0C9-DE08-CED7EBF816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7629" y="4745736"/>
            <a:ext cx="1993392" cy="795528"/>
          </a:xfrm>
          <a:noFill/>
        </p:spPr>
        <p:txBody>
          <a:bodyPr lIns="0" rIns="0" anchor="t" anchorCtr="0">
            <a:normAutofit/>
          </a:bodyPr>
          <a:lstStyle>
            <a:lvl1pPr marL="0" indent="0" algn="ctr">
              <a:spcBef>
                <a:spcPts val="0"/>
              </a:spcBef>
              <a:buNone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BE61D7-B0A3-902B-4F58-727982880EF5}"/>
              </a:ext>
            </a:extLst>
          </p:cNvPr>
          <p:cNvCxnSpPr>
            <a:cxnSpLocks/>
          </p:cNvCxnSpPr>
          <p:nvPr userDrawn="1"/>
        </p:nvCxnSpPr>
        <p:spPr>
          <a:xfrm>
            <a:off x="739398" y="4187681"/>
            <a:ext cx="10812360" cy="0"/>
          </a:xfrm>
          <a:prstGeom prst="line">
            <a:avLst/>
          </a:prstGeom>
          <a:ln w="127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335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Image 0" descr="preencoded.png">
            <a:extLst>
              <a:ext uri="{FF2B5EF4-FFF2-40B4-BE49-F238E27FC236}">
                <a16:creationId xmlns:a16="http://schemas.microsoft.com/office/drawing/2014/main" id="{CD2D664E-6702-6607-A37E-2E996144917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51C5737-DF7E-D671-AC74-9E488335BCA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Image 5" descr="preencoded.png">
            <a:extLst>
              <a:ext uri="{FF2B5EF4-FFF2-40B4-BE49-F238E27FC236}">
                <a16:creationId xmlns:a16="http://schemas.microsoft.com/office/drawing/2014/main" id="{B9036D42-A06F-E6EE-BB91-8BAF045198BE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pic>
        <p:nvPicPr>
          <p:cNvPr id="19" name="Image 6" descr="preencoded.png">
            <a:extLst>
              <a:ext uri="{FF2B5EF4-FFF2-40B4-BE49-F238E27FC236}">
                <a16:creationId xmlns:a16="http://schemas.microsoft.com/office/drawing/2014/main" id="{86E0540C-3355-A50D-AC61-047B54B70C6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77640" y="2330704"/>
            <a:ext cx="3822192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85032" y="2877312"/>
            <a:ext cx="3741928" cy="3684588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046720" y="2330704"/>
            <a:ext cx="3822192" cy="411480"/>
          </a:xfrm>
        </p:spPr>
        <p:txBody>
          <a:bodyPr anchor="b" anchorCtr="0">
            <a:noAutofit/>
          </a:bodyPr>
          <a:lstStyle>
            <a:lvl1pPr marL="0" indent="0">
              <a:spcBef>
                <a:spcPts val="0"/>
              </a:spcBef>
              <a:buNone/>
              <a:defRPr sz="1800" b="1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754112" y="2877312"/>
            <a:ext cx="3741928" cy="3684588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0313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5A0A-815D-3414-088B-C041E6742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34440"/>
            <a:ext cx="10671048" cy="768096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B5E29-6335-83BC-FA01-FAE422D26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6476D1-B61A-E9FD-E266-768B405CC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C025625F-8274-840F-6DD8-D36687CB8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32" y="2743200"/>
            <a:ext cx="3328416" cy="3557016"/>
          </a:xfrm>
          <a:noFill/>
          <a:ln w="12700">
            <a:solidFill>
              <a:schemeClr val="accent3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Picture Placeholder 62">
            <a:extLst>
              <a:ext uri="{FF2B5EF4-FFF2-40B4-BE49-F238E27FC236}">
                <a16:creationId xmlns:a16="http://schemas.microsoft.com/office/drawing/2014/main" id="{2F18FBB7-2D21-7954-1324-C7D3BFE5C85D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1911096" y="2258568"/>
            <a:ext cx="932688" cy="932688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2EF54C35-5F8E-4E0A-AB4D-97E38121910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92124" y="3950208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84A0326-A0B8-1723-B8BA-B015344F2DC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984" y="2743200"/>
            <a:ext cx="3328416" cy="3557016"/>
          </a:xfrm>
          <a:noFill/>
          <a:ln w="12700">
            <a:solidFill>
              <a:schemeClr val="accent1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Picture Placeholder 62">
            <a:extLst>
              <a:ext uri="{FF2B5EF4-FFF2-40B4-BE49-F238E27FC236}">
                <a16:creationId xmlns:a16="http://schemas.microsoft.com/office/drawing/2014/main" id="{139354A0-F5DF-3AC5-5E8B-A41146C26F3C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5641848" y="2258568"/>
            <a:ext cx="932688" cy="932688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0" name="Text Placeholder 51">
            <a:extLst>
              <a:ext uri="{FF2B5EF4-FFF2-40B4-BE49-F238E27FC236}">
                <a16:creationId xmlns:a16="http://schemas.microsoft.com/office/drawing/2014/main" id="{E9730E82-F317-686A-8777-D81705BCC7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722876" y="3950208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0E3B57F3-1903-446F-D989-D6CA342D08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92440" y="2743200"/>
            <a:ext cx="3328416" cy="3557016"/>
          </a:xfrm>
          <a:noFill/>
          <a:ln w="12700">
            <a:solidFill>
              <a:schemeClr val="accent4"/>
            </a:solidFill>
          </a:ln>
        </p:spPr>
        <p:txBody>
          <a:bodyPr tIns="68580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1" cap="all" spc="0" baseline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Picture Placeholder 62">
            <a:extLst>
              <a:ext uri="{FF2B5EF4-FFF2-40B4-BE49-F238E27FC236}">
                <a16:creationId xmlns:a16="http://schemas.microsoft.com/office/drawing/2014/main" id="{D5BF3A8A-72F1-392E-855B-5B36E244A7FD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290304" y="2258568"/>
            <a:ext cx="932688" cy="932688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ext Placeholder 51">
            <a:extLst>
              <a:ext uri="{FF2B5EF4-FFF2-40B4-BE49-F238E27FC236}">
                <a16:creationId xmlns:a16="http://schemas.microsoft.com/office/drawing/2014/main" id="{2AED5DDC-3165-FA12-0310-E3545223E29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371332" y="3950208"/>
            <a:ext cx="2770632" cy="2206752"/>
          </a:xfrm>
          <a:noFill/>
        </p:spPr>
        <p:txBody>
          <a:bodyPr lIns="91440" rIns="91440" anchor="t">
            <a:normAutofit/>
          </a:bodyPr>
          <a:lstStyle>
            <a:lvl1pPr marL="347472" indent="-347472" algn="l">
              <a:spcBef>
                <a:spcPts val="360"/>
              </a:spcBef>
              <a:buFont typeface="Arial" panose="020B0604020202020204" pitchFamily="34" charset="0"/>
              <a:buChar char="•"/>
              <a:defRPr sz="15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8954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Image 2" descr="preencoded.png">
            <a:extLst>
              <a:ext uri="{FF2B5EF4-FFF2-40B4-BE49-F238E27FC236}">
                <a16:creationId xmlns:a16="http://schemas.microsoft.com/office/drawing/2014/main" id="{ABC388A2-FFC7-1A87-02FB-C97B50161FD3}"/>
              </a:ext>
            </a:extLst>
          </p:cNvPr>
          <p:cNvSpPr/>
          <p:nvPr/>
        </p:nvSpPr>
        <p:spPr>
          <a:xfrm>
            <a:off x="8758238" y="-14287"/>
            <a:ext cx="3433763" cy="3452812"/>
          </a:xfrm>
          <a:custGeom>
            <a:avLst/>
            <a:gdLst>
              <a:gd name="connsiteX0" fmla="*/ 3433763 w 3433763"/>
              <a:gd name="connsiteY0" fmla="*/ 0 h 3452812"/>
              <a:gd name="connsiteX1" fmla="*/ 3433763 w 3433763"/>
              <a:gd name="connsiteY1" fmla="*/ 3452813 h 3452812"/>
              <a:gd name="connsiteX2" fmla="*/ 0 w 3433763"/>
              <a:gd name="connsiteY2" fmla="*/ 3452813 h 3452812"/>
              <a:gd name="connsiteX3" fmla="*/ 3433763 w 3433763"/>
              <a:gd name="connsiteY3" fmla="*/ 0 h 3452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52812">
                <a:moveTo>
                  <a:pt x="3433763" y="0"/>
                </a:moveTo>
                <a:lnTo>
                  <a:pt x="3433763" y="3452813"/>
                </a:lnTo>
                <a:lnTo>
                  <a:pt x="0" y="3452813"/>
                </a:lnTo>
                <a:cubicBezTo>
                  <a:pt x="0" y="1545912"/>
                  <a:pt x="1537383" y="0"/>
                  <a:pt x="3433763" y="0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5" name="Image 3" descr="preencoded.png">
            <a:extLst>
              <a:ext uri="{FF2B5EF4-FFF2-40B4-BE49-F238E27FC236}">
                <a16:creationId xmlns:a16="http://schemas.microsoft.com/office/drawing/2014/main" id="{D64C4994-B525-F4C0-B74F-D5E8296DFC43}"/>
              </a:ext>
            </a:extLst>
          </p:cNvPr>
          <p:cNvSpPr/>
          <p:nvPr/>
        </p:nvSpPr>
        <p:spPr>
          <a:xfrm>
            <a:off x="8758238" y="3438525"/>
            <a:ext cx="3433763" cy="3433762"/>
          </a:xfrm>
          <a:custGeom>
            <a:avLst/>
            <a:gdLst>
              <a:gd name="connsiteX0" fmla="*/ 0 w 3433763"/>
              <a:gd name="connsiteY0" fmla="*/ 0 h 3433762"/>
              <a:gd name="connsiteX1" fmla="*/ 3433763 w 3433763"/>
              <a:gd name="connsiteY1" fmla="*/ 0 h 3433762"/>
              <a:gd name="connsiteX2" fmla="*/ 3433763 w 3433763"/>
              <a:gd name="connsiteY2" fmla="*/ 3433763 h 3433762"/>
              <a:gd name="connsiteX3" fmla="*/ 0 w 3433763"/>
              <a:gd name="connsiteY3" fmla="*/ 0 h 343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3763" h="3433762">
                <a:moveTo>
                  <a:pt x="0" y="0"/>
                </a:moveTo>
                <a:lnTo>
                  <a:pt x="3433763" y="0"/>
                </a:lnTo>
                <a:lnTo>
                  <a:pt x="3433763" y="3433763"/>
                </a:lnTo>
                <a:cubicBezTo>
                  <a:pt x="1537383" y="3433763"/>
                  <a:pt x="0" y="18963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75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Image 4" descr="preencoded.png">
            <a:extLst>
              <a:ext uri="{FF2B5EF4-FFF2-40B4-BE49-F238E27FC236}">
                <a16:creationId xmlns:a16="http://schemas.microsoft.com/office/drawing/2014/main" id="{9019DA73-2516-F3D2-ECDB-620C90483DB3}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3" name="Image 7" descr="preencoded.png">
            <a:extLst>
              <a:ext uri="{FF2B5EF4-FFF2-40B4-BE49-F238E27FC236}">
                <a16:creationId xmlns:a16="http://schemas.microsoft.com/office/drawing/2014/main" id="{FEA70E9F-C506-413C-11EF-5915A2296643}"/>
              </a:ext>
            </a:extLst>
          </p:cNvPr>
          <p:cNvSpPr/>
          <p:nvPr/>
        </p:nvSpPr>
        <p:spPr>
          <a:xfrm flipV="1">
            <a:off x="-20086" y="4580051"/>
            <a:ext cx="2277948" cy="2277948"/>
          </a:xfrm>
          <a:custGeom>
            <a:avLst/>
            <a:gdLst>
              <a:gd name="connsiteX0" fmla="*/ 0 w 2277948"/>
              <a:gd name="connsiteY0" fmla="*/ 2277948 h 2277948"/>
              <a:gd name="connsiteX1" fmla="*/ 2277948 w 2277948"/>
              <a:gd name="connsiteY1" fmla="*/ 0 h 2277948"/>
              <a:gd name="connsiteX2" fmla="*/ 0 w 2277948"/>
              <a:gd name="connsiteY2" fmla="*/ 0 h 2277948"/>
              <a:gd name="connsiteX3" fmla="*/ 0 w 2277948"/>
              <a:gd name="connsiteY3" fmla="*/ 2277948 h 2277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77948" h="2277948">
                <a:moveTo>
                  <a:pt x="0" y="2277948"/>
                </a:moveTo>
                <a:cubicBezTo>
                  <a:pt x="1258034" y="2277948"/>
                  <a:pt x="2277948" y="1258034"/>
                  <a:pt x="2277948" y="0"/>
                </a:cubicBezTo>
                <a:lnTo>
                  <a:pt x="0" y="0"/>
                </a:lnTo>
                <a:lnTo>
                  <a:pt x="0" y="2277948"/>
                </a:lnTo>
                <a:close/>
              </a:path>
            </a:pathLst>
          </a:custGeom>
          <a:solidFill>
            <a:schemeClr val="accent4"/>
          </a:solidFill>
          <a:ln w="508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21" name="Image 2" descr="preencoded.png">
            <a:extLst>
              <a:ext uri="{FF2B5EF4-FFF2-40B4-BE49-F238E27FC236}">
                <a16:creationId xmlns:a16="http://schemas.microsoft.com/office/drawing/2014/main" id="{A8B7F1F1-806C-8D65-7340-220A0C4653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1886" y="3441269"/>
            <a:ext cx="2200114" cy="2200114"/>
          </a:xfrm>
          <a:prstGeom prst="rect">
            <a:avLst/>
          </a:prstGeom>
        </p:spPr>
      </p:pic>
      <p:sp>
        <p:nvSpPr>
          <p:cNvPr id="54" name="Image 2" descr="preencoded.png">
            <a:extLst>
              <a:ext uri="{FF2B5EF4-FFF2-40B4-BE49-F238E27FC236}">
                <a16:creationId xmlns:a16="http://schemas.microsoft.com/office/drawing/2014/main" id="{F19C81EC-0322-58A2-C455-6E2C84D1E6E8}"/>
              </a:ext>
            </a:extLst>
          </p:cNvPr>
          <p:cNvSpPr/>
          <p:nvPr/>
        </p:nvSpPr>
        <p:spPr>
          <a:xfrm>
            <a:off x="1707959" y="5667616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8760" y="1883664"/>
            <a:ext cx="6766560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8760" y="2837688"/>
            <a:ext cx="5879592" cy="27005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F9FD95-086F-282B-820C-8CDAD4A6EEB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248485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Freeform: Shape 18" descr="preencoded.png">
            <a:extLst>
              <a:ext uri="{FF2B5EF4-FFF2-40B4-BE49-F238E27FC236}">
                <a16:creationId xmlns:a16="http://schemas.microsoft.com/office/drawing/2014/main" id="{FEB515B5-2D9F-58E1-6E3C-CCBF105D891E}"/>
              </a:ext>
            </a:extLst>
          </p:cNvPr>
          <p:cNvSpPr/>
          <p:nvPr userDrawn="1"/>
        </p:nvSpPr>
        <p:spPr>
          <a:xfrm>
            <a:off x="7538626" y="13142"/>
            <a:ext cx="4653374" cy="6831717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5CCFEDF9-5B69-87BA-8A33-35033DA401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37234" y="-25041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7048" y="1975104"/>
            <a:ext cx="4169664" cy="667512"/>
          </a:xfrm>
        </p:spPr>
        <p:txBody>
          <a:bodyPr tIns="0" anchor="b" anchorCtr="0">
            <a:no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336" y="2846832"/>
            <a:ext cx="4169664" cy="2176272"/>
          </a:xfrm>
        </p:spPr>
        <p:txBody>
          <a:bodyPr lIns="91440" tIns="0" rIns="91440" bIns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mage 0" descr="preencoded.png">
            <a:extLst>
              <a:ext uri="{FF2B5EF4-FFF2-40B4-BE49-F238E27FC236}">
                <a16:creationId xmlns:a16="http://schemas.microsoft.com/office/drawing/2014/main" id="{8D5D10FF-3DE5-39CA-FA9A-29A09DC47BFC}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FA89E6A-8342-AE30-45E0-BC1DFE3276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08309FA-889A-E2F2-1EDA-F872245F5FDF}"/>
              </a:ext>
            </a:extLst>
          </p:cNvPr>
          <p:cNvSpPr/>
          <p:nvPr userDrawn="1"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5" name="Image 5" descr="preencoded.png">
            <a:extLst>
              <a:ext uri="{FF2B5EF4-FFF2-40B4-BE49-F238E27FC236}">
                <a16:creationId xmlns:a16="http://schemas.microsoft.com/office/drawing/2014/main" id="{D9D7EB49-4BC9-040F-C4CC-5771C5FB312B}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/>
          </a:p>
        </p:txBody>
      </p:sp>
      <p:pic>
        <p:nvPicPr>
          <p:cNvPr id="17" name="Image 6" descr="preencoded.png">
            <a:extLst>
              <a:ext uri="{FF2B5EF4-FFF2-40B4-BE49-F238E27FC236}">
                <a16:creationId xmlns:a16="http://schemas.microsoft.com/office/drawing/2014/main" id="{3CE04498-C285-EFB8-340C-1A064078152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  <p:sp>
        <p:nvSpPr>
          <p:cNvPr id="18" name="Title 19">
            <a:extLst>
              <a:ext uri="{FF2B5EF4-FFF2-40B4-BE49-F238E27FC236}">
                <a16:creationId xmlns:a16="http://schemas.microsoft.com/office/drawing/2014/main" id="{9CBE0ADC-7FA0-F7E3-96EF-BBACB6A9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6784" y="1243584"/>
            <a:ext cx="8165592" cy="768096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F9C0517-D83A-CC55-35B8-B2F990C9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85032" y="2255520"/>
            <a:ext cx="3741928" cy="4306380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CF8BFBBE-0EAE-B647-2648-A5FB0094BF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754112" y="2255520"/>
            <a:ext cx="3741928" cy="4306380"/>
          </a:xfrm>
        </p:spPr>
        <p:txBody>
          <a:bodyPr lIns="45720" rIns="45720" bIns="45720">
            <a:normAutofit/>
          </a:bodyPr>
          <a:lstStyle>
            <a:lvl1pPr>
              <a:defRPr sz="1500"/>
            </a:lvl1pPr>
            <a:lvl2pPr>
              <a:defRPr sz="13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0832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1792" y="457200"/>
            <a:ext cx="3200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45368" y="457200"/>
            <a:ext cx="98755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52" r:id="rId3"/>
    <p:sldLayoutId id="2147483653" r:id="rId4"/>
    <p:sldLayoutId id="2147483664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55" r:id="rId12"/>
    <p:sldLayoutId id="2147483674" r:id="rId13"/>
    <p:sldLayoutId id="2147483675" r:id="rId14"/>
    <p:sldLayoutId id="2147483676" r:id="rId15"/>
    <p:sldLayoutId id="2147483654" r:id="rId16"/>
    <p:sldLayoutId id="2147483656" r:id="rId17"/>
    <p:sldLayoutId id="2147483657" r:id="rId18"/>
    <p:sldLayoutId id="2147483658" r:id="rId19"/>
    <p:sldLayoutId id="2147483659" r:id="rId20"/>
  </p:sldLayoutIdLst>
  <p:hf hd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44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60D9-9D47-C0BB-B2B4-4B6F2B36CF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dirty="0"/>
              <a:t>Confidence intervals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C1060B-300F-3CE3-E5AA-D8E29791C9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L" dirty="0"/>
              <a:t>HOTEL MANAGEMENT SCHOOL MAASTRICHT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56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F0133-7710-B101-A59B-035BCB142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1128" y="457200"/>
            <a:ext cx="2604897" cy="844423"/>
          </a:xfrm>
        </p:spPr>
        <p:txBody>
          <a:bodyPr/>
          <a:lstStyle/>
          <a:p>
            <a:r>
              <a:rPr lang="en-NL" dirty="0"/>
              <a:t>In statistics, parameters of the </a:t>
            </a:r>
            <a:r>
              <a:rPr lang="en-NL" b="1" dirty="0"/>
              <a:t>entire population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C239F-9E92-AE19-B8FF-EFEE2DE79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A98EDF-B39B-83D8-37C8-F3BA8B7AAE57}"/>
              </a:ext>
            </a:extLst>
          </p:cNvPr>
          <p:cNvSpPr txBox="1">
            <a:spLocks/>
          </p:cNvSpPr>
          <p:nvPr/>
        </p:nvSpPr>
        <p:spPr>
          <a:xfrm>
            <a:off x="3805427" y="4962525"/>
            <a:ext cx="2604897" cy="844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dirty="0"/>
              <a:t>The most common parameter you will likely use is the </a:t>
            </a:r>
            <a:r>
              <a:rPr lang="en-NL" b="1" dirty="0"/>
              <a:t>mean</a:t>
            </a:r>
          </a:p>
        </p:txBody>
      </p:sp>
      <p:pic>
        <p:nvPicPr>
          <p:cNvPr id="8" name="Graphic 7" descr="Group of people with solid fill">
            <a:extLst>
              <a:ext uri="{FF2B5EF4-FFF2-40B4-BE49-F238E27FC236}">
                <a16:creationId xmlns:a16="http://schemas.microsoft.com/office/drawing/2014/main" id="{26250CB6-8B33-E9C9-E71A-B8C591333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9501" y="879411"/>
            <a:ext cx="1724025" cy="1724025"/>
          </a:xfrm>
          <a:prstGeom prst="rect">
            <a:avLst/>
          </a:prstGeom>
        </p:spPr>
      </p:pic>
      <p:pic>
        <p:nvPicPr>
          <p:cNvPr id="10" name="Graphic 9" descr="Group with solid fill">
            <a:extLst>
              <a:ext uri="{FF2B5EF4-FFF2-40B4-BE49-F238E27FC236}">
                <a16:creationId xmlns:a16="http://schemas.microsoft.com/office/drawing/2014/main" id="{CF15A194-60C5-1B06-E106-E3DD383E15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84313" y="3407346"/>
            <a:ext cx="914400" cy="9144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1DC45A9-F950-647A-6795-B679489049DC}"/>
              </a:ext>
            </a:extLst>
          </p:cNvPr>
          <p:cNvCxnSpPr>
            <a:stCxn id="8" idx="2"/>
            <a:endCxn id="10" idx="0"/>
          </p:cNvCxnSpPr>
          <p:nvPr/>
        </p:nvCxnSpPr>
        <p:spPr>
          <a:xfrm flipH="1">
            <a:off x="7541513" y="2603436"/>
            <a:ext cx="1" cy="803910"/>
          </a:xfrm>
          <a:prstGeom prst="straightConnector1">
            <a:avLst/>
          </a:prstGeom>
          <a:ln w="381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7ECFF36-C98F-5C91-901B-CB998571A0F7}"/>
              </a:ext>
            </a:extLst>
          </p:cNvPr>
          <p:cNvSpPr txBox="1"/>
          <p:nvPr/>
        </p:nvSpPr>
        <p:spPr>
          <a:xfrm>
            <a:off x="7761990" y="2836114"/>
            <a:ext cx="10631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600" b="1" u="sng" dirty="0">
                <a:solidFill>
                  <a:srgbClr val="0070C0"/>
                </a:solidFill>
              </a:rPr>
              <a:t>Sampling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AAC2F43-CD4B-0724-1D93-97AC336753F5}"/>
              </a:ext>
            </a:extLst>
          </p:cNvPr>
          <p:cNvSpPr txBox="1">
            <a:spLocks/>
          </p:cNvSpPr>
          <p:nvPr/>
        </p:nvSpPr>
        <p:spPr>
          <a:xfrm>
            <a:off x="3805428" y="3000375"/>
            <a:ext cx="2604897" cy="844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dirty="0"/>
              <a:t>Are often</a:t>
            </a:r>
            <a:r>
              <a:rPr lang="en-NL" b="1" dirty="0"/>
              <a:t> estimated based on a sample</a:t>
            </a:r>
          </a:p>
        </p:txBody>
      </p:sp>
      <p:pic>
        <p:nvPicPr>
          <p:cNvPr id="17" name="Graphic 16" descr="Normal Distribution with solid fill">
            <a:extLst>
              <a:ext uri="{FF2B5EF4-FFF2-40B4-BE49-F238E27FC236}">
                <a16:creationId xmlns:a16="http://schemas.microsoft.com/office/drawing/2014/main" id="{BA0ED4C1-0A57-9340-D6B4-1777F64E73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91375" y="489254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14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9BF60-8BAE-1191-5E82-53E637177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An example (Height)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D4FEC8-4739-B6F5-F7AB-64419081C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L" sz="1800" dirty="0"/>
              <a:t>I want to know the average height of all the 2nd year HMSM students. </a:t>
            </a:r>
          </a:p>
          <a:p>
            <a:r>
              <a:rPr lang="en-NL" sz="1800" dirty="0"/>
              <a:t>But I can’t go around and measure everyone!</a:t>
            </a:r>
          </a:p>
          <a:p>
            <a:endParaRPr lang="en-NL" sz="1800" dirty="0"/>
          </a:p>
          <a:p>
            <a:r>
              <a:rPr lang="en-NL" sz="1800" dirty="0"/>
              <a:t>So I will sample! How tall </a:t>
            </a:r>
            <a:r>
              <a:rPr lang="en-NL" sz="2400" dirty="0"/>
              <a:t>are</a:t>
            </a:r>
            <a:r>
              <a:rPr lang="en-NL" sz="1800" dirty="0"/>
              <a:t> you?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3A458-47DD-7C22-0E8E-391416A92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790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B10BE-80D9-6FEA-0A94-45C841E78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347472"/>
            <a:ext cx="10671048" cy="768096"/>
          </a:xfrm>
        </p:spPr>
        <p:txBody>
          <a:bodyPr/>
          <a:lstStyle/>
          <a:p>
            <a:r>
              <a:rPr lang="en-NL" dirty="0"/>
              <a:t>The average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4148F-5338-B273-5358-7F4B8346A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9FD8C538-22CD-9B89-A1E0-36ED4A9A70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2598114"/>
              </p:ext>
            </p:extLst>
          </p:nvPr>
        </p:nvGraphicFramePr>
        <p:xfrm>
          <a:off x="4305300" y="1338263"/>
          <a:ext cx="2801938" cy="484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657531" imgH="2867060" progId="Excel.Sheet.12">
                  <p:embed/>
                </p:oleObj>
              </mc:Choice>
              <mc:Fallback>
                <p:oleObj name="Worksheet" r:id="rId2" imgW="1657531" imgH="2867060" progId="Excel.Sheet.12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9FD8C538-22CD-9B89-A1E0-36ED4A9A70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305300" y="1338263"/>
                        <a:ext cx="2801938" cy="4846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58898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6A9B0-4963-8BD0-D440-A5661E6B0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4000" dirty="0"/>
              <a:t>W</a:t>
            </a:r>
            <a:r>
              <a:rPr lang="en-NL" sz="4000" dirty="0"/>
              <a:t>hat would happen if we added more samples?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C86F8D-1D5A-B3AE-BB3D-759AF1503B3D}"/>
              </a:ext>
            </a:extLst>
          </p:cNvPr>
          <p:cNvSpPr txBox="1"/>
          <p:nvPr/>
        </p:nvSpPr>
        <p:spPr>
          <a:xfrm>
            <a:off x="4094093" y="4828760"/>
            <a:ext cx="48710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L" sz="2000" dirty="0">
                <a:solidFill>
                  <a:srgbClr val="0070C0"/>
                </a:solidFill>
              </a:rPr>
              <a:t>Because the mean changes with each new sample, we can easily say that </a:t>
            </a:r>
            <a:r>
              <a:rPr lang="en-NL" sz="2000" b="1" u="sng" dirty="0">
                <a:solidFill>
                  <a:srgbClr val="0070C0"/>
                </a:solidFill>
              </a:rPr>
              <a:t>the mean of the whole population is likely different than the sample.</a:t>
            </a:r>
          </a:p>
        </p:txBody>
      </p:sp>
    </p:spTree>
    <p:extLst>
      <p:ext uri="{BB962C8B-B14F-4D97-AF65-F5344CB8AC3E}">
        <p14:creationId xmlns:p14="http://schemas.microsoft.com/office/powerpoint/2010/main" val="225946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EDF94-4005-207E-6C4F-BA58DD7EB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7258" y="731520"/>
            <a:ext cx="2991281" cy="1548031"/>
          </a:xfrm>
        </p:spPr>
        <p:txBody>
          <a:bodyPr/>
          <a:lstStyle/>
          <a:p>
            <a:r>
              <a:rPr lang="en-NL" dirty="0"/>
              <a:t>Each sampling is likely to lead to an outcome with a </a:t>
            </a:r>
            <a:r>
              <a:rPr lang="en-NL" b="1" dirty="0"/>
              <a:t>different mean.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83516E-5CB4-676C-144D-D832DC018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6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F9EF8E-ED85-B1A1-30E2-7144A8EF94BD}"/>
              </a:ext>
            </a:extLst>
          </p:cNvPr>
          <p:cNvCxnSpPr>
            <a:cxnSpLocks/>
          </p:cNvCxnSpPr>
          <p:nvPr/>
        </p:nvCxnSpPr>
        <p:spPr>
          <a:xfrm flipV="1">
            <a:off x="3970682" y="1041621"/>
            <a:ext cx="0" cy="5518205"/>
          </a:xfrm>
          <a:prstGeom prst="straightConnector1">
            <a:avLst/>
          </a:prstGeom>
          <a:ln w="5715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phic 11" descr="Man outline">
            <a:extLst>
              <a:ext uri="{FF2B5EF4-FFF2-40B4-BE49-F238E27FC236}">
                <a16:creationId xmlns:a16="http://schemas.microsoft.com/office/drawing/2014/main" id="{05FF9857-C605-347C-1A23-5955A760E3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05713" y="1961312"/>
            <a:ext cx="657225" cy="657225"/>
          </a:xfrm>
          <a:prstGeom prst="rect">
            <a:avLst/>
          </a:prstGeom>
        </p:spPr>
      </p:pic>
      <p:pic>
        <p:nvPicPr>
          <p:cNvPr id="13" name="Graphic 12" descr="Man outline">
            <a:extLst>
              <a:ext uri="{FF2B5EF4-FFF2-40B4-BE49-F238E27FC236}">
                <a16:creationId xmlns:a16="http://schemas.microsoft.com/office/drawing/2014/main" id="{5018726F-01A5-D3B4-084D-6AF022972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13176" y="1178272"/>
            <a:ext cx="657225" cy="6572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2A371D3B-B581-F62E-B2E1-A5F7C86031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399830" y="3275762"/>
            <a:ext cx="657225" cy="65722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CF8D1085-83D7-31A1-2933-4DA031EA92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02517" y="2526321"/>
            <a:ext cx="657225" cy="657225"/>
          </a:xfrm>
          <a:prstGeom prst="rect">
            <a:avLst/>
          </a:prstGeom>
        </p:spPr>
      </p:pic>
      <p:pic>
        <p:nvPicPr>
          <p:cNvPr id="16" name="Graphic 15" descr="Man outline">
            <a:extLst>
              <a:ext uri="{FF2B5EF4-FFF2-40B4-BE49-F238E27FC236}">
                <a16:creationId xmlns:a16="http://schemas.microsoft.com/office/drawing/2014/main" id="{2B4EF958-ACCD-8256-3F8D-129BB09AD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42723" y="6005512"/>
            <a:ext cx="657225" cy="657225"/>
          </a:xfrm>
          <a:prstGeom prst="rect">
            <a:avLst/>
          </a:prstGeom>
        </p:spPr>
      </p:pic>
      <p:pic>
        <p:nvPicPr>
          <p:cNvPr id="17" name="Graphic 16" descr="Man outline">
            <a:extLst>
              <a:ext uri="{FF2B5EF4-FFF2-40B4-BE49-F238E27FC236}">
                <a16:creationId xmlns:a16="http://schemas.microsoft.com/office/drawing/2014/main" id="{DB4C620F-8BEF-FD98-FBAC-276BEBB74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34553" y="5400635"/>
            <a:ext cx="657225" cy="657225"/>
          </a:xfrm>
          <a:prstGeom prst="rect">
            <a:avLst/>
          </a:prstGeom>
        </p:spPr>
      </p:pic>
      <p:pic>
        <p:nvPicPr>
          <p:cNvPr id="19" name="Graphic 18" descr="Man outline">
            <a:extLst>
              <a:ext uri="{FF2B5EF4-FFF2-40B4-BE49-F238E27FC236}">
                <a16:creationId xmlns:a16="http://schemas.microsoft.com/office/drawing/2014/main" id="{E5307C3A-19A6-34B6-198C-9C75B976C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09848" y="4743662"/>
            <a:ext cx="657225" cy="657225"/>
          </a:xfrm>
          <a:prstGeom prst="rect">
            <a:avLst/>
          </a:prstGeom>
        </p:spPr>
      </p:pic>
      <p:pic>
        <p:nvPicPr>
          <p:cNvPr id="21" name="Graphic 20" descr="Man outline">
            <a:extLst>
              <a:ext uri="{FF2B5EF4-FFF2-40B4-BE49-F238E27FC236}">
                <a16:creationId xmlns:a16="http://schemas.microsoft.com/office/drawing/2014/main" id="{C5A09F5C-D958-DE52-9554-B552C686E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21561" y="4071105"/>
            <a:ext cx="657225" cy="657225"/>
          </a:xfrm>
          <a:prstGeom prst="rect">
            <a:avLst/>
          </a:prstGeom>
        </p:spPr>
      </p:pic>
      <p:pic>
        <p:nvPicPr>
          <p:cNvPr id="22" name="Graphic 21" descr="Man outline">
            <a:extLst>
              <a:ext uri="{FF2B5EF4-FFF2-40B4-BE49-F238E27FC236}">
                <a16:creationId xmlns:a16="http://schemas.microsoft.com/office/drawing/2014/main" id="{B51F5E81-B1B3-8B7B-DE6F-666FF61AC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438775" y="1532120"/>
            <a:ext cx="657225" cy="65722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8D45032-9E44-1B11-8F21-1460541C7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78597" y="4900026"/>
            <a:ext cx="657225" cy="657225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21F6DE54-7348-379E-253B-FE68F68AB5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77097" y="5676900"/>
            <a:ext cx="657225" cy="657225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166BD338-57E5-AF51-75A8-FFE7C981F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349574" y="1961312"/>
            <a:ext cx="657225" cy="657225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1659AA55-81B2-8389-340B-F3FBAAE2F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92986" y="4242801"/>
            <a:ext cx="657225" cy="657225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02504FA9-08E2-FCA2-C503-332512247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92986" y="5014948"/>
            <a:ext cx="657225" cy="657225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BE10DA69-C31B-CF12-9E05-DEA684682F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7192985" y="2792930"/>
            <a:ext cx="657225" cy="657225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4E95193-36DD-401E-66AC-F92FB6A86E44}"/>
              </a:ext>
            </a:extLst>
          </p:cNvPr>
          <p:cNvSpPr/>
          <p:nvPr/>
        </p:nvSpPr>
        <p:spPr>
          <a:xfrm>
            <a:off x="5255566" y="1272242"/>
            <a:ext cx="912744" cy="55857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78DAA7-3559-C367-566B-0FE7E952E7FA}"/>
              </a:ext>
            </a:extLst>
          </p:cNvPr>
          <p:cNvSpPr/>
          <p:nvPr/>
        </p:nvSpPr>
        <p:spPr>
          <a:xfrm>
            <a:off x="6172489" y="1275529"/>
            <a:ext cx="912744" cy="55857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263A93A-ED6C-0626-005E-B3BC2BABF022}"/>
              </a:ext>
            </a:extLst>
          </p:cNvPr>
          <p:cNvSpPr/>
          <p:nvPr/>
        </p:nvSpPr>
        <p:spPr>
          <a:xfrm>
            <a:off x="7088210" y="1275529"/>
            <a:ext cx="912744" cy="55857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946B97-535D-C3A1-03A6-20D7CECE0DC1}"/>
              </a:ext>
            </a:extLst>
          </p:cNvPr>
          <p:cNvSpPr txBox="1"/>
          <p:nvPr/>
        </p:nvSpPr>
        <p:spPr>
          <a:xfrm>
            <a:off x="5186490" y="856955"/>
            <a:ext cx="9220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200" dirty="0"/>
              <a:t>Sampling 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C0784B-B1AE-E9DC-117C-B2211E2CE226}"/>
              </a:ext>
            </a:extLst>
          </p:cNvPr>
          <p:cNvSpPr txBox="1"/>
          <p:nvPr/>
        </p:nvSpPr>
        <p:spPr>
          <a:xfrm>
            <a:off x="6121510" y="870855"/>
            <a:ext cx="9220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200" dirty="0"/>
              <a:t>Sampling 2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C4F16F-888C-D21B-8C0A-77C115D4663B}"/>
              </a:ext>
            </a:extLst>
          </p:cNvPr>
          <p:cNvSpPr txBox="1"/>
          <p:nvPr/>
        </p:nvSpPr>
        <p:spPr>
          <a:xfrm>
            <a:off x="7088210" y="883608"/>
            <a:ext cx="9220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200" dirty="0"/>
              <a:t>Sampling 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1E6A5E-45A4-04A2-04B3-985CD364B4DB}"/>
              </a:ext>
            </a:extLst>
          </p:cNvPr>
          <p:cNvSpPr txBox="1"/>
          <p:nvPr/>
        </p:nvSpPr>
        <p:spPr>
          <a:xfrm>
            <a:off x="3603688" y="622194"/>
            <a:ext cx="14929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1200" dirty="0"/>
              <a:t>Whole population µ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EE26404-DBC6-FAD6-8CA6-DCDF6DD01906}"/>
              </a:ext>
            </a:extLst>
          </p:cNvPr>
          <p:cNvCxnSpPr/>
          <p:nvPr/>
        </p:nvCxnSpPr>
        <p:spPr>
          <a:xfrm flipV="1">
            <a:off x="3705707" y="3578282"/>
            <a:ext cx="1035258" cy="10533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3D71F83-041B-CDCC-E7DE-DD7993C3DE99}"/>
              </a:ext>
            </a:extLst>
          </p:cNvPr>
          <p:cNvCxnSpPr>
            <a:cxnSpLocks/>
          </p:cNvCxnSpPr>
          <p:nvPr/>
        </p:nvCxnSpPr>
        <p:spPr>
          <a:xfrm flipV="1">
            <a:off x="5267592" y="2789870"/>
            <a:ext cx="871766" cy="10533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CE1F880-1384-2E8C-95C4-26A0B54DB43C}"/>
              </a:ext>
            </a:extLst>
          </p:cNvPr>
          <p:cNvCxnSpPr>
            <a:cxnSpLocks/>
          </p:cNvCxnSpPr>
          <p:nvPr/>
        </p:nvCxnSpPr>
        <p:spPr>
          <a:xfrm flipV="1">
            <a:off x="6200688" y="3717246"/>
            <a:ext cx="871766" cy="10533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D036AF5-6D2C-0614-6D23-10A053E4517A}"/>
              </a:ext>
            </a:extLst>
          </p:cNvPr>
          <p:cNvCxnSpPr>
            <a:cxnSpLocks/>
          </p:cNvCxnSpPr>
          <p:nvPr/>
        </p:nvCxnSpPr>
        <p:spPr>
          <a:xfrm flipV="1">
            <a:off x="7088210" y="4376397"/>
            <a:ext cx="871766" cy="10533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ED2E6B43-862C-0B9B-C472-58DCC22144EF}"/>
              </a:ext>
            </a:extLst>
          </p:cNvPr>
          <p:cNvSpPr txBox="1">
            <a:spLocks/>
          </p:cNvSpPr>
          <p:nvPr/>
        </p:nvSpPr>
        <p:spPr>
          <a:xfrm>
            <a:off x="8677258" y="2289924"/>
            <a:ext cx="2991281" cy="1548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dirty="0"/>
              <a:t>How can we be accurate?</a:t>
            </a:r>
            <a:br>
              <a:rPr lang="en-NL" dirty="0"/>
            </a:br>
            <a:endParaRPr lang="en-NL" dirty="0"/>
          </a:p>
          <a:p>
            <a:r>
              <a:rPr lang="en-NL" b="1" dirty="0"/>
              <a:t>It’s useful to use a range of numbers in which the true value will fall with a high probability</a:t>
            </a:r>
          </a:p>
        </p:txBody>
      </p:sp>
      <p:sp>
        <p:nvSpPr>
          <p:cNvPr id="46" name="Right Bracket 45">
            <a:extLst>
              <a:ext uri="{FF2B5EF4-FFF2-40B4-BE49-F238E27FC236}">
                <a16:creationId xmlns:a16="http://schemas.microsoft.com/office/drawing/2014/main" id="{03E0A4B0-432F-1EA8-2348-77752213F2D4}"/>
              </a:ext>
            </a:extLst>
          </p:cNvPr>
          <p:cNvSpPr/>
          <p:nvPr/>
        </p:nvSpPr>
        <p:spPr>
          <a:xfrm>
            <a:off x="8199783" y="2526321"/>
            <a:ext cx="188843" cy="2373705"/>
          </a:xfrm>
          <a:prstGeom prst="rightBracket">
            <a:avLst/>
          </a:prstGeom>
          <a:ln w="57150">
            <a:solidFill>
              <a:schemeClr val="accent1">
                <a:lumMod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47" name="Content Placeholder 2">
            <a:extLst>
              <a:ext uri="{FF2B5EF4-FFF2-40B4-BE49-F238E27FC236}">
                <a16:creationId xmlns:a16="http://schemas.microsoft.com/office/drawing/2014/main" id="{6C7AA614-2398-2420-326C-F6937953A385}"/>
              </a:ext>
            </a:extLst>
          </p:cNvPr>
          <p:cNvSpPr txBox="1">
            <a:spLocks/>
          </p:cNvSpPr>
          <p:nvPr/>
        </p:nvSpPr>
        <p:spPr>
          <a:xfrm>
            <a:off x="8601058" y="5134554"/>
            <a:ext cx="2991281" cy="15480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None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L" dirty="0"/>
              <a:t>This range is called the</a:t>
            </a:r>
          </a:p>
          <a:p>
            <a:r>
              <a:rPr lang="en-NL" b="1" u="sng" dirty="0"/>
              <a:t>CONFIDENCE INTERVAL</a:t>
            </a:r>
          </a:p>
        </p:txBody>
      </p:sp>
      <p:pic>
        <p:nvPicPr>
          <p:cNvPr id="4" name="Graphic 3" descr="Man outline">
            <a:extLst>
              <a:ext uri="{FF2B5EF4-FFF2-40B4-BE49-F238E27FC236}">
                <a16:creationId xmlns:a16="http://schemas.microsoft.com/office/drawing/2014/main" id="{048F3AC8-1899-1DA6-5726-AE92ACB836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013176" y="2713457"/>
            <a:ext cx="657225" cy="657225"/>
          </a:xfrm>
          <a:prstGeom prst="rect">
            <a:avLst/>
          </a:prstGeom>
        </p:spPr>
      </p:pic>
      <p:pic>
        <p:nvPicPr>
          <p:cNvPr id="7" name="Graphic 6" descr="Man outline">
            <a:extLst>
              <a:ext uri="{FF2B5EF4-FFF2-40B4-BE49-F238E27FC236}">
                <a16:creationId xmlns:a16="http://schemas.microsoft.com/office/drawing/2014/main" id="{874684E2-7B64-BA38-86AE-3200E5A4F6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996230" y="3398548"/>
            <a:ext cx="657225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287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 animBg="1"/>
      <p:bldP spid="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03742-5F18-809E-6E04-BEF53F13A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But what is a high probability?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B593A-A0C9-05FB-3001-4D634E260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NL" sz="1800" dirty="0"/>
              <a:t>You get to choose! Normally we use 95% or 99% </a:t>
            </a:r>
            <a:r>
              <a:rPr lang="en-NL" sz="1800" dirty="0" err="1"/>
              <a:t>probabil</a:t>
            </a:r>
            <a:r>
              <a:rPr lang="nl-NL" sz="1800" dirty="0"/>
              <a:t>i</a:t>
            </a:r>
            <a:r>
              <a:rPr lang="en-NL" sz="1800" dirty="0"/>
              <a:t>ty.</a:t>
            </a:r>
          </a:p>
          <a:p>
            <a:endParaRPr lang="en-NL" sz="1800" dirty="0"/>
          </a:p>
          <a:p>
            <a:r>
              <a:rPr lang="en-NL" sz="1800" dirty="0"/>
              <a:t>This means you are 95% (or 99%) sure the true mean is contained in your range of numbers.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BAF18-E96A-B6EB-7492-B36E82454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9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53BD1-1E89-1571-10AF-D61E3A41A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1216152"/>
            <a:ext cx="10671048" cy="768096"/>
          </a:xfrm>
        </p:spPr>
        <p:txBody>
          <a:bodyPr anchor="b">
            <a:normAutofit/>
          </a:bodyPr>
          <a:lstStyle/>
          <a:p>
            <a:r>
              <a:rPr lang="en-NL" dirty="0"/>
              <a:t>How do we calculate it?</a:t>
            </a:r>
          </a:p>
        </p:txBody>
      </p:sp>
      <p:pic>
        <p:nvPicPr>
          <p:cNvPr id="2050" name="Picture 2" descr="Confidence interval Tutorial • Simply explained - DATAtab">
            <a:extLst>
              <a:ext uri="{FF2B5EF4-FFF2-40B4-BE49-F238E27FC236}">
                <a16:creationId xmlns:a16="http://schemas.microsoft.com/office/drawing/2014/main" id="{0161CFFC-927D-7E18-848E-8D27CC224C4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9496" y="2347068"/>
            <a:ext cx="11119104" cy="3946943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057" name="Slide Number Placeholder 4">
            <a:extLst>
              <a:ext uri="{FF2B5EF4-FFF2-40B4-BE49-F238E27FC236}">
                <a16:creationId xmlns:a16="http://schemas.microsoft.com/office/drawing/2014/main" id="{E0B8B8C6-B379-603A-C246-1A672E5CA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5368" y="457200"/>
            <a:ext cx="987552" cy="274320"/>
          </a:xfrm>
        </p:spPr>
        <p:txBody>
          <a:bodyPr/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B2D27D-7AE5-C38B-559E-5A9D86F05AFB}"/>
              </a:ext>
            </a:extLst>
          </p:cNvPr>
          <p:cNvSpPr/>
          <p:nvPr/>
        </p:nvSpPr>
        <p:spPr>
          <a:xfrm>
            <a:off x="539496" y="4320539"/>
            <a:ext cx="2491939" cy="50987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3D4185-AEB2-CD44-85CE-58BF9709F076}"/>
              </a:ext>
            </a:extLst>
          </p:cNvPr>
          <p:cNvSpPr/>
          <p:nvPr/>
        </p:nvSpPr>
        <p:spPr>
          <a:xfrm>
            <a:off x="1009948" y="5231075"/>
            <a:ext cx="3124730" cy="1062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6030F9-4BE9-6736-164A-09B30DCA61D0}"/>
              </a:ext>
            </a:extLst>
          </p:cNvPr>
          <p:cNvSpPr/>
          <p:nvPr/>
        </p:nvSpPr>
        <p:spPr>
          <a:xfrm>
            <a:off x="4287078" y="5231075"/>
            <a:ext cx="4101548" cy="1062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CE0374-446F-5DED-6836-B3C703BDCAB3}"/>
              </a:ext>
            </a:extLst>
          </p:cNvPr>
          <p:cNvSpPr/>
          <p:nvPr/>
        </p:nvSpPr>
        <p:spPr>
          <a:xfrm>
            <a:off x="7093226" y="4044010"/>
            <a:ext cx="4101548" cy="10629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E3BF8F-3339-828C-6893-B8581A4EAC46}"/>
              </a:ext>
            </a:extLst>
          </p:cNvPr>
          <p:cNvSpPr/>
          <p:nvPr/>
        </p:nvSpPr>
        <p:spPr>
          <a:xfrm>
            <a:off x="7752522" y="2347067"/>
            <a:ext cx="3906078" cy="82424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7538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A0175-D957-608D-9965-2AEF9EF21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32104"/>
            <a:ext cx="10671048" cy="768096"/>
          </a:xfrm>
        </p:spPr>
        <p:txBody>
          <a:bodyPr/>
          <a:lstStyle/>
          <a:p>
            <a:r>
              <a:rPr lang="en-NL" dirty="0"/>
              <a:t>How can we visualize this?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6A5154-9F84-D823-623C-5ED6426F5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58109527-ABD1-3BC4-7D71-C004979209B4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2775" y="1975490"/>
            <a:ext cx="6393480" cy="4561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0027192-728F-541D-D0CD-DF1BD3D41C91}"/>
                  </a:ext>
                </a:extLst>
              </p14:cNvPr>
              <p14:cNvContentPartPr/>
              <p14:nvPr/>
            </p14:nvContentPartPr>
            <p14:xfrm>
              <a:off x="3175247" y="2605711"/>
              <a:ext cx="6069240" cy="33609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0027192-728F-541D-D0CD-DF1BD3D41C9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66247" y="2596712"/>
                <a:ext cx="6086880" cy="3378598"/>
              </a:xfrm>
              <a:prstGeom prst="rect">
                <a:avLst/>
              </a:prstGeom>
            </p:spPr>
          </p:pic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AEF119-29B6-EE0A-DF5C-8C75D6ED3C1E}"/>
              </a:ext>
            </a:extLst>
          </p:cNvPr>
          <p:cNvCxnSpPr/>
          <p:nvPr/>
        </p:nvCxnSpPr>
        <p:spPr>
          <a:xfrm>
            <a:off x="4112729" y="3994288"/>
            <a:ext cx="0" cy="1908313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8605B4-CE10-7DCC-476F-1D180C6F3797}"/>
              </a:ext>
            </a:extLst>
          </p:cNvPr>
          <p:cNvCxnSpPr/>
          <p:nvPr/>
        </p:nvCxnSpPr>
        <p:spPr>
          <a:xfrm>
            <a:off x="7847357" y="4029783"/>
            <a:ext cx="0" cy="1908313"/>
          </a:xfrm>
          <a:prstGeom prst="line">
            <a:avLst/>
          </a:prstGeom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42A78F0-70FC-7D00-D64C-D0CF078B3EC3}"/>
              </a:ext>
            </a:extLst>
          </p:cNvPr>
          <p:cNvSpPr txBox="1"/>
          <p:nvPr/>
        </p:nvSpPr>
        <p:spPr>
          <a:xfrm>
            <a:off x="9953625" y="3198167"/>
            <a:ext cx="18277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sz="2400" b="1" dirty="0"/>
              <a:t>CI=100 ± 1.4</a:t>
            </a:r>
          </a:p>
        </p:txBody>
      </p:sp>
    </p:spTree>
    <p:extLst>
      <p:ext uri="{BB962C8B-B14F-4D97-AF65-F5344CB8AC3E}">
        <p14:creationId xmlns:p14="http://schemas.microsoft.com/office/powerpoint/2010/main" val="1797828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FC0BF-5C86-A8F0-0C71-79AAB54A5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Let’s calculate based on our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85BFB6-B8CC-E274-4EF6-4D0DB8ABC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2" descr="Confidence interval Tutorial • Simply explained - DATAtab">
            <a:extLst>
              <a:ext uri="{FF2B5EF4-FFF2-40B4-BE49-F238E27FC236}">
                <a16:creationId xmlns:a16="http://schemas.microsoft.com/office/drawing/2014/main" id="{7E98360D-4835-1E0E-C29C-69B7C4387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913" y="2823550"/>
            <a:ext cx="4082987" cy="1449336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238210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2A160-5FA8-070A-B3C8-4B411B6DF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76097"/>
            <a:ext cx="10671048" cy="768096"/>
          </a:xfrm>
        </p:spPr>
        <p:txBody>
          <a:bodyPr/>
          <a:lstStyle/>
          <a:p>
            <a:r>
              <a:rPr lang="en-NL" sz="2400" dirty="0"/>
              <a:t>How can we make a confidence interval more Precise?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2D41AC-CD49-8A23-7124-A70710F0F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6C8049-F49B-7F45-DA35-6FC0595AF00D}"/>
              </a:ext>
            </a:extLst>
          </p:cNvPr>
          <p:cNvSpPr txBox="1"/>
          <p:nvPr/>
        </p:nvSpPr>
        <p:spPr>
          <a:xfrm>
            <a:off x="1247775" y="2409825"/>
            <a:ext cx="2751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0070C0"/>
                </a:solidFill>
              </a:rPr>
              <a:t>So we want this: 100 </a:t>
            </a:r>
            <a:r>
              <a:rPr lang="en-NL" sz="1800" b="1" dirty="0">
                <a:solidFill>
                  <a:srgbClr val="0070C0"/>
                </a:solidFill>
              </a:rPr>
              <a:t>± 1.4</a:t>
            </a:r>
            <a:r>
              <a:rPr lang="en-NL" dirty="0">
                <a:solidFill>
                  <a:srgbClr val="0070C0"/>
                </a:solidFill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A808BE-1133-3312-A7C6-097D64B97CA5}"/>
              </a:ext>
            </a:extLst>
          </p:cNvPr>
          <p:cNvSpPr txBox="1"/>
          <p:nvPr/>
        </p:nvSpPr>
        <p:spPr>
          <a:xfrm>
            <a:off x="1247775" y="4467225"/>
            <a:ext cx="2792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dirty="0">
                <a:solidFill>
                  <a:srgbClr val="0070C0"/>
                </a:solidFill>
              </a:rPr>
              <a:t>Rather than this: 100 </a:t>
            </a:r>
            <a:r>
              <a:rPr lang="en-NL" sz="1800" b="1" dirty="0">
                <a:solidFill>
                  <a:srgbClr val="0070C0"/>
                </a:solidFill>
              </a:rPr>
              <a:t>± 25 </a:t>
            </a:r>
            <a:r>
              <a:rPr lang="en-NL" dirty="0">
                <a:solidFill>
                  <a:srgbClr val="0070C0"/>
                </a:solidFill>
              </a:rPr>
              <a:t> </a:t>
            </a:r>
          </a:p>
        </p:txBody>
      </p:sp>
      <p:pic>
        <p:nvPicPr>
          <p:cNvPr id="6146" name="Picture 2" descr="ECE 295: Lecture 03 Estimation and Confidence Interval">
            <a:extLst>
              <a:ext uri="{FF2B5EF4-FFF2-40B4-BE49-F238E27FC236}">
                <a16:creationId xmlns:a16="http://schemas.microsoft.com/office/drawing/2014/main" id="{1ED99327-210B-A93D-1B5C-84FCBBD2E0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422" t="4217" r="63314" b="59075"/>
          <a:stretch/>
        </p:blipFill>
        <p:spPr bwMode="auto">
          <a:xfrm>
            <a:off x="4248150" y="2779157"/>
            <a:ext cx="1638300" cy="14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ECE 295: Lecture 03 Estimation and Confidence Interval">
            <a:extLst>
              <a:ext uri="{FF2B5EF4-FFF2-40B4-BE49-F238E27FC236}">
                <a16:creationId xmlns:a16="http://schemas.microsoft.com/office/drawing/2014/main" id="{255E0832-4C9D-914A-E9D7-7D6EE07827E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1718" b="58397"/>
          <a:stretch/>
        </p:blipFill>
        <p:spPr bwMode="auto">
          <a:xfrm>
            <a:off x="3516249" y="4836557"/>
            <a:ext cx="3163416" cy="1172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F10274-898D-416A-0FAA-F3F79B6C35C9}"/>
              </a:ext>
            </a:extLst>
          </p:cNvPr>
          <p:cNvSpPr txBox="1"/>
          <p:nvPr/>
        </p:nvSpPr>
        <p:spPr>
          <a:xfrm>
            <a:off x="7258050" y="3613666"/>
            <a:ext cx="4055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NL" b="1" dirty="0">
                <a:solidFill>
                  <a:srgbClr val="0070C0"/>
                </a:solidFill>
              </a:rPr>
              <a:t>Sample size makes a huge difference!!</a:t>
            </a:r>
          </a:p>
        </p:txBody>
      </p:sp>
    </p:spTree>
    <p:extLst>
      <p:ext uri="{BB962C8B-B14F-4D97-AF65-F5344CB8AC3E}">
        <p14:creationId xmlns:p14="http://schemas.microsoft.com/office/powerpoint/2010/main" val="767881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A03B2-D1DC-0C2E-F9AF-7B16746CC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94360"/>
            <a:ext cx="10671048" cy="768096"/>
          </a:xfrm>
        </p:spPr>
        <p:txBody>
          <a:bodyPr anchor="b">
            <a:normAutofit/>
          </a:bodyPr>
          <a:lstStyle/>
          <a:p>
            <a:r>
              <a:rPr lang="en-NL" dirty="0"/>
              <a:t>And what is a p-value?</a:t>
            </a:r>
          </a:p>
        </p:txBody>
      </p:sp>
      <p:pic>
        <p:nvPicPr>
          <p:cNvPr id="7170" name="Picture 2" descr="P-Value &amp; Hypothesis Testing: Examples - Data Analytics">
            <a:extLst>
              <a:ext uri="{FF2B5EF4-FFF2-40B4-BE49-F238E27FC236}">
                <a16:creationId xmlns:a16="http://schemas.microsoft.com/office/drawing/2014/main" id="{8DA3F43E-29C5-2F52-234E-92E206E4B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47445" y="1636395"/>
            <a:ext cx="9097109" cy="443484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95E34F-D949-67A9-2D83-CF03864F3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5368" y="457200"/>
            <a:ext cx="987552" cy="27432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071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8A7E2-5799-9F24-CE25-10C8C5C87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L" dirty="0"/>
              <a:t>The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DD187-1642-F985-A60A-F1A3B0FC01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NL" dirty="0"/>
              <a:t>Be able to define: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 point estimates</a:t>
            </a:r>
            <a:r>
              <a:rPr lang="en-NL" sz="1800" dirty="0"/>
              <a:t> </a:t>
            </a:r>
          </a:p>
          <a:p>
            <a:pPr lvl="2"/>
            <a:r>
              <a:rPr lang="en-NL" sz="1600" dirty="0"/>
              <a:t>the mean of your sample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confidence intervals</a:t>
            </a:r>
            <a:r>
              <a:rPr lang="en-NL" sz="1800" dirty="0"/>
              <a:t> </a:t>
            </a:r>
          </a:p>
          <a:p>
            <a:pPr lvl="2"/>
            <a:r>
              <a:rPr lang="en-NL" sz="1600" dirty="0"/>
              <a:t>a range of numbers in the true mean falls with a high </a:t>
            </a:r>
            <a:r>
              <a:rPr lang="en-NL" sz="1600" dirty="0" err="1"/>
              <a:t>probab</a:t>
            </a:r>
            <a:r>
              <a:rPr lang="nl-NL" sz="1600" dirty="0" err="1"/>
              <a:t>il</a:t>
            </a:r>
            <a:r>
              <a:rPr lang="en-NL" sz="1600" dirty="0" err="1"/>
              <a:t>ity</a:t>
            </a:r>
            <a:endParaRPr lang="en-NL" sz="1600" dirty="0"/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degree of certainty</a:t>
            </a:r>
            <a:r>
              <a:rPr lang="en-NL" sz="1800" dirty="0"/>
              <a:t> or confidence level </a:t>
            </a:r>
          </a:p>
          <a:p>
            <a:pPr lvl="2"/>
            <a:r>
              <a:rPr lang="en-NL" sz="1600" dirty="0"/>
              <a:t>the high probability that you define (95% or 99%)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Significance</a:t>
            </a:r>
            <a:r>
              <a:rPr lang="en-NL" sz="1800" dirty="0"/>
              <a:t> </a:t>
            </a:r>
          </a:p>
          <a:p>
            <a:pPr lvl="2"/>
            <a:r>
              <a:rPr lang="en-NL" sz="1600" dirty="0"/>
              <a:t>100-(degree of certainty)=significance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NL" sz="1800" dirty="0"/>
              <a:t>‘</a:t>
            </a:r>
            <a:r>
              <a:rPr lang="en-US" sz="1800" dirty="0"/>
              <a:t>one-tailed' or 'two-tailed tests</a:t>
            </a:r>
            <a:r>
              <a:rPr lang="en-NL" sz="1800" dirty="0"/>
              <a:t> </a:t>
            </a:r>
          </a:p>
          <a:p>
            <a:pPr lvl="2"/>
            <a:r>
              <a:rPr lang="en-NL" sz="1600" dirty="0"/>
              <a:t>do you only care if there is a difference? </a:t>
            </a:r>
            <a:r>
              <a:rPr lang="nl-NL" sz="1600" dirty="0"/>
              <a:t>O</a:t>
            </a:r>
            <a:r>
              <a:rPr lang="en-NL" sz="1600" dirty="0"/>
              <a:t>r do you want to know if something is greater than or less than</a:t>
            </a:r>
          </a:p>
          <a:p>
            <a:pPr marL="0" indent="0">
              <a:buNone/>
            </a:pPr>
            <a:endParaRPr lang="en-NL" dirty="0"/>
          </a:p>
          <a:p>
            <a:pPr marL="0" indent="0">
              <a:buNone/>
            </a:pPr>
            <a:r>
              <a:rPr lang="en-NL" dirty="0"/>
              <a:t>Why do we use confidence intervals?</a:t>
            </a:r>
          </a:p>
          <a:p>
            <a:pPr marL="0" indent="0">
              <a:buNone/>
            </a:pPr>
            <a:endParaRPr lang="en-NL" dirty="0"/>
          </a:p>
          <a:p>
            <a:pPr marL="0" indent="0">
              <a:buNone/>
            </a:pPr>
            <a:r>
              <a:rPr lang="en-NL" dirty="0"/>
              <a:t>What does a p-value of 0.05 mean?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44B4E8-C1A0-B544-6E9F-8E0290587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427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4FDD3F-CC87-973E-E64B-0CE0BFF98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BF6EC-46EA-2C72-D303-30FF783691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0556"/>
          <a:stretch/>
        </p:blipFill>
        <p:spPr>
          <a:xfrm>
            <a:off x="2468880" y="45720"/>
            <a:ext cx="7951304" cy="4000500"/>
          </a:xfrm>
          <a:prstGeom prst="rect">
            <a:avLst/>
          </a:prstGeom>
        </p:spPr>
      </p:pic>
      <p:pic>
        <p:nvPicPr>
          <p:cNvPr id="8" name="Picture 2" descr="Confidence interval Tutorial • Simply explained - DATAtab">
            <a:extLst>
              <a:ext uri="{FF2B5EF4-FFF2-40B4-BE49-F238E27FC236}">
                <a16:creationId xmlns:a16="http://schemas.microsoft.com/office/drawing/2014/main" id="{3A342B1E-1DBC-9EA7-705A-5BBB74E2F5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68880" y="3875110"/>
            <a:ext cx="7951303" cy="2525690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24912898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72CF54-15FB-9922-7BDF-2904242C9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15</a:t>
            </a:fld>
            <a:endParaRPr lang="en-US" dirty="0"/>
          </a:p>
        </p:txBody>
      </p:sp>
      <p:pic>
        <p:nvPicPr>
          <p:cNvPr id="4098" name="Picture 2" descr="Confidence interval - Wikipedia">
            <a:extLst>
              <a:ext uri="{FF2B5EF4-FFF2-40B4-BE49-F238E27FC236}">
                <a16:creationId xmlns:a16="http://schemas.microsoft.com/office/drawing/2014/main" id="{DF3FD05D-2A52-E402-5952-9BCB4AAAB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919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8438558_Win32_v2" id="{4C05A457-285D-454C-A9EA-F338443A797C}" vid="{298C0BDB-2F83-41C5-B87D-3BE7246FD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C9B46969FEA9B418B6ECF3C00C78A3F" ma:contentTypeVersion="12" ma:contentTypeDescription="Een nieuw document maken." ma:contentTypeScope="" ma:versionID="510e17e38c1fac53a09aa39c63d38ad8">
  <xsd:schema xmlns:xsd="http://www.w3.org/2001/XMLSchema" xmlns:xs="http://www.w3.org/2001/XMLSchema" xmlns:p="http://schemas.microsoft.com/office/2006/metadata/properties" xmlns:ns2="52f235f7-1081-46ec-beea-0dbb270c3494" targetNamespace="http://schemas.microsoft.com/office/2006/metadata/properties" ma:root="true" ma:fieldsID="2678fc25c9056504f0cec2963dbb1c9a" ns2:_="">
    <xsd:import namespace="52f235f7-1081-46ec-beea-0dbb270c349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Additionalinformation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f235f7-1081-46ec-beea-0dbb270c34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dditionalinformation" ma:index="11" nillable="true" ma:displayName="Additional information " ma:description="As an example, you can use this PPT to organise your first PBL meeting. Try to position the students as members of a management team, which frequently comes together; well prepared and dressed appropriately ;)" ma:format="Dropdown" ma:internalName="Additionalinformation">
      <xsd:simpleType>
        <xsd:restriction base="dms:Text">
          <xsd:maxLength value="255"/>
        </xsd:restriction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6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5bd69f14-2b9f-433c-9887-fccfa466e11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2f235f7-1081-46ec-beea-0dbb270c3494">
      <Terms xmlns="http://schemas.microsoft.com/office/infopath/2007/PartnerControls"/>
    </lcf76f155ced4ddcb4097134ff3c332f>
    <Additionalinformation xmlns="52f235f7-1081-46ec-beea-0dbb270c3494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C7EB1F7-DC51-44EC-A263-F17498E35A51}"/>
</file>

<file path=customXml/itemProps2.xml><?xml version="1.0" encoding="utf-8"?>
<ds:datastoreItem xmlns:ds="http://schemas.openxmlformats.org/officeDocument/2006/customXml" ds:itemID="{FD7EB4D8-2DC8-4900-B296-3F8E8CD9E6AE}">
  <ds:schemaRefs>
    <ds:schemaRef ds:uri="http://purl.org/dc/dcmitype/"/>
    <ds:schemaRef ds:uri="http://schemas.microsoft.com/office/2006/metadata/properties"/>
    <ds:schemaRef ds:uri="http://schemas.microsoft.com/office/2006/documentManagement/types"/>
    <ds:schemaRef ds:uri="http://schemas.microsoft.com/sharepoint/v3"/>
    <ds:schemaRef ds:uri="230e9df3-be65-4c73-a93b-d1236ebd677e"/>
    <ds:schemaRef ds:uri="http://www.w3.org/XML/1998/namespace"/>
    <ds:schemaRef ds:uri="71af3243-3dd4-4a8d-8c0d-dd76da1f02a5"/>
    <ds:schemaRef ds:uri="16c05727-aa75-4e4a-9b5f-8a80a1165891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A1D2ED2F-BDEE-47B8-82AA-B088E838B0E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{7D2685E3-DCD0-402C-867D-46F31DA67AEE}tf78438558_win32</Template>
  <TotalTime>675</TotalTime>
  <Words>391</Words>
  <Application>Microsoft Office PowerPoint</Application>
  <PresentationFormat>Widescreen</PresentationFormat>
  <Paragraphs>65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Sabon Next LT</vt:lpstr>
      <vt:lpstr>Wingdings</vt:lpstr>
      <vt:lpstr>Office Theme</vt:lpstr>
      <vt:lpstr>Microsoft Excel Worksheet</vt:lpstr>
      <vt:lpstr>Confidence intervals</vt:lpstr>
      <vt:lpstr>PowerPoint Presentation</vt:lpstr>
      <vt:lpstr>An example (Height)</vt:lpstr>
      <vt:lpstr>The average</vt:lpstr>
      <vt:lpstr>What would happen if we added more samples?</vt:lpstr>
      <vt:lpstr>PowerPoint Presentation</vt:lpstr>
      <vt:lpstr>But what is a high probability?</vt:lpstr>
      <vt:lpstr>How do we calculate it?</vt:lpstr>
      <vt:lpstr>How can we visualize this?</vt:lpstr>
      <vt:lpstr>Let’s calculate based on our Data</vt:lpstr>
      <vt:lpstr>How can we make a confidence interval more Precise?</vt:lpstr>
      <vt:lpstr>And what is a p-value?</vt:lpstr>
      <vt:lpstr>The takeaways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Confidence intervals</dc:title>
  <dc:subject/>
  <dc:creator>Langill, TA (Tori)</dc:creator>
  <cp:lastModifiedBy>Langill, TA (Tori)</cp:lastModifiedBy>
  <cp:revision>1</cp:revision>
  <dcterms:created xsi:type="dcterms:W3CDTF">2023-09-04T08:38:03Z</dcterms:created>
  <dcterms:modified xsi:type="dcterms:W3CDTF">2024-03-04T09:56:46Z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0x0101004C9B46969FEA9B418B6ECF3C00C78A3F</vt:lpwstr>
  </property>
</Properties>
</file>