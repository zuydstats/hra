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jselaers, H.J.M. (Jérôme)" userId="c683c149-23e3-4c8a-9903-a6e9813b546b" providerId="ADAL" clId="{B6B6FE4E-6B33-49D0-A0BA-1F7EDF57F3BA}"/>
    <pc:docChg chg="modSld">
      <pc:chgData name="Gijselaers, H.J.M. (Jérôme)" userId="c683c149-23e3-4c8a-9903-a6e9813b546b" providerId="ADAL" clId="{B6B6FE4E-6B33-49D0-A0BA-1F7EDF57F3BA}" dt="2024-11-11T10:25:23.886" v="9" actId="20577"/>
      <pc:docMkLst>
        <pc:docMk/>
      </pc:docMkLst>
      <pc:sldChg chg="modSp mod">
        <pc:chgData name="Gijselaers, H.J.M. (Jérôme)" userId="c683c149-23e3-4c8a-9903-a6e9813b546b" providerId="ADAL" clId="{B6B6FE4E-6B33-49D0-A0BA-1F7EDF57F3BA}" dt="2024-11-11T10:25:23.886" v="9" actId="20577"/>
        <pc:sldMkLst>
          <pc:docMk/>
          <pc:sldMk cId="3531338032" sldId="259"/>
        </pc:sldMkLst>
        <pc:spChg chg="mod">
          <ac:chgData name="Gijselaers, H.J.M. (Jérôme)" userId="c683c149-23e3-4c8a-9903-a6e9813b546b" providerId="ADAL" clId="{B6B6FE4E-6B33-49D0-A0BA-1F7EDF57F3BA}" dt="2024-11-11T10:25:23.886" v="9" actId="20577"/>
          <ac:spMkLst>
            <pc:docMk/>
            <pc:sldMk cId="3531338032" sldId="259"/>
            <ac:spMk id="2" creationId="{EC1B3800-73FC-D1DD-11CE-36B27FB85F5F}"/>
          </ac:spMkLst>
        </pc:spChg>
      </pc:sldChg>
    </pc:docChg>
  </pc:docChgLst>
  <pc:docChgLst>
    <pc:chgData name="Langill, T.A. (Tori)" userId="f2a0729f-78d3-40b0-b388-826b4c078191" providerId="ADAL" clId="{9523C47C-02A2-47F8-8DE5-A5B697C9DB76}"/>
    <pc:docChg chg="custSel delSld modSld">
      <pc:chgData name="Langill, T.A. (Tori)" userId="f2a0729f-78d3-40b0-b388-826b4c078191" providerId="ADAL" clId="{9523C47C-02A2-47F8-8DE5-A5B697C9DB76}" dt="2024-09-12T09:18:27.305" v="214" actId="47"/>
      <pc:docMkLst>
        <pc:docMk/>
      </pc:docMkLst>
      <pc:sldChg chg="modSp mod modAnim">
        <pc:chgData name="Langill, T.A. (Tori)" userId="f2a0729f-78d3-40b0-b388-826b4c078191" providerId="ADAL" clId="{9523C47C-02A2-47F8-8DE5-A5B697C9DB76}" dt="2024-09-12T09:16:44.761" v="209" actId="20577"/>
        <pc:sldMkLst>
          <pc:docMk/>
          <pc:sldMk cId="1889074123" sldId="263"/>
        </pc:sldMkLst>
        <pc:spChg chg="mod">
          <ac:chgData name="Langill, T.A. (Tori)" userId="f2a0729f-78d3-40b0-b388-826b4c078191" providerId="ADAL" clId="{9523C47C-02A2-47F8-8DE5-A5B697C9DB76}" dt="2024-09-12T09:16:44.761" v="209" actId="20577"/>
          <ac:spMkLst>
            <pc:docMk/>
            <pc:sldMk cId="1889074123" sldId="263"/>
            <ac:spMk id="3" creationId="{70147982-6E8D-9565-ED2F-5C55CD4446D4}"/>
          </ac:spMkLst>
        </pc:spChg>
      </pc:sldChg>
      <pc:sldChg chg="del">
        <pc:chgData name="Langill, T.A. (Tori)" userId="f2a0729f-78d3-40b0-b388-826b4c078191" providerId="ADAL" clId="{9523C47C-02A2-47F8-8DE5-A5B697C9DB76}" dt="2024-09-12T09:16:57.034" v="210" actId="47"/>
        <pc:sldMkLst>
          <pc:docMk/>
          <pc:sldMk cId="632344023" sldId="267"/>
        </pc:sldMkLst>
      </pc:sldChg>
      <pc:sldChg chg="del">
        <pc:chgData name="Langill, T.A. (Tori)" userId="f2a0729f-78d3-40b0-b388-826b4c078191" providerId="ADAL" clId="{9523C47C-02A2-47F8-8DE5-A5B697C9DB76}" dt="2024-09-12T09:16:59.444" v="211" actId="47"/>
        <pc:sldMkLst>
          <pc:docMk/>
          <pc:sldMk cId="3615615027" sldId="269"/>
        </pc:sldMkLst>
      </pc:sldChg>
      <pc:sldChg chg="del">
        <pc:chgData name="Langill, T.A. (Tori)" userId="f2a0729f-78d3-40b0-b388-826b4c078191" providerId="ADAL" clId="{9523C47C-02A2-47F8-8DE5-A5B697C9DB76}" dt="2024-09-12T09:17:00.501" v="212" actId="47"/>
        <pc:sldMkLst>
          <pc:docMk/>
          <pc:sldMk cId="2716807067" sldId="270"/>
        </pc:sldMkLst>
      </pc:sldChg>
      <pc:sldChg chg="del">
        <pc:chgData name="Langill, T.A. (Tori)" userId="f2a0729f-78d3-40b0-b388-826b4c078191" providerId="ADAL" clId="{9523C47C-02A2-47F8-8DE5-A5B697C9DB76}" dt="2024-09-12T09:17:02.505" v="213" actId="47"/>
        <pc:sldMkLst>
          <pc:docMk/>
          <pc:sldMk cId="526263813" sldId="271"/>
        </pc:sldMkLst>
      </pc:sldChg>
      <pc:sldChg chg="del">
        <pc:chgData name="Langill, T.A. (Tori)" userId="f2a0729f-78d3-40b0-b388-826b4c078191" providerId="ADAL" clId="{9523C47C-02A2-47F8-8DE5-A5B697C9DB76}" dt="2024-09-12T09:18:27.305" v="214" actId="47"/>
        <pc:sldMkLst>
          <pc:docMk/>
          <pc:sldMk cId="3105345230" sldId="27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857F7-0590-C176-F192-83E22BEA5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DD7F17-5468-DFA7-4B15-B77B11C0B3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A01C1-B4CA-CE90-84CB-7B6737004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5ED6D-6F83-C3E5-810F-08847C77A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8F159-C8FE-76C3-4325-A41ED253F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995688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B281D-6CE2-013E-206B-48CE47622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05CD9-64EC-AC6A-4A53-D80B91B78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630815-616F-CCEF-9880-48EBBC2E2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2F99F-1D4A-8E00-C62A-52D48B439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5D7FD-BACA-A905-E34E-A97EDDF6A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74413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88A5-1328-180D-5FEF-EFDE26E05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F05666-F6D1-6BD1-02C1-20BFB42B1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5E2F8D-25BE-34E5-4FD7-F26FDCD07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C45206-4D82-81BF-D8DF-8871EEC65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9E8F5-AB41-420A-F112-AA70D6E59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4299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21328-4D43-94B9-2CEE-80CA2C74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92D67-4F53-702C-6FA4-8936CEA146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7390D-F307-73AC-549F-E2290D4B7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DCF98-2A7F-ADED-2697-D2769BF6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8D0B6-9468-8222-F237-A4EA940B3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FE3D2-85AB-5E6C-2364-2EAA0A77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4755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A5FF-0A16-8070-A408-3EC8BE4CD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48AA5-F1E5-3794-7542-97831CECA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287D7A-4DF2-BB42-3E9E-E2F3067E9F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015792-9B79-692F-BD7D-FB24699757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059F4B-C4BD-09C2-3C0D-627F610F46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870880-5B7E-0DD0-A571-53E76DABB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5F2CF0-3AB9-F190-AF7E-11FB2B413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621466-4DD8-935E-CC3D-E45AFAAB1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719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9B0F5-7B20-4F6D-5364-D2FBFC00E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CB50E-B12B-1282-9362-0A3E462A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DB9B58-7A4A-1358-E7C7-088A89124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418600-C8DF-85B6-77CA-C74190A0A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36261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E5255-ADFB-2D04-5C46-9B0AE1895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3DE64C-6FCA-F138-83B6-64F1F9D9B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A8257-7EAB-E3CA-B556-A4D3A4335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7994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B9F76-9D0A-B824-F766-AD32F749D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25818-3486-709F-415A-5F61741C3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EBFCC9-776D-2273-FA69-8D9A192824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BD224-E66D-AB7C-9CAA-45B893389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85886-2D8F-40E8-824C-F391525D0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56B37B-FFB9-FFF5-A9A7-5492BE911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7735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E5C72-039F-9BA0-C3A2-B9A5016BC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66B941-99DC-DD6B-2C50-C37C16F26A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781FB5-9906-1266-0EE6-596CC7CA2C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D7730-0037-A6F0-427E-D7181333E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2B4824-73FF-D867-15DF-2C85B0A24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3F04AF-B7AD-FF49-E568-B33F7353B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747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02E3D-74F5-B74F-70D5-A29086454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57D60-21A1-7B0E-82FC-F7FEAA9A16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F6518D-647A-6415-A59A-85A89BDC1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17ADA-DEAF-0A68-9F06-A1608A3BC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68C7D-DCBC-2465-B9B2-470A038A6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84052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B33402-8A24-7202-312A-0B67C4A81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47339A-6B92-904E-034B-8444F7F008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C584D-6B42-A193-8D9B-3E5D9A9CE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F813B-CA14-44B1-7ACB-DC5503D56F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20574-93B1-9F86-806B-545ABB14F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1780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6C4B02-1AF6-5375-AEC1-550C954CE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1405-C0E9-87E1-A030-D7E637B20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15435-3956-C4E2-2FFA-F2E2FC980E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64F12E-40C1-4F8E-9181-BE04FD0E610D}" type="datetimeFigureOut">
              <a:rPr lang="en-NL" smtClean="0"/>
              <a:t>11/11/2024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25BEB5-BA1B-C3AC-738C-0E0C6DBE2A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BF76F-FC55-A361-E07E-4622C5A48C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7E6C19-B22B-40CC-8ADB-95828E20FEEE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22647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EEF0-916C-59EA-DB31-EA697FA47E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NL" dirty="0"/>
              <a:t>Sampling and Validly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2C7887-CA04-FD32-0F3B-DD65742DCC0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NL" dirty="0"/>
              <a:t>Define and give an example of when this would be useful</a:t>
            </a:r>
          </a:p>
        </p:txBody>
      </p:sp>
    </p:spTree>
    <p:extLst>
      <p:ext uri="{BB962C8B-B14F-4D97-AF65-F5344CB8AC3E}">
        <p14:creationId xmlns:p14="http://schemas.microsoft.com/office/powerpoint/2010/main" val="1989211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291556"/>
            <a:ext cx="5762625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Probability Methods?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Probability sampling involves random selection, allowing you to make strong statistical inferences about the whole group.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625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1" y="2291556"/>
            <a:ext cx="4933952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System</a:t>
            </a:r>
            <a:r>
              <a:rPr lang="nl-NL" sz="6000" dirty="0"/>
              <a:t>at</a:t>
            </a:r>
            <a:r>
              <a:rPr lang="en-NL" sz="6000" dirty="0"/>
              <a:t>ic 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A s</a:t>
            </a:r>
            <a:r>
              <a:rPr lang="en-US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ampling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method where researchers select members of the population </a:t>
            </a:r>
            <a:r>
              <a:rPr lang="en-US" b="1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at a regular interval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– for example, by selecting every 15th person on a list of the population.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1338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1" y="2291556"/>
            <a:ext cx="4933952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Simple </a:t>
            </a:r>
            <a:br>
              <a:rPr lang="en-NL" sz="6000" dirty="0"/>
            </a:br>
            <a:r>
              <a:rPr lang="en-NL" sz="6000" dirty="0"/>
              <a:t>Random</a:t>
            </a:r>
            <a:br>
              <a:rPr lang="en-NL" sz="6000" dirty="0"/>
            </a:br>
            <a:r>
              <a:rPr lang="en-NL" sz="6000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sampling</a:t>
            </a: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method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in which the researcher randomly selects a subset of participants from a population.</a:t>
            </a:r>
            <a:endParaRPr lang="en-NL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NL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Each member of the population has an equal chance of being selected.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48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1" y="2291556"/>
            <a:ext cx="4933952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Clustered</a:t>
            </a:r>
            <a:br>
              <a:rPr lang="en-NL" sz="6000" dirty="0"/>
            </a:br>
            <a:r>
              <a:rPr lang="en-NL" sz="6000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This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sampling</a:t>
            </a: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method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 involves dividing a population into clusters, and then randomly selecting a sample of these clusters.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578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1" y="2291556"/>
            <a:ext cx="4933952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Stratified</a:t>
            </a:r>
            <a:br>
              <a:rPr lang="en-NL" sz="6000" dirty="0"/>
            </a:br>
            <a:r>
              <a:rPr lang="en-NL" sz="6000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This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is a method of sampling that involves the division of a population into smaller subgroups known as strata</a:t>
            </a:r>
            <a:endParaRPr lang="en-NL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68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291556"/>
            <a:ext cx="5762625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Non -Probability Methods?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Non-probability sampling involves non-random selection based on convenience or other criteria, allowing you to easily collect data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044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291556"/>
            <a:ext cx="3971925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Quota</a:t>
            </a:r>
            <a:br>
              <a:rPr lang="en-NL" sz="6000" dirty="0"/>
            </a:br>
            <a:r>
              <a:rPr lang="en-NL" sz="6000" dirty="0"/>
              <a:t>Sampling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4" y="1378744"/>
            <a:ext cx="5257801" cy="447675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NL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This is a 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sampling method that relies on the non-random selection of </a:t>
            </a: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people who meet a specific criteria of interest. (People who have a specific characteristic)</a:t>
            </a:r>
          </a:p>
          <a:p>
            <a:pPr marL="0" indent="0">
              <a:buNone/>
            </a:pPr>
            <a:r>
              <a:rPr lang="en-NL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It can also be reflective of a ratio you wish to see in your research. (50/50 men and women)</a:t>
            </a:r>
          </a:p>
          <a:p>
            <a:pPr marL="0" indent="0">
              <a:buNone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..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074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291556"/>
            <a:ext cx="3781425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Snowball </a:t>
            </a:r>
            <a:br>
              <a:rPr lang="en-NL" sz="6000" dirty="0"/>
            </a:br>
            <a:r>
              <a:rPr lang="en-NL" sz="6000" dirty="0"/>
              <a:t>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NL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sampling method where new units are recruited by other units to form part of the sample.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513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291556"/>
            <a:ext cx="5762625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Convenience</a:t>
            </a:r>
            <a:br>
              <a:rPr lang="en-NL" sz="6000" dirty="0"/>
            </a:br>
            <a:r>
              <a:rPr lang="en-NL" sz="6000" dirty="0"/>
              <a:t>Sampling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NL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sampling method where units are selected for inclusion in the sample due to convenience.</a:t>
            </a:r>
            <a:endParaRPr lang="en-NL" dirty="0">
              <a:solidFill>
                <a:schemeClr val="accent1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6380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B3800-73FC-D1DD-11CE-36B27FB85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9650" y="2291556"/>
            <a:ext cx="5762625" cy="1325563"/>
          </a:xfrm>
        </p:spPr>
        <p:txBody>
          <a:bodyPr>
            <a:normAutofit fontScale="90000"/>
          </a:bodyPr>
          <a:lstStyle/>
          <a:p>
            <a:r>
              <a:rPr lang="en-NL" sz="6000" dirty="0"/>
              <a:t>Self-selection</a:t>
            </a:r>
            <a:br>
              <a:rPr lang="en-NL" sz="6000" dirty="0"/>
            </a:br>
            <a:r>
              <a:rPr lang="en-NL" sz="6000" dirty="0"/>
              <a:t>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47982-6E8D-9565-ED2F-5C55CD4446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399" y="1952625"/>
            <a:ext cx="5257801" cy="374808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NL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A sampling method in which the participants volunteer to participate.</a:t>
            </a:r>
            <a:endParaRPr lang="en-NL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172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287</Words>
  <Application>Microsoft Office PowerPoint</Application>
  <PresentationFormat>Breedbeeld</PresentationFormat>
  <Paragraphs>26</Paragraphs>
  <Slides>11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arial</vt:lpstr>
      <vt:lpstr>arial</vt:lpstr>
      <vt:lpstr>Calibri</vt:lpstr>
      <vt:lpstr>Calibri Light</vt:lpstr>
      <vt:lpstr>Office Theme</vt:lpstr>
      <vt:lpstr>Sampling and Validly</vt:lpstr>
      <vt:lpstr>Probability Methods? </vt:lpstr>
      <vt:lpstr>Systematic Sampling </vt:lpstr>
      <vt:lpstr>Simple  Random Sampling </vt:lpstr>
      <vt:lpstr>Clustered Sampling </vt:lpstr>
      <vt:lpstr>Stratified Sampling </vt:lpstr>
      <vt:lpstr>Non -Probability Methods? </vt:lpstr>
      <vt:lpstr>Quota Sampling </vt:lpstr>
      <vt:lpstr>Snowball  sampling</vt:lpstr>
      <vt:lpstr>Convenience Sampling  </vt:lpstr>
      <vt:lpstr>Self-selection Sampling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Sampling and Validly</dc:title>
  <dc:creator>Langill, TA (Tori)</dc:creator>
  <cp:lastModifiedBy>Gijselaers, H.J.M. (Jérôme)</cp:lastModifiedBy>
  <cp:revision>2</cp:revision>
  <dcterms:created xsi:type="dcterms:W3CDTF">2023-02-15T17:20:48Z</dcterms:created>
  <dcterms:modified xsi:type="dcterms:W3CDTF">2024-11-11T10:25:30Z</dcterms:modified>
</cp:coreProperties>
</file>