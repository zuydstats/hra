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4"/>
  </p:sldMasterIdLst>
  <p:notesMasterIdLst>
    <p:notesMasterId r:id="rId57"/>
  </p:notesMasterIdLst>
  <p:handoutMasterIdLst>
    <p:handoutMasterId r:id="rId58"/>
  </p:handoutMasterIdLst>
  <p:sldIdLst>
    <p:sldId id="256" r:id="rId5"/>
    <p:sldId id="257" r:id="rId6"/>
    <p:sldId id="282" r:id="rId7"/>
    <p:sldId id="283" r:id="rId8"/>
    <p:sldId id="284" r:id="rId9"/>
    <p:sldId id="286" r:id="rId10"/>
    <p:sldId id="287" r:id="rId11"/>
    <p:sldId id="288" r:id="rId12"/>
    <p:sldId id="289" r:id="rId13"/>
    <p:sldId id="290" r:id="rId14"/>
    <p:sldId id="291" r:id="rId15"/>
    <p:sldId id="292" r:id="rId16"/>
    <p:sldId id="293" r:id="rId17"/>
    <p:sldId id="295" r:id="rId18"/>
    <p:sldId id="296" r:id="rId19"/>
    <p:sldId id="294" r:id="rId20"/>
    <p:sldId id="297" r:id="rId21"/>
    <p:sldId id="298" r:id="rId22"/>
    <p:sldId id="299" r:id="rId23"/>
    <p:sldId id="300" r:id="rId24"/>
    <p:sldId id="301" r:id="rId25"/>
    <p:sldId id="302" r:id="rId26"/>
    <p:sldId id="303" r:id="rId27"/>
    <p:sldId id="310" r:id="rId28"/>
    <p:sldId id="305" r:id="rId29"/>
    <p:sldId id="306" r:id="rId30"/>
    <p:sldId id="307" r:id="rId31"/>
    <p:sldId id="308" r:id="rId32"/>
    <p:sldId id="311" r:id="rId33"/>
    <p:sldId id="312" r:id="rId34"/>
    <p:sldId id="313" r:id="rId35"/>
    <p:sldId id="314" r:id="rId36"/>
    <p:sldId id="315" r:id="rId37"/>
    <p:sldId id="316" r:id="rId38"/>
    <p:sldId id="317" r:id="rId39"/>
    <p:sldId id="319" r:id="rId40"/>
    <p:sldId id="320" r:id="rId41"/>
    <p:sldId id="321" r:id="rId42"/>
    <p:sldId id="322" r:id="rId43"/>
    <p:sldId id="325" r:id="rId44"/>
    <p:sldId id="326" r:id="rId45"/>
    <p:sldId id="327" r:id="rId46"/>
    <p:sldId id="329" r:id="rId47"/>
    <p:sldId id="328" r:id="rId48"/>
    <p:sldId id="330" r:id="rId49"/>
    <p:sldId id="331" r:id="rId50"/>
    <p:sldId id="332" r:id="rId51"/>
    <p:sldId id="333" r:id="rId52"/>
    <p:sldId id="334" r:id="rId53"/>
    <p:sldId id="335" r:id="rId54"/>
    <p:sldId id="337" r:id="rId55"/>
    <p:sldId id="336" r:id="rId5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A7A7"/>
    <a:srgbClr val="D05F12"/>
    <a:srgbClr val="898989"/>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15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31AE0A8-C755-476C-85C8-239B0B9FFC71}" v="465" dt="2024-11-07T08:19:43.16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84" autoAdjust="0"/>
    <p:restoredTop sz="90655" autoAdjust="0"/>
  </p:normalViewPr>
  <p:slideViewPr>
    <p:cSldViewPr snapToGrid="0">
      <p:cViewPr varScale="1">
        <p:scale>
          <a:sx n="67" d="100"/>
          <a:sy n="67" d="100"/>
        </p:scale>
        <p:origin x="84" y="44"/>
      </p:cViewPr>
      <p:guideLst/>
    </p:cSldViewPr>
  </p:slideViewPr>
  <p:outlineViewPr>
    <p:cViewPr>
      <p:scale>
        <a:sx n="33" d="100"/>
        <a:sy n="33" d="100"/>
      </p:scale>
      <p:origin x="0" y="-2880"/>
    </p:cViewPr>
  </p:outlineViewPr>
  <p:notesTextViewPr>
    <p:cViewPr>
      <p:scale>
        <a:sx n="1" d="1"/>
        <a:sy n="1" d="1"/>
      </p:scale>
      <p:origin x="0" y="0"/>
    </p:cViewPr>
  </p:notesTextViewPr>
  <p:sorterViewPr>
    <p:cViewPr>
      <p:scale>
        <a:sx n="100" d="100"/>
        <a:sy n="100" d="100"/>
      </p:scale>
      <p:origin x="0" y="0"/>
    </p:cViewPr>
  </p:sorterViewPr>
  <p:notesViewPr>
    <p:cSldViewPr snapToGrid="0">
      <p:cViewPr>
        <p:scale>
          <a:sx n="1" d="2"/>
          <a:sy n="1" d="2"/>
        </p:scale>
        <p:origin x="3403" y="298"/>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slide" Target="slides/slide51.xml"/><Relationship Id="rId63" Type="http://schemas.microsoft.com/office/2016/11/relationships/changesInfo" Target="changesInfos/changesInfo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handoutMaster" Target="handoutMasters/handoutMaster1.xml"/><Relationship Id="rId5" Type="http://schemas.openxmlformats.org/officeDocument/2006/relationships/slide" Target="slides/slide1.xml"/><Relationship Id="rId61" Type="http://schemas.openxmlformats.org/officeDocument/2006/relationships/theme" Target="theme/theme1.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microsoft.com/office/2015/10/relationships/revisionInfo" Target="revisionInfo.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presProps" Target="presProps.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notesMaster" Target="notesMasters/notesMaster1.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angill, T.A. (Tori)" userId="f2a0729f-78d3-40b0-b388-826b4c078191" providerId="ADAL" clId="{A31AE0A8-C755-476C-85C8-239B0B9FFC71}"/>
    <pc:docChg chg="undo custSel addSld delSld modSld sldOrd">
      <pc:chgData name="Langill, T.A. (Tori)" userId="f2a0729f-78d3-40b0-b388-826b4c078191" providerId="ADAL" clId="{A31AE0A8-C755-476C-85C8-239B0B9FFC71}" dt="2024-11-07T08:19:43.167" v="5145"/>
      <pc:docMkLst>
        <pc:docMk/>
      </pc:docMkLst>
      <pc:sldChg chg="addSp delSp modSp del">
        <pc:chgData name="Langill, T.A. (Tori)" userId="f2a0729f-78d3-40b0-b388-826b4c078191" providerId="ADAL" clId="{A31AE0A8-C755-476C-85C8-239B0B9FFC71}" dt="2024-11-04T12:22:03.897" v="5129" actId="47"/>
        <pc:sldMkLst>
          <pc:docMk/>
          <pc:sldMk cId="4093089700" sldId="285"/>
        </pc:sldMkLst>
        <pc:picChg chg="add del mod">
          <ac:chgData name="Langill, T.A. (Tori)" userId="f2a0729f-78d3-40b0-b388-826b4c078191" providerId="ADAL" clId="{A31AE0A8-C755-476C-85C8-239B0B9FFC71}" dt="2024-11-04T10:24:36.733" v="4305" actId="478"/>
          <ac:picMkLst>
            <pc:docMk/>
            <pc:sldMk cId="4093089700" sldId="285"/>
            <ac:picMk id="4098" creationId="{0DD7CB38-92AF-B6D9-6A2A-46D3C4F5B96A}"/>
          </ac:picMkLst>
        </pc:picChg>
      </pc:sldChg>
      <pc:sldChg chg="modAnim">
        <pc:chgData name="Langill, T.A. (Tori)" userId="f2a0729f-78d3-40b0-b388-826b4c078191" providerId="ADAL" clId="{A31AE0A8-C755-476C-85C8-239B0B9FFC71}" dt="2024-11-07T08:17:16.574" v="5144"/>
        <pc:sldMkLst>
          <pc:docMk/>
          <pc:sldMk cId="183838710" sldId="295"/>
        </pc:sldMkLst>
      </pc:sldChg>
      <pc:sldChg chg="addSp delSp modSp new mod modAnim">
        <pc:chgData name="Langill, T.A. (Tori)" userId="f2a0729f-78d3-40b0-b388-826b4c078191" providerId="ADAL" clId="{A31AE0A8-C755-476C-85C8-239B0B9FFC71}" dt="2024-11-01T12:12:01.017" v="233"/>
        <pc:sldMkLst>
          <pc:docMk/>
          <pc:sldMk cId="4210667233" sldId="301"/>
        </pc:sldMkLst>
        <pc:spChg chg="mod">
          <ac:chgData name="Langill, T.A. (Tori)" userId="f2a0729f-78d3-40b0-b388-826b4c078191" providerId="ADAL" clId="{A31AE0A8-C755-476C-85C8-239B0B9FFC71}" dt="2024-11-01T12:06:13.681" v="79" actId="1076"/>
          <ac:spMkLst>
            <pc:docMk/>
            <pc:sldMk cId="4210667233" sldId="301"/>
            <ac:spMk id="2" creationId="{3CDC1A62-2283-3EF8-1119-493371E186B1}"/>
          </ac:spMkLst>
        </pc:spChg>
        <pc:spChg chg="del">
          <ac:chgData name="Langill, T.A. (Tori)" userId="f2a0729f-78d3-40b0-b388-826b4c078191" providerId="ADAL" clId="{A31AE0A8-C755-476C-85C8-239B0B9FFC71}" dt="2024-11-01T12:05:03.368" v="25" actId="478"/>
          <ac:spMkLst>
            <pc:docMk/>
            <pc:sldMk cId="4210667233" sldId="301"/>
            <ac:spMk id="3" creationId="{7E0112D1-ECA7-E35D-FC8D-F924D217F0BF}"/>
          </ac:spMkLst>
        </pc:spChg>
        <pc:spChg chg="del">
          <ac:chgData name="Langill, T.A. (Tori)" userId="f2a0729f-78d3-40b0-b388-826b4c078191" providerId="ADAL" clId="{A31AE0A8-C755-476C-85C8-239B0B9FFC71}" dt="2024-11-01T12:05:05.109" v="26" actId="478"/>
          <ac:spMkLst>
            <pc:docMk/>
            <pc:sldMk cId="4210667233" sldId="301"/>
            <ac:spMk id="4" creationId="{F4F1C568-418C-B3C3-D16A-806D3CFEDC1D}"/>
          </ac:spMkLst>
        </pc:spChg>
        <pc:spChg chg="del">
          <ac:chgData name="Langill, T.A. (Tori)" userId="f2a0729f-78d3-40b0-b388-826b4c078191" providerId="ADAL" clId="{A31AE0A8-C755-476C-85C8-239B0B9FFC71}" dt="2024-11-01T12:05:07.630" v="27" actId="478"/>
          <ac:spMkLst>
            <pc:docMk/>
            <pc:sldMk cId="4210667233" sldId="301"/>
            <ac:spMk id="5" creationId="{0A490151-A33F-CBD9-CACF-DB5F4FF106EE}"/>
          </ac:spMkLst>
        </pc:spChg>
        <pc:spChg chg="del">
          <ac:chgData name="Langill, T.A. (Tori)" userId="f2a0729f-78d3-40b0-b388-826b4c078191" providerId="ADAL" clId="{A31AE0A8-C755-476C-85C8-239B0B9FFC71}" dt="2024-11-01T12:05:09.774" v="28" actId="478"/>
          <ac:spMkLst>
            <pc:docMk/>
            <pc:sldMk cId="4210667233" sldId="301"/>
            <ac:spMk id="6" creationId="{B6CDA2E9-3AC6-50B3-62FF-5A3B14C4E255}"/>
          </ac:spMkLst>
        </pc:spChg>
        <pc:spChg chg="add del mod">
          <ac:chgData name="Langill, T.A. (Tori)" userId="f2a0729f-78d3-40b0-b388-826b4c078191" providerId="ADAL" clId="{A31AE0A8-C755-476C-85C8-239B0B9FFC71}" dt="2024-11-01T12:05:24.140" v="33" actId="478"/>
          <ac:spMkLst>
            <pc:docMk/>
            <pc:sldMk cId="4210667233" sldId="301"/>
            <ac:spMk id="9" creationId="{2B00CA47-CC7A-B20F-86E0-5F9760C17AE2}"/>
          </ac:spMkLst>
        </pc:spChg>
        <pc:spChg chg="add mod">
          <ac:chgData name="Langill, T.A. (Tori)" userId="f2a0729f-78d3-40b0-b388-826b4c078191" providerId="ADAL" clId="{A31AE0A8-C755-476C-85C8-239B0B9FFC71}" dt="2024-11-01T12:06:22.339" v="81" actId="1076"/>
          <ac:spMkLst>
            <pc:docMk/>
            <pc:sldMk cId="4210667233" sldId="301"/>
            <ac:spMk id="10" creationId="{86D4BA41-33E4-ED7C-0A0B-CBACA0A2C492}"/>
          </ac:spMkLst>
        </pc:spChg>
        <pc:spChg chg="add del">
          <ac:chgData name="Langill, T.A. (Tori)" userId="f2a0729f-78d3-40b0-b388-826b4c078191" providerId="ADAL" clId="{A31AE0A8-C755-476C-85C8-239B0B9FFC71}" dt="2024-11-01T12:06:38.650" v="83" actId="478"/>
          <ac:spMkLst>
            <pc:docMk/>
            <pc:sldMk cId="4210667233" sldId="301"/>
            <ac:spMk id="11" creationId="{7EF38DB9-E6C0-F2FB-AB3D-2E3E9BDD6555}"/>
          </ac:spMkLst>
        </pc:spChg>
        <pc:spChg chg="add mod">
          <ac:chgData name="Langill, T.A. (Tori)" userId="f2a0729f-78d3-40b0-b388-826b4c078191" providerId="ADAL" clId="{A31AE0A8-C755-476C-85C8-239B0B9FFC71}" dt="2024-11-01T12:06:56.721" v="87" actId="207"/>
          <ac:spMkLst>
            <pc:docMk/>
            <pc:sldMk cId="4210667233" sldId="301"/>
            <ac:spMk id="12" creationId="{F6D40BB0-1232-C941-7A86-40313120832F}"/>
          </ac:spMkLst>
        </pc:spChg>
        <pc:spChg chg="add mod">
          <ac:chgData name="Langill, T.A. (Tori)" userId="f2a0729f-78d3-40b0-b388-826b4c078191" providerId="ADAL" clId="{A31AE0A8-C755-476C-85C8-239B0B9FFC71}" dt="2024-11-01T12:07:49.175" v="118" actId="1035"/>
          <ac:spMkLst>
            <pc:docMk/>
            <pc:sldMk cId="4210667233" sldId="301"/>
            <ac:spMk id="13" creationId="{65B75251-27CE-2417-EDFA-F8304514252B}"/>
          </ac:spMkLst>
        </pc:spChg>
        <pc:spChg chg="add mod">
          <ac:chgData name="Langill, T.A. (Tori)" userId="f2a0729f-78d3-40b0-b388-826b4c078191" providerId="ADAL" clId="{A31AE0A8-C755-476C-85C8-239B0B9FFC71}" dt="2024-11-01T12:08:33.445" v="129" actId="1582"/>
          <ac:spMkLst>
            <pc:docMk/>
            <pc:sldMk cId="4210667233" sldId="301"/>
            <ac:spMk id="20" creationId="{4FE33C8F-DD7A-AD33-8D23-11E088CF8EC7}"/>
          </ac:spMkLst>
        </pc:spChg>
        <pc:spChg chg="add del mod">
          <ac:chgData name="Langill, T.A. (Tori)" userId="f2a0729f-78d3-40b0-b388-826b4c078191" providerId="ADAL" clId="{A31AE0A8-C755-476C-85C8-239B0B9FFC71}" dt="2024-11-01T12:09:29.300" v="145" actId="478"/>
          <ac:spMkLst>
            <pc:docMk/>
            <pc:sldMk cId="4210667233" sldId="301"/>
            <ac:spMk id="21" creationId="{71E74353-35FF-A362-A1BC-F2C903F36960}"/>
          </ac:spMkLst>
        </pc:spChg>
        <pc:spChg chg="add mod">
          <ac:chgData name="Langill, T.A. (Tori)" userId="f2a0729f-78d3-40b0-b388-826b4c078191" providerId="ADAL" clId="{A31AE0A8-C755-476C-85C8-239B0B9FFC71}" dt="2024-11-01T12:11:30.086" v="230" actId="1076"/>
          <ac:spMkLst>
            <pc:docMk/>
            <pc:sldMk cId="4210667233" sldId="301"/>
            <ac:spMk id="22" creationId="{F20BFAA2-CAF0-C68D-0EFC-4F210F230602}"/>
          </ac:spMkLst>
        </pc:spChg>
        <pc:spChg chg="add mod">
          <ac:chgData name="Langill, T.A. (Tori)" userId="f2a0729f-78d3-40b0-b388-826b4c078191" providerId="ADAL" clId="{A31AE0A8-C755-476C-85C8-239B0B9FFC71}" dt="2024-11-01T12:11:26.047" v="229" actId="404"/>
          <ac:spMkLst>
            <pc:docMk/>
            <pc:sldMk cId="4210667233" sldId="301"/>
            <ac:spMk id="23" creationId="{F0E1D3CF-1996-745D-1363-4A6FCE2600B4}"/>
          </ac:spMkLst>
        </pc:spChg>
        <pc:graphicFrameChg chg="add mod">
          <ac:chgData name="Langill, T.A. (Tori)" userId="f2a0729f-78d3-40b0-b388-826b4c078191" providerId="ADAL" clId="{A31AE0A8-C755-476C-85C8-239B0B9FFC71}" dt="2024-11-01T12:06:18.503" v="80" actId="1076"/>
          <ac:graphicFrameMkLst>
            <pc:docMk/>
            <pc:sldMk cId="4210667233" sldId="301"/>
            <ac:graphicFrameMk id="8" creationId="{D8096692-8D9C-44C6-5616-44AC166D7377}"/>
          </ac:graphicFrameMkLst>
        </pc:graphicFrameChg>
        <pc:cxnChg chg="add mod">
          <ac:chgData name="Langill, T.A. (Tori)" userId="f2a0729f-78d3-40b0-b388-826b4c078191" providerId="ADAL" clId="{A31AE0A8-C755-476C-85C8-239B0B9FFC71}" dt="2024-11-01T12:08:02.940" v="121" actId="1582"/>
          <ac:cxnSpMkLst>
            <pc:docMk/>
            <pc:sldMk cId="4210667233" sldId="301"/>
            <ac:cxnSpMk id="15" creationId="{DD98556A-82AA-B717-A477-6B427ED6F327}"/>
          </ac:cxnSpMkLst>
        </pc:cxnChg>
        <pc:cxnChg chg="add mod">
          <ac:chgData name="Langill, T.A. (Tori)" userId="f2a0729f-78d3-40b0-b388-826b4c078191" providerId="ADAL" clId="{A31AE0A8-C755-476C-85C8-239B0B9FFC71}" dt="2024-11-01T12:08:14.419" v="125" actId="14100"/>
          <ac:cxnSpMkLst>
            <pc:docMk/>
            <pc:sldMk cId="4210667233" sldId="301"/>
            <ac:cxnSpMk id="16" creationId="{D6E05777-BE98-1783-F3EF-19B4D4AE951B}"/>
          </ac:cxnSpMkLst>
        </pc:cxnChg>
      </pc:sldChg>
      <pc:sldChg chg="addSp delSp modSp new mod modAnim">
        <pc:chgData name="Langill, T.A. (Tori)" userId="f2a0729f-78d3-40b0-b388-826b4c078191" providerId="ADAL" clId="{A31AE0A8-C755-476C-85C8-239B0B9FFC71}" dt="2024-11-01T12:43:27.794" v="973"/>
        <pc:sldMkLst>
          <pc:docMk/>
          <pc:sldMk cId="208131049" sldId="302"/>
        </pc:sldMkLst>
        <pc:spChg chg="mod">
          <ac:chgData name="Langill, T.A. (Tori)" userId="f2a0729f-78d3-40b0-b388-826b4c078191" providerId="ADAL" clId="{A31AE0A8-C755-476C-85C8-239B0B9FFC71}" dt="2024-11-01T12:14:07.074" v="293" actId="20577"/>
          <ac:spMkLst>
            <pc:docMk/>
            <pc:sldMk cId="208131049" sldId="302"/>
            <ac:spMk id="2" creationId="{02FF8E38-769D-C86D-3947-232F68940CB4}"/>
          </ac:spMkLst>
        </pc:spChg>
        <pc:spChg chg="del">
          <ac:chgData name="Langill, T.A. (Tori)" userId="f2a0729f-78d3-40b0-b388-826b4c078191" providerId="ADAL" clId="{A31AE0A8-C755-476C-85C8-239B0B9FFC71}" dt="2024-11-01T12:12:50.815" v="257" actId="478"/>
          <ac:spMkLst>
            <pc:docMk/>
            <pc:sldMk cId="208131049" sldId="302"/>
            <ac:spMk id="3" creationId="{BF8E7731-39C1-8D10-36A2-374ADA5261C6}"/>
          </ac:spMkLst>
        </pc:spChg>
        <pc:spChg chg="add mod">
          <ac:chgData name="Langill, T.A. (Tori)" userId="f2a0729f-78d3-40b0-b388-826b4c078191" providerId="ADAL" clId="{A31AE0A8-C755-476C-85C8-239B0B9FFC71}" dt="2024-11-01T12:14:33.398" v="302" actId="20577"/>
          <ac:spMkLst>
            <pc:docMk/>
            <pc:sldMk cId="208131049" sldId="302"/>
            <ac:spMk id="6" creationId="{A5B42969-BA00-2C9F-DB78-9E975F054AD9}"/>
          </ac:spMkLst>
        </pc:spChg>
        <pc:spChg chg="add del mod">
          <ac:chgData name="Langill, T.A. (Tori)" userId="f2a0729f-78d3-40b0-b388-826b4c078191" providerId="ADAL" clId="{A31AE0A8-C755-476C-85C8-239B0B9FFC71}" dt="2024-11-01T12:14:17.457" v="294" actId="478"/>
          <ac:spMkLst>
            <pc:docMk/>
            <pc:sldMk cId="208131049" sldId="302"/>
            <ac:spMk id="8" creationId="{1535BA6A-511D-5DB4-0249-B713AB468C40}"/>
          </ac:spMkLst>
        </pc:spChg>
        <pc:spChg chg="add mod">
          <ac:chgData name="Langill, T.A. (Tori)" userId="f2a0729f-78d3-40b0-b388-826b4c078191" providerId="ADAL" clId="{A31AE0A8-C755-476C-85C8-239B0B9FFC71}" dt="2024-11-01T12:14:44.303" v="305" actId="1076"/>
          <ac:spMkLst>
            <pc:docMk/>
            <pc:sldMk cId="208131049" sldId="302"/>
            <ac:spMk id="9" creationId="{D7740C0F-626D-CE9F-FFD1-08722E48943E}"/>
          </ac:spMkLst>
        </pc:spChg>
        <pc:spChg chg="add mod">
          <ac:chgData name="Langill, T.A. (Tori)" userId="f2a0729f-78d3-40b0-b388-826b4c078191" providerId="ADAL" clId="{A31AE0A8-C755-476C-85C8-239B0B9FFC71}" dt="2024-11-01T12:15:06.793" v="342" actId="14100"/>
          <ac:spMkLst>
            <pc:docMk/>
            <pc:sldMk cId="208131049" sldId="302"/>
            <ac:spMk id="10" creationId="{BA8095A3-C2EF-149A-1991-12143A6BFC26}"/>
          </ac:spMkLst>
        </pc:spChg>
        <pc:spChg chg="add mod">
          <ac:chgData name="Langill, T.A. (Tori)" userId="f2a0729f-78d3-40b0-b388-826b4c078191" providerId="ADAL" clId="{A31AE0A8-C755-476C-85C8-239B0B9FFC71}" dt="2024-11-01T12:15:37.947" v="356" actId="1035"/>
          <ac:spMkLst>
            <pc:docMk/>
            <pc:sldMk cId="208131049" sldId="302"/>
            <ac:spMk id="11" creationId="{384E9646-2F3D-0038-C304-227B7CA03B39}"/>
          </ac:spMkLst>
        </pc:spChg>
        <pc:graphicFrameChg chg="add mod">
          <ac:chgData name="Langill, T.A. (Tori)" userId="f2a0729f-78d3-40b0-b388-826b4c078191" providerId="ADAL" clId="{A31AE0A8-C755-476C-85C8-239B0B9FFC71}" dt="2024-11-01T12:14:41.306" v="304" actId="1076"/>
          <ac:graphicFrameMkLst>
            <pc:docMk/>
            <pc:sldMk cId="208131049" sldId="302"/>
            <ac:graphicFrameMk id="5" creationId="{1B7DCA64-E15D-C211-F382-0A1533567D42}"/>
          </ac:graphicFrameMkLst>
        </pc:graphicFrameChg>
        <pc:graphicFrameChg chg="add mod">
          <ac:chgData name="Langill, T.A. (Tori)" userId="f2a0729f-78d3-40b0-b388-826b4c078191" providerId="ADAL" clId="{A31AE0A8-C755-476C-85C8-239B0B9FFC71}" dt="2024-11-01T12:15:12.348" v="343" actId="1076"/>
          <ac:graphicFrameMkLst>
            <pc:docMk/>
            <pc:sldMk cId="208131049" sldId="302"/>
            <ac:graphicFrameMk id="7" creationId="{85FB27A8-F7A5-814E-6B7E-06FF802B499C}"/>
          </ac:graphicFrameMkLst>
        </pc:graphicFrameChg>
      </pc:sldChg>
      <pc:sldChg chg="addSp modSp new mod modAnim">
        <pc:chgData name="Langill, T.A. (Tori)" userId="f2a0729f-78d3-40b0-b388-826b4c078191" providerId="ADAL" clId="{A31AE0A8-C755-476C-85C8-239B0B9FFC71}" dt="2024-11-01T12:17:55.668" v="380"/>
        <pc:sldMkLst>
          <pc:docMk/>
          <pc:sldMk cId="1982135783" sldId="303"/>
        </pc:sldMkLst>
        <pc:spChg chg="add mod">
          <ac:chgData name="Langill, T.A. (Tori)" userId="f2a0729f-78d3-40b0-b388-826b4c078191" providerId="ADAL" clId="{A31AE0A8-C755-476C-85C8-239B0B9FFC71}" dt="2024-11-01T12:16:57.167" v="366" actId="1076"/>
          <ac:spMkLst>
            <pc:docMk/>
            <pc:sldMk cId="1982135783" sldId="303"/>
            <ac:spMk id="3" creationId="{6ED69DA2-43F8-BA49-856E-46C234A59481}"/>
          </ac:spMkLst>
        </pc:spChg>
        <pc:spChg chg="add mod">
          <ac:chgData name="Langill, T.A. (Tori)" userId="f2a0729f-78d3-40b0-b388-826b4c078191" providerId="ADAL" clId="{A31AE0A8-C755-476C-85C8-239B0B9FFC71}" dt="2024-11-01T12:17:22.877" v="372" actId="1582"/>
          <ac:spMkLst>
            <pc:docMk/>
            <pc:sldMk cId="1982135783" sldId="303"/>
            <ac:spMk id="4" creationId="{19AD0F14-0879-96C0-8534-FB915D722473}"/>
          </ac:spMkLst>
        </pc:spChg>
        <pc:spChg chg="add mod">
          <ac:chgData name="Langill, T.A. (Tori)" userId="f2a0729f-78d3-40b0-b388-826b4c078191" providerId="ADAL" clId="{A31AE0A8-C755-476C-85C8-239B0B9FFC71}" dt="2024-11-01T12:17:33.673" v="375"/>
          <ac:spMkLst>
            <pc:docMk/>
            <pc:sldMk cId="1982135783" sldId="303"/>
            <ac:spMk id="5" creationId="{C83A5055-F4B0-5550-D507-660704790BC5}"/>
          </ac:spMkLst>
        </pc:spChg>
        <pc:spChg chg="add mod">
          <ac:chgData name="Langill, T.A. (Tori)" userId="f2a0729f-78d3-40b0-b388-826b4c078191" providerId="ADAL" clId="{A31AE0A8-C755-476C-85C8-239B0B9FFC71}" dt="2024-11-01T12:17:52.447" v="379" actId="14100"/>
          <ac:spMkLst>
            <pc:docMk/>
            <pc:sldMk cId="1982135783" sldId="303"/>
            <ac:spMk id="6" creationId="{3E946CA7-B831-44FF-FCB1-16F50A26E569}"/>
          </ac:spMkLst>
        </pc:spChg>
        <pc:picChg chg="add mod">
          <ac:chgData name="Langill, T.A. (Tori)" userId="f2a0729f-78d3-40b0-b388-826b4c078191" providerId="ADAL" clId="{A31AE0A8-C755-476C-85C8-239B0B9FFC71}" dt="2024-11-01T12:17:04.873" v="368" actId="1076"/>
          <ac:picMkLst>
            <pc:docMk/>
            <pc:sldMk cId="1982135783" sldId="303"/>
            <ac:picMk id="14338" creationId="{F40C67B7-3DA5-F883-8C23-1742E7EB8F1C}"/>
          </ac:picMkLst>
        </pc:picChg>
      </pc:sldChg>
      <pc:sldChg chg="addSp delSp modSp new del mod">
        <pc:chgData name="Langill, T.A. (Tori)" userId="f2a0729f-78d3-40b0-b388-826b4c078191" providerId="ADAL" clId="{A31AE0A8-C755-476C-85C8-239B0B9FFC71}" dt="2024-11-01T12:19:59.641" v="417" actId="2696"/>
        <pc:sldMkLst>
          <pc:docMk/>
          <pc:sldMk cId="331251086" sldId="304"/>
        </pc:sldMkLst>
        <pc:spChg chg="mod">
          <ac:chgData name="Langill, T.A. (Tori)" userId="f2a0729f-78d3-40b0-b388-826b4c078191" providerId="ADAL" clId="{A31AE0A8-C755-476C-85C8-239B0B9FFC71}" dt="2024-11-01T12:18:27.838" v="392" actId="20577"/>
          <ac:spMkLst>
            <pc:docMk/>
            <pc:sldMk cId="331251086" sldId="304"/>
            <ac:spMk id="2" creationId="{967F2AAD-1F86-0B3A-6973-FF4D14D3B768}"/>
          </ac:spMkLst>
        </pc:spChg>
        <pc:spChg chg="del">
          <ac:chgData name="Langill, T.A. (Tori)" userId="f2a0729f-78d3-40b0-b388-826b4c078191" providerId="ADAL" clId="{A31AE0A8-C755-476C-85C8-239B0B9FFC71}" dt="2024-11-01T12:18:31.942" v="393" actId="478"/>
          <ac:spMkLst>
            <pc:docMk/>
            <pc:sldMk cId="331251086" sldId="304"/>
            <ac:spMk id="3" creationId="{C4162F1E-3B94-62C5-B189-90F062BCAA5C}"/>
          </ac:spMkLst>
        </pc:spChg>
        <pc:picChg chg="add mod">
          <ac:chgData name="Langill, T.A. (Tori)" userId="f2a0729f-78d3-40b0-b388-826b4c078191" providerId="ADAL" clId="{A31AE0A8-C755-476C-85C8-239B0B9FFC71}" dt="2024-11-01T12:19:10.383" v="396" actId="1076"/>
          <ac:picMkLst>
            <pc:docMk/>
            <pc:sldMk cId="331251086" sldId="304"/>
            <ac:picMk id="15362" creationId="{0D927EB2-AA5F-1396-7A6C-548308218A42}"/>
          </ac:picMkLst>
        </pc:picChg>
      </pc:sldChg>
      <pc:sldChg chg="addSp delSp modSp new mod modAnim">
        <pc:chgData name="Langill, T.A. (Tori)" userId="f2a0729f-78d3-40b0-b388-826b4c078191" providerId="ADAL" clId="{A31AE0A8-C755-476C-85C8-239B0B9FFC71}" dt="2024-11-01T12:21:05.227" v="439"/>
        <pc:sldMkLst>
          <pc:docMk/>
          <pc:sldMk cId="1734878996" sldId="305"/>
        </pc:sldMkLst>
        <pc:spChg chg="mod">
          <ac:chgData name="Langill, T.A. (Tori)" userId="f2a0729f-78d3-40b0-b388-826b4c078191" providerId="ADAL" clId="{A31AE0A8-C755-476C-85C8-239B0B9FFC71}" dt="2024-11-01T12:20:41.250" v="435" actId="1076"/>
          <ac:spMkLst>
            <pc:docMk/>
            <pc:sldMk cId="1734878996" sldId="305"/>
            <ac:spMk id="2" creationId="{258D7EE2-A2E0-089F-E21C-B0B60BC82037}"/>
          </ac:spMkLst>
        </pc:spChg>
        <pc:spChg chg="del">
          <ac:chgData name="Langill, T.A. (Tori)" userId="f2a0729f-78d3-40b0-b388-826b4c078191" providerId="ADAL" clId="{A31AE0A8-C755-476C-85C8-239B0B9FFC71}" dt="2024-11-01T12:20:12.948" v="419" actId="478"/>
          <ac:spMkLst>
            <pc:docMk/>
            <pc:sldMk cId="1734878996" sldId="305"/>
            <ac:spMk id="3" creationId="{CD778F80-1C10-CCC1-4B0E-B4238EF6AAA4}"/>
          </ac:spMkLst>
        </pc:spChg>
        <pc:picChg chg="add mod">
          <ac:chgData name="Langill, T.A. (Tori)" userId="f2a0729f-78d3-40b0-b388-826b4c078191" providerId="ADAL" clId="{A31AE0A8-C755-476C-85C8-239B0B9FFC71}" dt="2024-11-01T12:20:07.858" v="418" actId="14100"/>
          <ac:picMkLst>
            <pc:docMk/>
            <pc:sldMk cId="1734878996" sldId="305"/>
            <ac:picMk id="4" creationId="{3482E651-B1EB-CC8B-9C33-C5C99A3F66D7}"/>
          </ac:picMkLst>
        </pc:picChg>
        <pc:cxnChg chg="add mod">
          <ac:chgData name="Langill, T.A. (Tori)" userId="f2a0729f-78d3-40b0-b388-826b4c078191" providerId="ADAL" clId="{A31AE0A8-C755-476C-85C8-239B0B9FFC71}" dt="2024-11-01T12:21:01.404" v="438" actId="1582"/>
          <ac:cxnSpMkLst>
            <pc:docMk/>
            <pc:sldMk cId="1734878996" sldId="305"/>
            <ac:cxnSpMk id="6" creationId="{610F5AB4-8BA5-C150-25CF-84FD11C8C15F}"/>
          </ac:cxnSpMkLst>
        </pc:cxnChg>
      </pc:sldChg>
      <pc:sldChg chg="addSp delSp modSp new mod modAnim">
        <pc:chgData name="Langill, T.A. (Tori)" userId="f2a0729f-78d3-40b0-b388-826b4c078191" providerId="ADAL" clId="{A31AE0A8-C755-476C-85C8-239B0B9FFC71}" dt="2024-11-01T12:30:49.003" v="576"/>
        <pc:sldMkLst>
          <pc:docMk/>
          <pc:sldMk cId="4140796262" sldId="306"/>
        </pc:sldMkLst>
        <pc:spChg chg="mod">
          <ac:chgData name="Langill, T.A. (Tori)" userId="f2a0729f-78d3-40b0-b388-826b4c078191" providerId="ADAL" clId="{A31AE0A8-C755-476C-85C8-239B0B9FFC71}" dt="2024-11-01T12:26:34.049" v="490" actId="20577"/>
          <ac:spMkLst>
            <pc:docMk/>
            <pc:sldMk cId="4140796262" sldId="306"/>
            <ac:spMk id="2" creationId="{0C023BBF-DBA5-66FA-2C9F-9E2A94FAF336}"/>
          </ac:spMkLst>
        </pc:spChg>
        <pc:spChg chg="del">
          <ac:chgData name="Langill, T.A. (Tori)" userId="f2a0729f-78d3-40b0-b388-826b4c078191" providerId="ADAL" clId="{A31AE0A8-C755-476C-85C8-239B0B9FFC71}" dt="2024-11-01T12:26:35.904" v="491"/>
          <ac:spMkLst>
            <pc:docMk/>
            <pc:sldMk cId="4140796262" sldId="306"/>
            <ac:spMk id="3" creationId="{53070656-31C0-91EC-6174-08227D06B4D2}"/>
          </ac:spMkLst>
        </pc:spChg>
        <pc:spChg chg="add mod">
          <ac:chgData name="Langill, T.A. (Tori)" userId="f2a0729f-78d3-40b0-b388-826b4c078191" providerId="ADAL" clId="{A31AE0A8-C755-476C-85C8-239B0B9FFC71}" dt="2024-11-01T12:26:45.016" v="493" actId="20577"/>
          <ac:spMkLst>
            <pc:docMk/>
            <pc:sldMk cId="4140796262" sldId="306"/>
            <ac:spMk id="6" creationId="{C10CCCB9-8EAB-2A15-43F1-029DF10E82AC}"/>
          </ac:spMkLst>
        </pc:spChg>
        <pc:spChg chg="add mod">
          <ac:chgData name="Langill, T.A. (Tori)" userId="f2a0729f-78d3-40b0-b388-826b4c078191" providerId="ADAL" clId="{A31AE0A8-C755-476C-85C8-239B0B9FFC71}" dt="2024-11-01T12:27:50.896" v="533" actId="1076"/>
          <ac:spMkLst>
            <pc:docMk/>
            <pc:sldMk cId="4140796262" sldId="306"/>
            <ac:spMk id="7" creationId="{5056D5E4-9E04-7ADD-9604-4B868892C3C2}"/>
          </ac:spMkLst>
        </pc:spChg>
        <pc:spChg chg="add mod">
          <ac:chgData name="Langill, T.A. (Tori)" userId="f2a0729f-78d3-40b0-b388-826b4c078191" providerId="ADAL" clId="{A31AE0A8-C755-476C-85C8-239B0B9FFC71}" dt="2024-11-01T12:28:31.486" v="552" actId="14100"/>
          <ac:spMkLst>
            <pc:docMk/>
            <pc:sldMk cId="4140796262" sldId="306"/>
            <ac:spMk id="8" creationId="{7CC04334-D6D0-7438-1B43-9845BC427253}"/>
          </ac:spMkLst>
        </pc:spChg>
        <pc:spChg chg="add mod">
          <ac:chgData name="Langill, T.A. (Tori)" userId="f2a0729f-78d3-40b0-b388-826b4c078191" providerId="ADAL" clId="{A31AE0A8-C755-476C-85C8-239B0B9FFC71}" dt="2024-11-01T12:30:07.324" v="570" actId="1036"/>
          <ac:spMkLst>
            <pc:docMk/>
            <pc:sldMk cId="4140796262" sldId="306"/>
            <ac:spMk id="11" creationId="{1A5241AF-EFCF-764A-D8F6-AE63CA11A072}"/>
          </ac:spMkLst>
        </pc:spChg>
        <pc:graphicFrameChg chg="add mod">
          <ac:chgData name="Langill, T.A. (Tori)" userId="f2a0729f-78d3-40b0-b388-826b4c078191" providerId="ADAL" clId="{A31AE0A8-C755-476C-85C8-239B0B9FFC71}" dt="2024-11-01T12:26:39.598" v="492" actId="1076"/>
          <ac:graphicFrameMkLst>
            <pc:docMk/>
            <pc:sldMk cId="4140796262" sldId="306"/>
            <ac:graphicFrameMk id="5" creationId="{E6F839A6-3CBE-A249-6390-FBFD76E14283}"/>
          </ac:graphicFrameMkLst>
        </pc:graphicFrameChg>
        <pc:cxnChg chg="add mod">
          <ac:chgData name="Langill, T.A. (Tori)" userId="f2a0729f-78d3-40b0-b388-826b4c078191" providerId="ADAL" clId="{A31AE0A8-C755-476C-85C8-239B0B9FFC71}" dt="2024-11-01T12:30:33.687" v="574" actId="14100"/>
          <ac:cxnSpMkLst>
            <pc:docMk/>
            <pc:sldMk cId="4140796262" sldId="306"/>
            <ac:cxnSpMk id="10" creationId="{2AEE6967-A88C-C432-A487-2060AB88BD24}"/>
          </ac:cxnSpMkLst>
        </pc:cxnChg>
        <pc:cxnChg chg="add mod">
          <ac:chgData name="Langill, T.A. (Tori)" userId="f2a0729f-78d3-40b0-b388-826b4c078191" providerId="ADAL" clId="{A31AE0A8-C755-476C-85C8-239B0B9FFC71}" dt="2024-11-01T12:30:37.780" v="575" actId="14100"/>
          <ac:cxnSpMkLst>
            <pc:docMk/>
            <pc:sldMk cId="4140796262" sldId="306"/>
            <ac:cxnSpMk id="13" creationId="{6CE87376-512C-FB9C-AE1A-A9A0E61E7D12}"/>
          </ac:cxnSpMkLst>
        </pc:cxnChg>
      </pc:sldChg>
      <pc:sldChg chg="addSp modSp new mod">
        <pc:chgData name="Langill, T.A. (Tori)" userId="f2a0729f-78d3-40b0-b388-826b4c078191" providerId="ADAL" clId="{A31AE0A8-C755-476C-85C8-239B0B9FFC71}" dt="2024-11-01T12:35:11.917" v="835" actId="404"/>
        <pc:sldMkLst>
          <pc:docMk/>
          <pc:sldMk cId="706166358" sldId="307"/>
        </pc:sldMkLst>
        <pc:spChg chg="add mod">
          <ac:chgData name="Langill, T.A. (Tori)" userId="f2a0729f-78d3-40b0-b388-826b4c078191" providerId="ADAL" clId="{A31AE0A8-C755-476C-85C8-239B0B9FFC71}" dt="2024-11-01T12:31:36.164" v="591" actId="20577"/>
          <ac:spMkLst>
            <pc:docMk/>
            <pc:sldMk cId="706166358" sldId="307"/>
            <ac:spMk id="3" creationId="{8187C520-266C-B92D-6C95-0C40AB668129}"/>
          </ac:spMkLst>
        </pc:spChg>
        <pc:spChg chg="add mod">
          <ac:chgData name="Langill, T.A. (Tori)" userId="f2a0729f-78d3-40b0-b388-826b4c078191" providerId="ADAL" clId="{A31AE0A8-C755-476C-85C8-239B0B9FFC71}" dt="2024-11-01T12:31:31.902" v="585" actId="20577"/>
          <ac:spMkLst>
            <pc:docMk/>
            <pc:sldMk cId="706166358" sldId="307"/>
            <ac:spMk id="4" creationId="{6F5D37A2-1CCA-DB40-21A3-0ED44F015520}"/>
          </ac:spMkLst>
        </pc:spChg>
        <pc:spChg chg="add mod">
          <ac:chgData name="Langill, T.A. (Tori)" userId="f2a0729f-78d3-40b0-b388-826b4c078191" providerId="ADAL" clId="{A31AE0A8-C755-476C-85C8-239B0B9FFC71}" dt="2024-11-01T12:31:46.009" v="595" actId="20577"/>
          <ac:spMkLst>
            <pc:docMk/>
            <pc:sldMk cId="706166358" sldId="307"/>
            <ac:spMk id="5" creationId="{3E4F7BE1-7C3B-C31C-AD0D-DBE498A9CDB8}"/>
          </ac:spMkLst>
        </pc:spChg>
        <pc:spChg chg="add mod">
          <ac:chgData name="Langill, T.A. (Tori)" userId="f2a0729f-78d3-40b0-b388-826b4c078191" providerId="ADAL" clId="{A31AE0A8-C755-476C-85C8-239B0B9FFC71}" dt="2024-11-01T12:35:11.917" v="835" actId="404"/>
          <ac:spMkLst>
            <pc:docMk/>
            <pc:sldMk cId="706166358" sldId="307"/>
            <ac:spMk id="10" creationId="{FCE8ACC7-FBEC-9655-EB30-2924BAF3D6B8}"/>
          </ac:spMkLst>
        </pc:spChg>
        <pc:spChg chg="add mod">
          <ac:chgData name="Langill, T.A. (Tori)" userId="f2a0729f-78d3-40b0-b388-826b4c078191" providerId="ADAL" clId="{A31AE0A8-C755-476C-85C8-239B0B9FFC71}" dt="2024-11-01T12:35:04.091" v="832" actId="403"/>
          <ac:spMkLst>
            <pc:docMk/>
            <pc:sldMk cId="706166358" sldId="307"/>
            <ac:spMk id="11" creationId="{DA49CE33-62C2-3952-5051-F386A3FFA4B1}"/>
          </ac:spMkLst>
        </pc:spChg>
        <pc:spChg chg="add mod">
          <ac:chgData name="Langill, T.A. (Tori)" userId="f2a0729f-78d3-40b0-b388-826b4c078191" providerId="ADAL" clId="{A31AE0A8-C755-476C-85C8-239B0B9FFC71}" dt="2024-11-01T12:34:06.758" v="745" actId="1076"/>
          <ac:spMkLst>
            <pc:docMk/>
            <pc:sldMk cId="706166358" sldId="307"/>
            <ac:spMk id="12" creationId="{8AB139FC-9DD4-730A-56EE-C05E19AC617F}"/>
          </ac:spMkLst>
        </pc:spChg>
        <pc:spChg chg="add mod">
          <ac:chgData name="Langill, T.A. (Tori)" userId="f2a0729f-78d3-40b0-b388-826b4c078191" providerId="ADAL" clId="{A31AE0A8-C755-476C-85C8-239B0B9FFC71}" dt="2024-11-01T12:33:58.738" v="744" actId="20577"/>
          <ac:spMkLst>
            <pc:docMk/>
            <pc:sldMk cId="706166358" sldId="307"/>
            <ac:spMk id="13" creationId="{2EE1BE0F-3FEA-0A86-235D-06173A489D19}"/>
          </ac:spMkLst>
        </pc:spChg>
        <pc:spChg chg="add mod">
          <ac:chgData name="Langill, T.A. (Tori)" userId="f2a0729f-78d3-40b0-b388-826b4c078191" providerId="ADAL" clId="{A31AE0A8-C755-476C-85C8-239B0B9FFC71}" dt="2024-11-01T12:34:51.147" v="828" actId="1035"/>
          <ac:spMkLst>
            <pc:docMk/>
            <pc:sldMk cId="706166358" sldId="307"/>
            <ac:spMk id="14" creationId="{269B47E6-089A-F2C9-4B69-06C3F8B91510}"/>
          </ac:spMkLst>
        </pc:spChg>
        <pc:cxnChg chg="add mod">
          <ac:chgData name="Langill, T.A. (Tori)" userId="f2a0729f-78d3-40b0-b388-826b4c078191" providerId="ADAL" clId="{A31AE0A8-C755-476C-85C8-239B0B9FFC71}" dt="2024-11-01T12:32:12.263" v="600" actId="1582"/>
          <ac:cxnSpMkLst>
            <pc:docMk/>
            <pc:sldMk cId="706166358" sldId="307"/>
            <ac:cxnSpMk id="7" creationId="{2383DB3B-8EEB-5003-B9EB-1AE726B4AA67}"/>
          </ac:cxnSpMkLst>
        </pc:cxnChg>
        <pc:cxnChg chg="add mod">
          <ac:chgData name="Langill, T.A. (Tori)" userId="f2a0729f-78d3-40b0-b388-826b4c078191" providerId="ADAL" clId="{A31AE0A8-C755-476C-85C8-239B0B9FFC71}" dt="2024-11-01T12:32:27.994" v="603" actId="1582"/>
          <ac:cxnSpMkLst>
            <pc:docMk/>
            <pc:sldMk cId="706166358" sldId="307"/>
            <ac:cxnSpMk id="9" creationId="{7B166273-B138-1F04-79BD-674C3626AC87}"/>
          </ac:cxnSpMkLst>
        </pc:cxnChg>
      </pc:sldChg>
      <pc:sldChg chg="addSp modSp new mod modAnim">
        <pc:chgData name="Langill, T.A. (Tori)" userId="f2a0729f-78d3-40b0-b388-826b4c078191" providerId="ADAL" clId="{A31AE0A8-C755-476C-85C8-239B0B9FFC71}" dt="2024-11-01T12:37:58.004" v="971"/>
        <pc:sldMkLst>
          <pc:docMk/>
          <pc:sldMk cId="3317819200" sldId="308"/>
        </pc:sldMkLst>
        <pc:spChg chg="add mod">
          <ac:chgData name="Langill, T.A. (Tori)" userId="f2a0729f-78d3-40b0-b388-826b4c078191" providerId="ADAL" clId="{A31AE0A8-C755-476C-85C8-239B0B9FFC71}" dt="2024-11-01T12:37:42.161" v="966" actId="1076"/>
          <ac:spMkLst>
            <pc:docMk/>
            <pc:sldMk cId="3317819200" sldId="308"/>
            <ac:spMk id="3" creationId="{674AF5C7-58D5-8EA1-C4B8-A618A0100C5B}"/>
          </ac:spMkLst>
        </pc:spChg>
        <pc:spChg chg="add mod">
          <ac:chgData name="Langill, T.A. (Tori)" userId="f2a0729f-78d3-40b0-b388-826b4c078191" providerId="ADAL" clId="{A31AE0A8-C755-476C-85C8-239B0B9FFC71}" dt="2024-11-01T12:37:48.352" v="970" actId="403"/>
          <ac:spMkLst>
            <pc:docMk/>
            <pc:sldMk cId="3317819200" sldId="308"/>
            <ac:spMk id="4" creationId="{75CD1907-ECC3-109F-FDC8-03440117DEE9}"/>
          </ac:spMkLst>
        </pc:spChg>
        <pc:picChg chg="add mod">
          <ac:chgData name="Langill, T.A. (Tori)" userId="f2a0729f-78d3-40b0-b388-826b4c078191" providerId="ADAL" clId="{A31AE0A8-C755-476C-85C8-239B0B9FFC71}" dt="2024-11-01T12:37:39.460" v="965" actId="1076"/>
          <ac:picMkLst>
            <pc:docMk/>
            <pc:sldMk cId="3317819200" sldId="308"/>
            <ac:picMk id="18434" creationId="{369D6C89-DF4B-B509-1897-CD4FDD75FD77}"/>
          </ac:picMkLst>
        </pc:picChg>
      </pc:sldChg>
      <pc:sldChg chg="addSp new del">
        <pc:chgData name="Langill, T.A. (Tori)" userId="f2a0729f-78d3-40b0-b388-826b4c078191" providerId="ADAL" clId="{A31AE0A8-C755-476C-85C8-239B0B9FFC71}" dt="2024-11-04T12:22:05.821" v="5130" actId="47"/>
        <pc:sldMkLst>
          <pc:docMk/>
          <pc:sldMk cId="3303044116" sldId="309"/>
        </pc:sldMkLst>
        <pc:picChg chg="add">
          <ac:chgData name="Langill, T.A. (Tori)" userId="f2a0729f-78d3-40b0-b388-826b4c078191" providerId="ADAL" clId="{A31AE0A8-C755-476C-85C8-239B0B9FFC71}" dt="2024-11-01T12:45:40.978" v="975"/>
          <ac:picMkLst>
            <pc:docMk/>
            <pc:sldMk cId="3303044116" sldId="309"/>
            <ac:picMk id="1026" creationId="{020024A1-E7BF-6084-A15B-8EBF22021628}"/>
          </ac:picMkLst>
        </pc:picChg>
      </pc:sldChg>
      <pc:sldChg chg="addSp delSp modSp new mod delAnim modAnim">
        <pc:chgData name="Langill, T.A. (Tori)" userId="f2a0729f-78d3-40b0-b388-826b4c078191" providerId="ADAL" clId="{A31AE0A8-C755-476C-85C8-239B0B9FFC71}" dt="2024-11-04T08:19:36.847" v="1083"/>
        <pc:sldMkLst>
          <pc:docMk/>
          <pc:sldMk cId="728770480" sldId="310"/>
        </pc:sldMkLst>
        <pc:spChg chg="add mod">
          <ac:chgData name="Langill, T.A. (Tori)" userId="f2a0729f-78d3-40b0-b388-826b4c078191" providerId="ADAL" clId="{A31AE0A8-C755-476C-85C8-239B0B9FFC71}" dt="2024-11-04T08:17:32.784" v="986"/>
          <ac:spMkLst>
            <pc:docMk/>
            <pc:sldMk cId="728770480" sldId="310"/>
            <ac:spMk id="3" creationId="{73B29075-845B-6399-8E4E-D93A85C41785}"/>
          </ac:spMkLst>
        </pc:spChg>
        <pc:spChg chg="add mod">
          <ac:chgData name="Langill, T.A. (Tori)" userId="f2a0729f-78d3-40b0-b388-826b4c078191" providerId="ADAL" clId="{A31AE0A8-C755-476C-85C8-239B0B9FFC71}" dt="2024-11-04T08:17:51.469" v="1010" actId="1036"/>
          <ac:spMkLst>
            <pc:docMk/>
            <pc:sldMk cId="728770480" sldId="310"/>
            <ac:spMk id="4" creationId="{59B16A45-0427-FEC2-AE96-4D74B08C3DAE}"/>
          </ac:spMkLst>
        </pc:spChg>
        <pc:spChg chg="add del mod">
          <ac:chgData name="Langill, T.A. (Tori)" userId="f2a0729f-78d3-40b0-b388-826b4c078191" providerId="ADAL" clId="{A31AE0A8-C755-476C-85C8-239B0B9FFC71}" dt="2024-11-04T08:19:31.946" v="1082" actId="478"/>
          <ac:spMkLst>
            <pc:docMk/>
            <pc:sldMk cId="728770480" sldId="310"/>
            <ac:spMk id="5" creationId="{A18C450F-C80B-1703-A74E-5DBCA8E14F49}"/>
          </ac:spMkLst>
        </pc:spChg>
        <pc:spChg chg="add mod">
          <ac:chgData name="Langill, T.A. (Tori)" userId="f2a0729f-78d3-40b0-b388-826b4c078191" providerId="ADAL" clId="{A31AE0A8-C755-476C-85C8-239B0B9FFC71}" dt="2024-11-04T08:19:18.727" v="1080" actId="1076"/>
          <ac:spMkLst>
            <pc:docMk/>
            <pc:sldMk cId="728770480" sldId="310"/>
            <ac:spMk id="6" creationId="{4D130D25-DA96-3F57-61DF-B18FC637D4C3}"/>
          </ac:spMkLst>
        </pc:spChg>
        <pc:picChg chg="add mod">
          <ac:chgData name="Langill, T.A. (Tori)" userId="f2a0729f-78d3-40b0-b388-826b4c078191" providerId="ADAL" clId="{A31AE0A8-C755-476C-85C8-239B0B9FFC71}" dt="2024-11-04T08:19:30.016" v="1081" actId="167"/>
          <ac:picMkLst>
            <pc:docMk/>
            <pc:sldMk cId="728770480" sldId="310"/>
            <ac:picMk id="1026" creationId="{1FEE3D24-79A1-BA7B-5646-5714E1B41C09}"/>
          </ac:picMkLst>
        </pc:picChg>
      </pc:sldChg>
      <pc:sldChg chg="addSp modSp new mod modAnim">
        <pc:chgData name="Langill, T.A. (Tori)" userId="f2a0729f-78d3-40b0-b388-826b4c078191" providerId="ADAL" clId="{A31AE0A8-C755-476C-85C8-239B0B9FFC71}" dt="2024-11-04T08:47:56.728" v="1248"/>
        <pc:sldMkLst>
          <pc:docMk/>
          <pc:sldMk cId="3843243752" sldId="311"/>
        </pc:sldMkLst>
        <pc:spChg chg="add mod">
          <ac:chgData name="Langill, T.A. (Tori)" userId="f2a0729f-78d3-40b0-b388-826b4c078191" providerId="ADAL" clId="{A31AE0A8-C755-476C-85C8-239B0B9FFC71}" dt="2024-11-04T08:26:15.220" v="1222" actId="14100"/>
          <ac:spMkLst>
            <pc:docMk/>
            <pc:sldMk cId="3843243752" sldId="311"/>
            <ac:spMk id="3" creationId="{5E0E3567-EC30-87E7-1C85-EA1656F84AB1}"/>
          </ac:spMkLst>
        </pc:spChg>
        <pc:spChg chg="add mod">
          <ac:chgData name="Langill, T.A. (Tori)" userId="f2a0729f-78d3-40b0-b388-826b4c078191" providerId="ADAL" clId="{A31AE0A8-C755-476C-85C8-239B0B9FFC71}" dt="2024-11-04T08:26:31.673" v="1227" actId="1076"/>
          <ac:spMkLst>
            <pc:docMk/>
            <pc:sldMk cId="3843243752" sldId="311"/>
            <ac:spMk id="4" creationId="{17077A24-7414-E1E2-917F-B0E8C6BD372D}"/>
          </ac:spMkLst>
        </pc:spChg>
        <pc:spChg chg="add mod">
          <ac:chgData name="Langill, T.A. (Tori)" userId="f2a0729f-78d3-40b0-b388-826b4c078191" providerId="ADAL" clId="{A31AE0A8-C755-476C-85C8-239B0B9FFC71}" dt="2024-11-04T08:26:39.458" v="1231" actId="20577"/>
          <ac:spMkLst>
            <pc:docMk/>
            <pc:sldMk cId="3843243752" sldId="311"/>
            <ac:spMk id="5" creationId="{9BA61CD9-488B-DD60-A7D2-B855EF82C60A}"/>
          </ac:spMkLst>
        </pc:spChg>
        <pc:spChg chg="add mod">
          <ac:chgData name="Langill, T.A. (Tori)" userId="f2a0729f-78d3-40b0-b388-826b4c078191" providerId="ADAL" clId="{A31AE0A8-C755-476C-85C8-239B0B9FFC71}" dt="2024-11-04T08:26:50.811" v="1235" actId="20577"/>
          <ac:spMkLst>
            <pc:docMk/>
            <pc:sldMk cId="3843243752" sldId="311"/>
            <ac:spMk id="6" creationId="{0A7B1A8B-EBA1-8837-60C0-EAC674E9E574}"/>
          </ac:spMkLst>
        </pc:spChg>
        <pc:spChg chg="add mod">
          <ac:chgData name="Langill, T.A. (Tori)" userId="f2a0729f-78d3-40b0-b388-826b4c078191" providerId="ADAL" clId="{A31AE0A8-C755-476C-85C8-239B0B9FFC71}" dt="2024-11-04T08:47:54.390" v="1247" actId="1035"/>
          <ac:spMkLst>
            <pc:docMk/>
            <pc:sldMk cId="3843243752" sldId="311"/>
            <ac:spMk id="7" creationId="{06ACFF6A-31F8-7072-515F-05D3950D013B}"/>
          </ac:spMkLst>
        </pc:spChg>
        <pc:picChg chg="add mod">
          <ac:chgData name="Langill, T.A. (Tori)" userId="f2a0729f-78d3-40b0-b388-826b4c078191" providerId="ADAL" clId="{A31AE0A8-C755-476C-85C8-239B0B9FFC71}" dt="2024-11-04T08:47:51.496" v="1241" actId="1076"/>
          <ac:picMkLst>
            <pc:docMk/>
            <pc:sldMk cId="3843243752" sldId="311"/>
            <ac:picMk id="2050" creationId="{E10FCDC5-031D-F5E5-F631-022D26F2F307}"/>
          </ac:picMkLst>
        </pc:picChg>
      </pc:sldChg>
      <pc:sldChg chg="addSp delSp modSp new mod modAnim">
        <pc:chgData name="Langill, T.A. (Tori)" userId="f2a0729f-78d3-40b0-b388-826b4c078191" providerId="ADAL" clId="{A31AE0A8-C755-476C-85C8-239B0B9FFC71}" dt="2024-11-04T11:39:27.506" v="4551" actId="403"/>
        <pc:sldMkLst>
          <pc:docMk/>
          <pc:sldMk cId="3496306991" sldId="312"/>
        </pc:sldMkLst>
        <pc:spChg chg="mod">
          <ac:chgData name="Langill, T.A. (Tori)" userId="f2a0729f-78d3-40b0-b388-826b4c078191" providerId="ADAL" clId="{A31AE0A8-C755-476C-85C8-239B0B9FFC71}" dt="2024-11-04T11:39:23.126" v="4550" actId="1076"/>
          <ac:spMkLst>
            <pc:docMk/>
            <pc:sldMk cId="3496306991" sldId="312"/>
            <ac:spMk id="2" creationId="{8CB86CEA-3336-2C17-D2BE-B90C10A6E8C1}"/>
          </ac:spMkLst>
        </pc:spChg>
        <pc:spChg chg="mod">
          <ac:chgData name="Langill, T.A. (Tori)" userId="f2a0729f-78d3-40b0-b388-826b4c078191" providerId="ADAL" clId="{A31AE0A8-C755-476C-85C8-239B0B9FFC71}" dt="2024-11-04T11:39:27.506" v="4551" actId="403"/>
          <ac:spMkLst>
            <pc:docMk/>
            <pc:sldMk cId="3496306991" sldId="312"/>
            <ac:spMk id="3" creationId="{6470596B-D1E3-0592-C2BB-55A1F2C740DA}"/>
          </ac:spMkLst>
        </pc:spChg>
        <pc:spChg chg="mod">
          <ac:chgData name="Langill, T.A. (Tori)" userId="f2a0729f-78d3-40b0-b388-826b4c078191" providerId="ADAL" clId="{A31AE0A8-C755-476C-85C8-239B0B9FFC71}" dt="2024-11-04T08:57:00.282" v="1399" actId="14100"/>
          <ac:spMkLst>
            <pc:docMk/>
            <pc:sldMk cId="3496306991" sldId="312"/>
            <ac:spMk id="4" creationId="{16C6CC11-4372-7393-4010-243DB465E583}"/>
          </ac:spMkLst>
        </pc:spChg>
        <pc:spChg chg="del">
          <ac:chgData name="Langill, T.A. (Tori)" userId="f2a0729f-78d3-40b0-b388-826b4c078191" providerId="ADAL" clId="{A31AE0A8-C755-476C-85C8-239B0B9FFC71}" dt="2024-11-04T08:56:18.342" v="1291" actId="478"/>
          <ac:spMkLst>
            <pc:docMk/>
            <pc:sldMk cId="3496306991" sldId="312"/>
            <ac:spMk id="5" creationId="{31EC3824-796B-5236-0BB9-EBAAE8F77B35}"/>
          </ac:spMkLst>
        </pc:spChg>
        <pc:spChg chg="del">
          <ac:chgData name="Langill, T.A. (Tori)" userId="f2a0729f-78d3-40b0-b388-826b4c078191" providerId="ADAL" clId="{A31AE0A8-C755-476C-85C8-239B0B9FFC71}" dt="2024-11-04T08:56:20.328" v="1292" actId="478"/>
          <ac:spMkLst>
            <pc:docMk/>
            <pc:sldMk cId="3496306991" sldId="312"/>
            <ac:spMk id="6" creationId="{593D42BB-854F-3377-1605-3E0D04E8DCCC}"/>
          </ac:spMkLst>
        </pc:spChg>
        <pc:spChg chg="add mod">
          <ac:chgData name="Langill, T.A. (Tori)" userId="f2a0729f-78d3-40b0-b388-826b4c078191" providerId="ADAL" clId="{A31AE0A8-C755-476C-85C8-239B0B9FFC71}" dt="2024-11-04T09:00:23.003" v="1424" actId="1076"/>
          <ac:spMkLst>
            <pc:docMk/>
            <pc:sldMk cId="3496306991" sldId="312"/>
            <ac:spMk id="8" creationId="{9BA1270A-6D6B-6E84-1FE2-FD1F0B5BB18D}"/>
          </ac:spMkLst>
        </pc:spChg>
        <pc:picChg chg="add">
          <ac:chgData name="Langill, T.A. (Tori)" userId="f2a0729f-78d3-40b0-b388-826b4c078191" providerId="ADAL" clId="{A31AE0A8-C755-476C-85C8-239B0B9FFC71}" dt="2024-11-04T08:58:12.600" v="1400"/>
          <ac:picMkLst>
            <pc:docMk/>
            <pc:sldMk cId="3496306991" sldId="312"/>
            <ac:picMk id="3074" creationId="{2E5815AB-4557-B26A-2507-3B8177BC3B41}"/>
          </ac:picMkLst>
        </pc:picChg>
        <pc:picChg chg="add del">
          <ac:chgData name="Langill, T.A. (Tori)" userId="f2a0729f-78d3-40b0-b388-826b4c078191" providerId="ADAL" clId="{A31AE0A8-C755-476C-85C8-239B0B9FFC71}" dt="2024-11-04T08:59:03.835" v="1402" actId="478"/>
          <ac:picMkLst>
            <pc:docMk/>
            <pc:sldMk cId="3496306991" sldId="312"/>
            <ac:picMk id="3076" creationId="{2CE37A58-4C7F-2911-C183-2A2A0A5A0E24}"/>
          </ac:picMkLst>
        </pc:picChg>
      </pc:sldChg>
      <pc:sldChg chg="addSp delSp modSp add mod delAnim modAnim">
        <pc:chgData name="Langill, T.A. (Tori)" userId="f2a0729f-78d3-40b0-b388-826b4c078191" providerId="ADAL" clId="{A31AE0A8-C755-476C-85C8-239B0B9FFC71}" dt="2024-11-04T09:05:20.987" v="1670" actId="1076"/>
        <pc:sldMkLst>
          <pc:docMk/>
          <pc:sldMk cId="980514472" sldId="313"/>
        </pc:sldMkLst>
        <pc:spChg chg="mod">
          <ac:chgData name="Langill, T.A. (Tori)" userId="f2a0729f-78d3-40b0-b388-826b4c078191" providerId="ADAL" clId="{A31AE0A8-C755-476C-85C8-239B0B9FFC71}" dt="2024-11-04T09:01:12.125" v="1482" actId="20577"/>
          <ac:spMkLst>
            <pc:docMk/>
            <pc:sldMk cId="980514472" sldId="313"/>
            <ac:spMk id="2" creationId="{8CB86CEA-3336-2C17-D2BE-B90C10A6E8C1}"/>
          </ac:spMkLst>
        </pc:spChg>
        <pc:spChg chg="mod">
          <ac:chgData name="Langill, T.A. (Tori)" userId="f2a0729f-78d3-40b0-b388-826b4c078191" providerId="ADAL" clId="{A31AE0A8-C755-476C-85C8-239B0B9FFC71}" dt="2024-11-04T09:04:57.725" v="1650" actId="1076"/>
          <ac:spMkLst>
            <pc:docMk/>
            <pc:sldMk cId="980514472" sldId="313"/>
            <ac:spMk id="3" creationId="{6470596B-D1E3-0592-C2BB-55A1F2C740DA}"/>
          </ac:spMkLst>
        </pc:spChg>
        <pc:spChg chg="mod">
          <ac:chgData name="Langill, T.A. (Tori)" userId="f2a0729f-78d3-40b0-b388-826b4c078191" providerId="ADAL" clId="{A31AE0A8-C755-476C-85C8-239B0B9FFC71}" dt="2024-11-04T09:04:52.307" v="1649" actId="1076"/>
          <ac:spMkLst>
            <pc:docMk/>
            <pc:sldMk cId="980514472" sldId="313"/>
            <ac:spMk id="4" creationId="{16C6CC11-4372-7393-4010-243DB465E583}"/>
          </ac:spMkLst>
        </pc:spChg>
        <pc:spChg chg="add mod">
          <ac:chgData name="Langill, T.A. (Tori)" userId="f2a0729f-78d3-40b0-b388-826b4c078191" providerId="ADAL" clId="{A31AE0A8-C755-476C-85C8-239B0B9FFC71}" dt="2024-11-04T09:05:16.381" v="1668" actId="1076"/>
          <ac:spMkLst>
            <pc:docMk/>
            <pc:sldMk cId="980514472" sldId="313"/>
            <ac:spMk id="5" creationId="{0EA2AEF8-9657-2782-9771-7383822D963D}"/>
          </ac:spMkLst>
        </pc:spChg>
        <pc:spChg chg="add mod">
          <ac:chgData name="Langill, T.A. (Tori)" userId="f2a0729f-78d3-40b0-b388-826b4c078191" providerId="ADAL" clId="{A31AE0A8-C755-476C-85C8-239B0B9FFC71}" dt="2024-11-04T09:05:20.987" v="1670" actId="1076"/>
          <ac:spMkLst>
            <pc:docMk/>
            <pc:sldMk cId="980514472" sldId="313"/>
            <ac:spMk id="6" creationId="{B4CF1F70-7BD9-D6FC-9D6C-AD68554DB869}"/>
          </ac:spMkLst>
        </pc:spChg>
        <pc:spChg chg="del">
          <ac:chgData name="Langill, T.A. (Tori)" userId="f2a0729f-78d3-40b0-b388-826b4c078191" providerId="ADAL" clId="{A31AE0A8-C755-476C-85C8-239B0B9FFC71}" dt="2024-11-04T09:04:12.738" v="1642" actId="478"/>
          <ac:spMkLst>
            <pc:docMk/>
            <pc:sldMk cId="980514472" sldId="313"/>
            <ac:spMk id="8" creationId="{9BA1270A-6D6B-6E84-1FE2-FD1F0B5BB18D}"/>
          </ac:spMkLst>
        </pc:spChg>
        <pc:picChg chg="add mod">
          <ac:chgData name="Langill, T.A. (Tori)" userId="f2a0729f-78d3-40b0-b388-826b4c078191" providerId="ADAL" clId="{A31AE0A8-C755-476C-85C8-239B0B9FFC71}" dt="2024-11-04T09:04:47.296" v="1647" actId="1076"/>
          <ac:picMkLst>
            <pc:docMk/>
            <pc:sldMk cId="980514472" sldId="313"/>
            <ac:picMk id="4098" creationId="{65183918-06D6-6A30-7F98-DE7AFA8A7139}"/>
          </ac:picMkLst>
        </pc:picChg>
      </pc:sldChg>
      <pc:sldChg chg="addSp delSp modSp new mod">
        <pc:chgData name="Langill, T.A. (Tori)" userId="f2a0729f-78d3-40b0-b388-826b4c078191" providerId="ADAL" clId="{A31AE0A8-C755-476C-85C8-239B0B9FFC71}" dt="2024-11-04T09:09:46.373" v="1964" actId="313"/>
        <pc:sldMkLst>
          <pc:docMk/>
          <pc:sldMk cId="2416323870" sldId="314"/>
        </pc:sldMkLst>
        <pc:spChg chg="mod">
          <ac:chgData name="Langill, T.A. (Tori)" userId="f2a0729f-78d3-40b0-b388-826b4c078191" providerId="ADAL" clId="{A31AE0A8-C755-476C-85C8-239B0B9FFC71}" dt="2024-11-04T09:09:15.344" v="1957" actId="1076"/>
          <ac:spMkLst>
            <pc:docMk/>
            <pc:sldMk cId="2416323870" sldId="314"/>
            <ac:spMk id="2" creationId="{7A37A620-D9EF-3399-0BEB-9AFEC3CF4A87}"/>
          </ac:spMkLst>
        </pc:spChg>
        <pc:spChg chg="mod">
          <ac:chgData name="Langill, T.A. (Tori)" userId="f2a0729f-78d3-40b0-b388-826b4c078191" providerId="ADAL" clId="{A31AE0A8-C755-476C-85C8-239B0B9FFC71}" dt="2024-11-04T09:09:18.976" v="1958" actId="1076"/>
          <ac:spMkLst>
            <pc:docMk/>
            <pc:sldMk cId="2416323870" sldId="314"/>
            <ac:spMk id="3" creationId="{B5E3986E-D14F-F7C9-6040-569986A1FDE9}"/>
          </ac:spMkLst>
        </pc:spChg>
        <pc:spChg chg="mod">
          <ac:chgData name="Langill, T.A. (Tori)" userId="f2a0729f-78d3-40b0-b388-826b4c078191" providerId="ADAL" clId="{A31AE0A8-C755-476C-85C8-239B0B9FFC71}" dt="2024-11-04T09:09:46.373" v="1964" actId="313"/>
          <ac:spMkLst>
            <pc:docMk/>
            <pc:sldMk cId="2416323870" sldId="314"/>
            <ac:spMk id="4" creationId="{BC0AD98A-429C-B434-B37D-13BDD6C18D64}"/>
          </ac:spMkLst>
        </pc:spChg>
        <pc:spChg chg="mod">
          <ac:chgData name="Langill, T.A. (Tori)" userId="f2a0729f-78d3-40b0-b388-826b4c078191" providerId="ADAL" clId="{A31AE0A8-C755-476C-85C8-239B0B9FFC71}" dt="2024-11-04T09:09:36.653" v="1962" actId="1076"/>
          <ac:spMkLst>
            <pc:docMk/>
            <pc:sldMk cId="2416323870" sldId="314"/>
            <ac:spMk id="5" creationId="{033C054D-C007-16CA-1E8E-9FEC7744A5BE}"/>
          </ac:spMkLst>
        </pc:spChg>
        <pc:spChg chg="del">
          <ac:chgData name="Langill, T.A. (Tori)" userId="f2a0729f-78d3-40b0-b388-826b4c078191" providerId="ADAL" clId="{A31AE0A8-C755-476C-85C8-239B0B9FFC71}" dt="2024-11-04T09:06:52.337" v="1729" actId="478"/>
          <ac:spMkLst>
            <pc:docMk/>
            <pc:sldMk cId="2416323870" sldId="314"/>
            <ac:spMk id="6" creationId="{0A170C32-CD09-FD6F-AF50-024A22EA4888}"/>
          </ac:spMkLst>
        </pc:spChg>
        <pc:spChg chg="add mod">
          <ac:chgData name="Langill, T.A. (Tori)" userId="f2a0729f-78d3-40b0-b388-826b4c078191" providerId="ADAL" clId="{A31AE0A8-C755-476C-85C8-239B0B9FFC71}" dt="2024-11-04T09:09:33.100" v="1961" actId="1076"/>
          <ac:spMkLst>
            <pc:docMk/>
            <pc:sldMk cId="2416323870" sldId="314"/>
            <ac:spMk id="8" creationId="{8DCAE95D-D89A-5636-DC83-56664FD5430D}"/>
          </ac:spMkLst>
        </pc:spChg>
        <pc:picChg chg="add mod">
          <ac:chgData name="Langill, T.A. (Tori)" userId="f2a0729f-78d3-40b0-b388-826b4c078191" providerId="ADAL" clId="{A31AE0A8-C755-476C-85C8-239B0B9FFC71}" dt="2024-11-04T09:09:41.590" v="1963" actId="1076"/>
          <ac:picMkLst>
            <pc:docMk/>
            <pc:sldMk cId="2416323870" sldId="314"/>
            <ac:picMk id="5122" creationId="{066F920B-9397-6984-7683-EB6813D50309}"/>
          </ac:picMkLst>
        </pc:picChg>
      </pc:sldChg>
      <pc:sldChg chg="addSp delSp modSp new mod">
        <pc:chgData name="Langill, T.A. (Tori)" userId="f2a0729f-78d3-40b0-b388-826b4c078191" providerId="ADAL" clId="{A31AE0A8-C755-476C-85C8-239B0B9FFC71}" dt="2024-11-04T09:13:02.209" v="1970" actId="14100"/>
        <pc:sldMkLst>
          <pc:docMk/>
          <pc:sldMk cId="558271941" sldId="315"/>
        </pc:sldMkLst>
        <pc:spChg chg="del">
          <ac:chgData name="Langill, T.A. (Tori)" userId="f2a0729f-78d3-40b0-b388-826b4c078191" providerId="ADAL" clId="{A31AE0A8-C755-476C-85C8-239B0B9FFC71}" dt="2024-11-04T09:12:51.745" v="1966" actId="478"/>
          <ac:spMkLst>
            <pc:docMk/>
            <pc:sldMk cId="558271941" sldId="315"/>
            <ac:spMk id="2" creationId="{76460F74-EE64-5ED3-1DDE-E3EF8F10A79B}"/>
          </ac:spMkLst>
        </pc:spChg>
        <pc:spChg chg="del">
          <ac:chgData name="Langill, T.A. (Tori)" userId="f2a0729f-78d3-40b0-b388-826b4c078191" providerId="ADAL" clId="{A31AE0A8-C755-476C-85C8-239B0B9FFC71}" dt="2024-11-04T09:12:54.631" v="1967" actId="478"/>
          <ac:spMkLst>
            <pc:docMk/>
            <pc:sldMk cId="558271941" sldId="315"/>
            <ac:spMk id="3" creationId="{4A1C1B9A-7014-FB5A-F867-A136E55ED798}"/>
          </ac:spMkLst>
        </pc:spChg>
        <pc:spChg chg="del">
          <ac:chgData name="Langill, T.A. (Tori)" userId="f2a0729f-78d3-40b0-b388-826b4c078191" providerId="ADAL" clId="{A31AE0A8-C755-476C-85C8-239B0B9FFC71}" dt="2024-11-04T09:12:54.631" v="1967" actId="478"/>
          <ac:spMkLst>
            <pc:docMk/>
            <pc:sldMk cId="558271941" sldId="315"/>
            <ac:spMk id="4" creationId="{17783FAF-32C8-17FE-5221-E4037EC923A9}"/>
          </ac:spMkLst>
        </pc:spChg>
        <pc:spChg chg="del">
          <ac:chgData name="Langill, T.A. (Tori)" userId="f2a0729f-78d3-40b0-b388-826b4c078191" providerId="ADAL" clId="{A31AE0A8-C755-476C-85C8-239B0B9FFC71}" dt="2024-11-04T09:12:54.631" v="1967" actId="478"/>
          <ac:spMkLst>
            <pc:docMk/>
            <pc:sldMk cId="558271941" sldId="315"/>
            <ac:spMk id="5" creationId="{F7C20054-1840-4A5A-52FC-44E04C6F3CB4}"/>
          </ac:spMkLst>
        </pc:spChg>
        <pc:spChg chg="del">
          <ac:chgData name="Langill, T.A. (Tori)" userId="f2a0729f-78d3-40b0-b388-826b4c078191" providerId="ADAL" clId="{A31AE0A8-C755-476C-85C8-239B0B9FFC71}" dt="2024-11-04T09:12:54.631" v="1967" actId="478"/>
          <ac:spMkLst>
            <pc:docMk/>
            <pc:sldMk cId="558271941" sldId="315"/>
            <ac:spMk id="6" creationId="{79D774F3-F196-A839-4E18-7B00B175A826}"/>
          </ac:spMkLst>
        </pc:spChg>
        <pc:spChg chg="del">
          <ac:chgData name="Langill, T.A. (Tori)" userId="f2a0729f-78d3-40b0-b388-826b4c078191" providerId="ADAL" clId="{A31AE0A8-C755-476C-85C8-239B0B9FFC71}" dt="2024-11-04T09:12:54.631" v="1967" actId="478"/>
          <ac:spMkLst>
            <pc:docMk/>
            <pc:sldMk cId="558271941" sldId="315"/>
            <ac:spMk id="7" creationId="{B920B34F-C51E-6C42-48AA-B5623A15E21A}"/>
          </ac:spMkLst>
        </pc:spChg>
        <pc:picChg chg="add mod">
          <ac:chgData name="Langill, T.A. (Tori)" userId="f2a0729f-78d3-40b0-b388-826b4c078191" providerId="ADAL" clId="{A31AE0A8-C755-476C-85C8-239B0B9FFC71}" dt="2024-11-04T09:13:02.209" v="1970" actId="14100"/>
          <ac:picMkLst>
            <pc:docMk/>
            <pc:sldMk cId="558271941" sldId="315"/>
            <ac:picMk id="6146" creationId="{8A0D798B-932B-9DC7-4DD0-48AFF0382176}"/>
          </ac:picMkLst>
        </pc:picChg>
      </pc:sldChg>
      <pc:sldChg chg="addSp delSp modSp new mod">
        <pc:chgData name="Langill, T.A. (Tori)" userId="f2a0729f-78d3-40b0-b388-826b4c078191" providerId="ADAL" clId="{A31AE0A8-C755-476C-85C8-239B0B9FFC71}" dt="2024-11-04T09:25:48.484" v="2431" actId="20577"/>
        <pc:sldMkLst>
          <pc:docMk/>
          <pc:sldMk cId="2178861947" sldId="316"/>
        </pc:sldMkLst>
        <pc:spChg chg="mod">
          <ac:chgData name="Langill, T.A. (Tori)" userId="f2a0729f-78d3-40b0-b388-826b4c078191" providerId="ADAL" clId="{A31AE0A8-C755-476C-85C8-239B0B9FFC71}" dt="2024-11-04T09:15:00.881" v="2016" actId="1076"/>
          <ac:spMkLst>
            <pc:docMk/>
            <pc:sldMk cId="2178861947" sldId="316"/>
            <ac:spMk id="2" creationId="{32D09B34-9945-3646-7EA9-635973BE5E98}"/>
          </ac:spMkLst>
        </pc:spChg>
        <pc:spChg chg="del">
          <ac:chgData name="Langill, T.A. (Tori)" userId="f2a0729f-78d3-40b0-b388-826b4c078191" providerId="ADAL" clId="{A31AE0A8-C755-476C-85C8-239B0B9FFC71}" dt="2024-11-04T09:13:22.993" v="2012" actId="478"/>
          <ac:spMkLst>
            <pc:docMk/>
            <pc:sldMk cId="2178861947" sldId="316"/>
            <ac:spMk id="3" creationId="{87F565BD-04B8-94D4-508F-FB6214AF0711}"/>
          </ac:spMkLst>
        </pc:spChg>
        <pc:spChg chg="del">
          <ac:chgData name="Langill, T.A. (Tori)" userId="f2a0729f-78d3-40b0-b388-826b4c078191" providerId="ADAL" clId="{A31AE0A8-C755-476C-85C8-239B0B9FFC71}" dt="2024-11-04T09:13:24.555" v="2013" actId="478"/>
          <ac:spMkLst>
            <pc:docMk/>
            <pc:sldMk cId="2178861947" sldId="316"/>
            <ac:spMk id="4" creationId="{E4CC0563-E3A7-750D-EBD8-D8C4C95B0B83}"/>
          </ac:spMkLst>
        </pc:spChg>
        <pc:spChg chg="del">
          <ac:chgData name="Langill, T.A. (Tori)" userId="f2a0729f-78d3-40b0-b388-826b4c078191" providerId="ADAL" clId="{A31AE0A8-C755-476C-85C8-239B0B9FFC71}" dt="2024-11-04T09:13:27.041" v="2014" actId="478"/>
          <ac:spMkLst>
            <pc:docMk/>
            <pc:sldMk cId="2178861947" sldId="316"/>
            <ac:spMk id="5" creationId="{9EA8B197-1FD1-E11E-24AA-A88F9312AEBB}"/>
          </ac:spMkLst>
        </pc:spChg>
        <pc:spChg chg="del">
          <ac:chgData name="Langill, T.A. (Tori)" userId="f2a0729f-78d3-40b0-b388-826b4c078191" providerId="ADAL" clId="{A31AE0A8-C755-476C-85C8-239B0B9FFC71}" dt="2024-11-04T09:13:28.618" v="2015" actId="478"/>
          <ac:spMkLst>
            <pc:docMk/>
            <pc:sldMk cId="2178861947" sldId="316"/>
            <ac:spMk id="6" creationId="{F6793257-BAE7-4FCA-3837-F634A2F680D3}"/>
          </ac:spMkLst>
        </pc:spChg>
        <pc:spChg chg="add del mod">
          <ac:chgData name="Langill, T.A. (Tori)" userId="f2a0729f-78d3-40b0-b388-826b4c078191" providerId="ADAL" clId="{A31AE0A8-C755-476C-85C8-239B0B9FFC71}" dt="2024-11-04T09:17:23.682" v="2037" actId="478"/>
          <ac:spMkLst>
            <pc:docMk/>
            <pc:sldMk cId="2178861947" sldId="316"/>
            <ac:spMk id="19" creationId="{BD606A33-C517-6C49-A617-1C9D7E4E266C}"/>
          </ac:spMkLst>
        </pc:spChg>
        <pc:spChg chg="add del mod">
          <ac:chgData name="Langill, T.A. (Tori)" userId="f2a0729f-78d3-40b0-b388-826b4c078191" providerId="ADAL" clId="{A31AE0A8-C755-476C-85C8-239B0B9FFC71}" dt="2024-11-04T09:17:44.444" v="2041" actId="478"/>
          <ac:spMkLst>
            <pc:docMk/>
            <pc:sldMk cId="2178861947" sldId="316"/>
            <ac:spMk id="20" creationId="{55A0D0E7-6C5F-ED1A-C27D-41B4D1C2B77E}"/>
          </ac:spMkLst>
        </pc:spChg>
        <pc:spChg chg="add del mod">
          <ac:chgData name="Langill, T.A. (Tori)" userId="f2a0729f-78d3-40b0-b388-826b4c078191" providerId="ADAL" clId="{A31AE0A8-C755-476C-85C8-239B0B9FFC71}" dt="2024-11-04T09:18:55.209" v="2099" actId="478"/>
          <ac:spMkLst>
            <pc:docMk/>
            <pc:sldMk cId="2178861947" sldId="316"/>
            <ac:spMk id="21" creationId="{88CC4687-6D41-23D7-B411-00D09C59160C}"/>
          </ac:spMkLst>
        </pc:spChg>
        <pc:spChg chg="add mod">
          <ac:chgData name="Langill, T.A. (Tori)" userId="f2a0729f-78d3-40b0-b388-826b4c078191" providerId="ADAL" clId="{A31AE0A8-C755-476C-85C8-239B0B9FFC71}" dt="2024-11-04T09:22:38.507" v="2187" actId="208"/>
          <ac:spMkLst>
            <pc:docMk/>
            <pc:sldMk cId="2178861947" sldId="316"/>
            <ac:spMk id="31" creationId="{761B71AA-3087-E905-4C19-148084AFADCE}"/>
          </ac:spMkLst>
        </pc:spChg>
        <pc:spChg chg="add mod">
          <ac:chgData name="Langill, T.A. (Tori)" userId="f2a0729f-78d3-40b0-b388-826b4c078191" providerId="ADAL" clId="{A31AE0A8-C755-476C-85C8-239B0B9FFC71}" dt="2024-11-04T09:22:54.654" v="2217" actId="1038"/>
          <ac:spMkLst>
            <pc:docMk/>
            <pc:sldMk cId="2178861947" sldId="316"/>
            <ac:spMk id="32" creationId="{728E3CB7-E40A-DCFA-3EF8-394D937C5558}"/>
          </ac:spMkLst>
        </pc:spChg>
        <pc:spChg chg="add mod">
          <ac:chgData name="Langill, T.A. (Tori)" userId="f2a0729f-78d3-40b0-b388-826b4c078191" providerId="ADAL" clId="{A31AE0A8-C755-476C-85C8-239B0B9FFC71}" dt="2024-11-04T09:25:48.484" v="2431" actId="20577"/>
          <ac:spMkLst>
            <pc:docMk/>
            <pc:sldMk cId="2178861947" sldId="316"/>
            <ac:spMk id="40" creationId="{416DFF21-EED0-AEE2-7231-D98DB1AFABA5}"/>
          </ac:spMkLst>
        </pc:spChg>
        <pc:spChg chg="add mod">
          <ac:chgData name="Langill, T.A. (Tori)" userId="f2a0729f-78d3-40b0-b388-826b4c078191" providerId="ADAL" clId="{A31AE0A8-C755-476C-85C8-239B0B9FFC71}" dt="2024-11-04T09:24:54.563" v="2361" actId="1076"/>
          <ac:spMkLst>
            <pc:docMk/>
            <pc:sldMk cId="2178861947" sldId="316"/>
            <ac:spMk id="45" creationId="{EC2BB6E9-F6C4-AE51-614D-F89EA44B9DF4}"/>
          </ac:spMkLst>
        </pc:spChg>
        <pc:spChg chg="add mod">
          <ac:chgData name="Langill, T.A. (Tori)" userId="f2a0729f-78d3-40b0-b388-826b4c078191" providerId="ADAL" clId="{A31AE0A8-C755-476C-85C8-239B0B9FFC71}" dt="2024-11-04T09:25:00.799" v="2365" actId="20577"/>
          <ac:spMkLst>
            <pc:docMk/>
            <pc:sldMk cId="2178861947" sldId="316"/>
            <ac:spMk id="46" creationId="{411CC731-FC26-5D21-D910-96AF4E6FF4DA}"/>
          </ac:spMkLst>
        </pc:spChg>
        <pc:spChg chg="add mod">
          <ac:chgData name="Langill, T.A. (Tori)" userId="f2a0729f-78d3-40b0-b388-826b4c078191" providerId="ADAL" clId="{A31AE0A8-C755-476C-85C8-239B0B9FFC71}" dt="2024-11-04T09:25:40.395" v="2426" actId="1076"/>
          <ac:spMkLst>
            <pc:docMk/>
            <pc:sldMk cId="2178861947" sldId="316"/>
            <ac:spMk id="47" creationId="{5F977E46-C4DD-89A2-D49B-49754619BB53}"/>
          </ac:spMkLst>
        </pc:spChg>
        <pc:spChg chg="add del mod">
          <ac:chgData name="Langill, T.A. (Tori)" userId="f2a0729f-78d3-40b0-b388-826b4c078191" providerId="ADAL" clId="{A31AE0A8-C755-476C-85C8-239B0B9FFC71}" dt="2024-11-04T09:25:32.276" v="2422" actId="478"/>
          <ac:spMkLst>
            <pc:docMk/>
            <pc:sldMk cId="2178861947" sldId="316"/>
            <ac:spMk id="48" creationId="{B5237CDA-3CA4-90FD-F16B-161474A18AF8}"/>
          </ac:spMkLst>
        </pc:spChg>
        <pc:grpChg chg="add mod">
          <ac:chgData name="Langill, T.A. (Tori)" userId="f2a0729f-78d3-40b0-b388-826b4c078191" providerId="ADAL" clId="{A31AE0A8-C755-476C-85C8-239B0B9FFC71}" dt="2024-11-04T09:16:57.858" v="2032" actId="164"/>
          <ac:grpSpMkLst>
            <pc:docMk/>
            <pc:sldMk cId="2178861947" sldId="316"/>
            <ac:grpSpMk id="15" creationId="{988C5FF3-0E82-7196-D512-925E078BBAA5}"/>
          </ac:grpSpMkLst>
        </pc:grpChg>
        <pc:grpChg chg="add mod">
          <ac:chgData name="Langill, T.A. (Tori)" userId="f2a0729f-78d3-40b0-b388-826b4c078191" providerId="ADAL" clId="{A31AE0A8-C755-476C-85C8-239B0B9FFC71}" dt="2024-11-04T09:17:04.533" v="2034" actId="1076"/>
          <ac:grpSpMkLst>
            <pc:docMk/>
            <pc:sldMk cId="2178861947" sldId="316"/>
            <ac:grpSpMk id="16" creationId="{18E74C62-C77D-BC7F-66C3-A9BF0D1183AD}"/>
          </ac:grpSpMkLst>
        </pc:grpChg>
        <pc:grpChg chg="mod">
          <ac:chgData name="Langill, T.A. (Tori)" userId="f2a0729f-78d3-40b0-b388-826b4c078191" providerId="ADAL" clId="{A31AE0A8-C755-476C-85C8-239B0B9FFC71}" dt="2024-11-04T09:19:23.886" v="2108"/>
          <ac:grpSpMkLst>
            <pc:docMk/>
            <pc:sldMk cId="2178861947" sldId="316"/>
            <ac:grpSpMk id="25" creationId="{71394FCE-A543-00B7-BDA7-2C70A3559209}"/>
          </ac:grpSpMkLst>
        </pc:grpChg>
        <pc:picChg chg="add del mod">
          <ac:chgData name="Langill, T.A. (Tori)" userId="f2a0729f-78d3-40b0-b388-826b4c078191" providerId="ADAL" clId="{A31AE0A8-C755-476C-85C8-239B0B9FFC71}" dt="2024-11-04T09:15:46.350" v="2019" actId="478"/>
          <ac:picMkLst>
            <pc:docMk/>
            <pc:sldMk cId="2178861947" sldId="316"/>
            <ac:picMk id="7170" creationId="{86D81BDA-3F7E-BD17-7354-E9CBF07C3CF0}"/>
          </ac:picMkLst>
        </pc:picChg>
        <pc:inkChg chg="add del">
          <ac:chgData name="Langill, T.A. (Tori)" userId="f2a0729f-78d3-40b0-b388-826b4c078191" providerId="ADAL" clId="{A31AE0A8-C755-476C-85C8-239B0B9FFC71}" dt="2024-11-04T09:19:03.979" v="2101" actId="9405"/>
          <ac:inkMkLst>
            <pc:docMk/>
            <pc:sldMk cId="2178861947" sldId="316"/>
            <ac:inkMk id="22" creationId="{96E41EF1-5A41-5B8B-DF31-E9563F24C148}"/>
          </ac:inkMkLst>
        </pc:inkChg>
        <pc:inkChg chg="add del mod">
          <ac:chgData name="Langill, T.A. (Tori)" userId="f2a0729f-78d3-40b0-b388-826b4c078191" providerId="ADAL" clId="{A31AE0A8-C755-476C-85C8-239B0B9FFC71}" dt="2024-11-04T09:19:24.344" v="2109" actId="9405"/>
          <ac:inkMkLst>
            <pc:docMk/>
            <pc:sldMk cId="2178861947" sldId="316"/>
            <ac:inkMk id="23" creationId="{71D27052-B12F-468C-0E7B-ED00C3249D98}"/>
          </ac:inkMkLst>
        </pc:inkChg>
        <pc:inkChg chg="add del mod">
          <ac:chgData name="Langill, T.A. (Tori)" userId="f2a0729f-78d3-40b0-b388-826b4c078191" providerId="ADAL" clId="{A31AE0A8-C755-476C-85C8-239B0B9FFC71}" dt="2024-11-04T09:19:23.886" v="2108"/>
          <ac:inkMkLst>
            <pc:docMk/>
            <pc:sldMk cId="2178861947" sldId="316"/>
            <ac:inkMk id="24" creationId="{F5597C30-016E-90FE-2C2A-FECF63E174DA}"/>
          </ac:inkMkLst>
        </pc:inkChg>
        <pc:inkChg chg="add del">
          <ac:chgData name="Langill, T.A. (Tori)" userId="f2a0729f-78d3-40b0-b388-826b4c078191" providerId="ADAL" clId="{A31AE0A8-C755-476C-85C8-239B0B9FFC71}" dt="2024-11-04T09:19:23.495" v="2106" actId="9405"/>
          <ac:inkMkLst>
            <pc:docMk/>
            <pc:sldMk cId="2178861947" sldId="316"/>
            <ac:inkMk id="26" creationId="{3EA893CE-1F86-059B-D7A6-D7E1C73C8FD9}"/>
          </ac:inkMkLst>
        </pc:inkChg>
        <pc:inkChg chg="add mod">
          <ac:chgData name="Langill, T.A. (Tori)" userId="f2a0729f-78d3-40b0-b388-826b4c078191" providerId="ADAL" clId="{A31AE0A8-C755-476C-85C8-239B0B9FFC71}" dt="2024-11-04T09:19:50.180" v="2122" actId="1035"/>
          <ac:inkMkLst>
            <pc:docMk/>
            <pc:sldMk cId="2178861947" sldId="316"/>
            <ac:inkMk id="27" creationId="{0520EAC1-153B-BB7E-1FDE-B7224EC3D35F}"/>
          </ac:inkMkLst>
        </pc:inkChg>
        <pc:inkChg chg="add mod">
          <ac:chgData name="Langill, T.A. (Tori)" userId="f2a0729f-78d3-40b0-b388-826b4c078191" providerId="ADAL" clId="{A31AE0A8-C755-476C-85C8-239B0B9FFC71}" dt="2024-11-04T09:19:59.307" v="2147" actId="1035"/>
          <ac:inkMkLst>
            <pc:docMk/>
            <pc:sldMk cId="2178861947" sldId="316"/>
            <ac:inkMk id="28" creationId="{AD67A57B-7164-7289-56D9-CD021FF2C342}"/>
          </ac:inkMkLst>
        </pc:inkChg>
        <pc:inkChg chg="add mod">
          <ac:chgData name="Langill, T.A. (Tori)" userId="f2a0729f-78d3-40b0-b388-826b4c078191" providerId="ADAL" clId="{A31AE0A8-C755-476C-85C8-239B0B9FFC71}" dt="2024-11-04T09:21:42.646" v="2177" actId="1036"/>
          <ac:inkMkLst>
            <pc:docMk/>
            <pc:sldMk cId="2178861947" sldId="316"/>
            <ac:inkMk id="29" creationId="{ACD736AB-90F7-C73E-BC7C-DEC9B25055E0}"/>
          </ac:inkMkLst>
        </pc:inkChg>
        <pc:inkChg chg="add del mod">
          <ac:chgData name="Langill, T.A. (Tori)" userId="f2a0729f-78d3-40b0-b388-826b4c078191" providerId="ADAL" clId="{A31AE0A8-C755-476C-85C8-239B0B9FFC71}" dt="2024-11-04T09:21:25.858" v="2172"/>
          <ac:inkMkLst>
            <pc:docMk/>
            <pc:sldMk cId="2178861947" sldId="316"/>
            <ac:inkMk id="30" creationId="{BC34951E-EACE-FEB4-415F-0117AB0C2F52}"/>
          </ac:inkMkLst>
        </pc:inkChg>
        <pc:cxnChg chg="add mod">
          <ac:chgData name="Langill, T.A. (Tori)" userId="f2a0729f-78d3-40b0-b388-826b4c078191" providerId="ADAL" clId="{A31AE0A8-C755-476C-85C8-239B0B9FFC71}" dt="2024-11-04T09:16:57.858" v="2032" actId="164"/>
          <ac:cxnSpMkLst>
            <pc:docMk/>
            <pc:sldMk cId="2178861947" sldId="316"/>
            <ac:cxnSpMk id="9" creationId="{77BB871C-256C-F41D-A58C-ADF8CC72A0F0}"/>
          </ac:cxnSpMkLst>
        </pc:cxnChg>
        <pc:cxnChg chg="add mod">
          <ac:chgData name="Langill, T.A. (Tori)" userId="f2a0729f-78d3-40b0-b388-826b4c078191" providerId="ADAL" clId="{A31AE0A8-C755-476C-85C8-239B0B9FFC71}" dt="2024-11-04T09:16:57.858" v="2032" actId="164"/>
          <ac:cxnSpMkLst>
            <pc:docMk/>
            <pc:sldMk cId="2178861947" sldId="316"/>
            <ac:cxnSpMk id="12" creationId="{6C28638B-FF18-05B5-A723-0CF35E21D5B3}"/>
          </ac:cxnSpMkLst>
        </pc:cxnChg>
        <pc:cxnChg chg="mod">
          <ac:chgData name="Langill, T.A. (Tori)" userId="f2a0729f-78d3-40b0-b388-826b4c078191" providerId="ADAL" clId="{A31AE0A8-C755-476C-85C8-239B0B9FFC71}" dt="2024-11-04T09:16:59.285" v="2033"/>
          <ac:cxnSpMkLst>
            <pc:docMk/>
            <pc:sldMk cId="2178861947" sldId="316"/>
            <ac:cxnSpMk id="17" creationId="{8D66FCD1-15F1-F009-54CC-61D311C312F0}"/>
          </ac:cxnSpMkLst>
        </pc:cxnChg>
        <pc:cxnChg chg="mod">
          <ac:chgData name="Langill, T.A. (Tori)" userId="f2a0729f-78d3-40b0-b388-826b4c078191" providerId="ADAL" clId="{A31AE0A8-C755-476C-85C8-239B0B9FFC71}" dt="2024-11-04T09:16:59.285" v="2033"/>
          <ac:cxnSpMkLst>
            <pc:docMk/>
            <pc:sldMk cId="2178861947" sldId="316"/>
            <ac:cxnSpMk id="18" creationId="{5FB3C911-2B6C-1784-A3FC-E4E2C781D619}"/>
          </ac:cxnSpMkLst>
        </pc:cxnChg>
        <pc:cxnChg chg="add mod">
          <ac:chgData name="Langill, T.A. (Tori)" userId="f2a0729f-78d3-40b0-b388-826b4c078191" providerId="ADAL" clId="{A31AE0A8-C755-476C-85C8-239B0B9FFC71}" dt="2024-11-04T09:23:21.787" v="2228" actId="208"/>
          <ac:cxnSpMkLst>
            <pc:docMk/>
            <pc:sldMk cId="2178861947" sldId="316"/>
            <ac:cxnSpMk id="34" creationId="{BDFE6943-80D1-512C-AB24-706117EBA30A}"/>
          </ac:cxnSpMkLst>
        </pc:cxnChg>
        <pc:cxnChg chg="add mod">
          <ac:chgData name="Langill, T.A. (Tori)" userId="f2a0729f-78d3-40b0-b388-826b4c078191" providerId="ADAL" clId="{A31AE0A8-C755-476C-85C8-239B0B9FFC71}" dt="2024-11-04T09:23:37.374" v="2308" actId="14100"/>
          <ac:cxnSpMkLst>
            <pc:docMk/>
            <pc:sldMk cId="2178861947" sldId="316"/>
            <ac:cxnSpMk id="35" creationId="{DA44B4CA-D36C-E009-9A84-69C3988BE775}"/>
          </ac:cxnSpMkLst>
        </pc:cxnChg>
        <pc:cxnChg chg="add mod">
          <ac:chgData name="Langill, T.A. (Tori)" userId="f2a0729f-78d3-40b0-b388-826b4c078191" providerId="ADAL" clId="{A31AE0A8-C755-476C-85C8-239B0B9FFC71}" dt="2024-11-04T09:23:50.238" v="2311" actId="208"/>
          <ac:cxnSpMkLst>
            <pc:docMk/>
            <pc:sldMk cId="2178861947" sldId="316"/>
            <ac:cxnSpMk id="37" creationId="{38B2BCA9-B370-DDDC-10A1-00E52E23A89A}"/>
          </ac:cxnSpMkLst>
        </pc:cxnChg>
        <pc:cxnChg chg="add mod">
          <ac:chgData name="Langill, T.A. (Tori)" userId="f2a0729f-78d3-40b0-b388-826b4c078191" providerId="ADAL" clId="{A31AE0A8-C755-476C-85C8-239B0B9FFC71}" dt="2024-11-04T09:23:58.976" v="2314" actId="14100"/>
          <ac:cxnSpMkLst>
            <pc:docMk/>
            <pc:sldMk cId="2178861947" sldId="316"/>
            <ac:cxnSpMk id="38" creationId="{AF09846A-108B-06A2-DFC4-D0012983AC9A}"/>
          </ac:cxnSpMkLst>
        </pc:cxnChg>
        <pc:cxnChg chg="add mod">
          <ac:chgData name="Langill, T.A. (Tori)" userId="f2a0729f-78d3-40b0-b388-826b4c078191" providerId="ADAL" clId="{A31AE0A8-C755-476C-85C8-239B0B9FFC71}" dt="2024-11-04T09:24:38.885" v="2350" actId="1582"/>
          <ac:cxnSpMkLst>
            <pc:docMk/>
            <pc:sldMk cId="2178861947" sldId="316"/>
            <ac:cxnSpMk id="42" creationId="{A518DE14-A862-E0E8-3652-71DA1160782E}"/>
          </ac:cxnSpMkLst>
        </pc:cxnChg>
        <pc:cxnChg chg="add mod">
          <ac:chgData name="Langill, T.A. (Tori)" userId="f2a0729f-78d3-40b0-b388-826b4c078191" providerId="ADAL" clId="{A31AE0A8-C755-476C-85C8-239B0B9FFC71}" dt="2024-11-04T09:24:45.633" v="2353" actId="14100"/>
          <ac:cxnSpMkLst>
            <pc:docMk/>
            <pc:sldMk cId="2178861947" sldId="316"/>
            <ac:cxnSpMk id="43" creationId="{DB3A4C3E-63C9-3A1B-7C6E-4A7D1B125373}"/>
          </ac:cxnSpMkLst>
        </pc:cxnChg>
      </pc:sldChg>
      <pc:sldChg chg="addSp delSp modSp new mod modAnim">
        <pc:chgData name="Langill, T.A. (Tori)" userId="f2a0729f-78d3-40b0-b388-826b4c078191" providerId="ADAL" clId="{A31AE0A8-C755-476C-85C8-239B0B9FFC71}" dt="2024-11-07T08:19:43.167" v="5145"/>
        <pc:sldMkLst>
          <pc:docMk/>
          <pc:sldMk cId="711569420" sldId="317"/>
        </pc:sldMkLst>
        <pc:spChg chg="mod">
          <ac:chgData name="Langill, T.A. (Tori)" userId="f2a0729f-78d3-40b0-b388-826b4c078191" providerId="ADAL" clId="{A31AE0A8-C755-476C-85C8-239B0B9FFC71}" dt="2024-11-04T09:31:27.873" v="2564" actId="14100"/>
          <ac:spMkLst>
            <pc:docMk/>
            <pc:sldMk cId="711569420" sldId="317"/>
            <ac:spMk id="2" creationId="{DB14EF4F-B2CC-9569-9CC6-62058CCAB5A3}"/>
          </ac:spMkLst>
        </pc:spChg>
        <pc:spChg chg="del mod">
          <ac:chgData name="Langill, T.A. (Tori)" userId="f2a0729f-78d3-40b0-b388-826b4c078191" providerId="ADAL" clId="{A31AE0A8-C755-476C-85C8-239B0B9FFC71}" dt="2024-11-04T09:28:11.681" v="2556" actId="478"/>
          <ac:spMkLst>
            <pc:docMk/>
            <pc:sldMk cId="711569420" sldId="317"/>
            <ac:spMk id="3" creationId="{8933BF79-9C8F-4AF2-4FAC-3E88E20F2C72}"/>
          </ac:spMkLst>
        </pc:spChg>
        <pc:spChg chg="del mod">
          <ac:chgData name="Langill, T.A. (Tori)" userId="f2a0729f-78d3-40b0-b388-826b4c078191" providerId="ADAL" clId="{A31AE0A8-C755-476C-85C8-239B0B9FFC71}" dt="2024-11-04T09:27:38.256" v="2554" actId="478"/>
          <ac:spMkLst>
            <pc:docMk/>
            <pc:sldMk cId="711569420" sldId="317"/>
            <ac:spMk id="4" creationId="{3004E1B9-35BD-7EB4-83E4-CD69B2FF4230}"/>
          </ac:spMkLst>
        </pc:spChg>
        <pc:spChg chg="del">
          <ac:chgData name="Langill, T.A. (Tori)" userId="f2a0729f-78d3-40b0-b388-826b4c078191" providerId="ADAL" clId="{A31AE0A8-C755-476C-85C8-239B0B9FFC71}" dt="2024-11-04T09:26:43.957" v="2513" actId="478"/>
          <ac:spMkLst>
            <pc:docMk/>
            <pc:sldMk cId="711569420" sldId="317"/>
            <ac:spMk id="5" creationId="{062E9D58-ED3D-D73C-E83C-2C1534DED44F}"/>
          </ac:spMkLst>
        </pc:spChg>
        <pc:spChg chg="del">
          <ac:chgData name="Langill, T.A. (Tori)" userId="f2a0729f-78d3-40b0-b388-826b4c078191" providerId="ADAL" clId="{A31AE0A8-C755-476C-85C8-239B0B9FFC71}" dt="2024-11-04T09:26:46.637" v="2514" actId="478"/>
          <ac:spMkLst>
            <pc:docMk/>
            <pc:sldMk cId="711569420" sldId="317"/>
            <ac:spMk id="6" creationId="{89527B77-1B91-7F68-76B2-4E88D3DE2203}"/>
          </ac:spMkLst>
        </pc:spChg>
        <pc:spChg chg="add del mod">
          <ac:chgData name="Langill, T.A. (Tori)" userId="f2a0729f-78d3-40b0-b388-826b4c078191" providerId="ADAL" clId="{A31AE0A8-C755-476C-85C8-239B0B9FFC71}" dt="2024-11-04T09:28:05.932" v="2555" actId="478"/>
          <ac:spMkLst>
            <pc:docMk/>
            <pc:sldMk cId="711569420" sldId="317"/>
            <ac:spMk id="8" creationId="{874EC6FD-0B9A-5632-DAF3-D012A50F20E5}"/>
          </ac:spMkLst>
        </pc:spChg>
        <pc:spChg chg="add del mod">
          <ac:chgData name="Langill, T.A. (Tori)" userId="f2a0729f-78d3-40b0-b388-826b4c078191" providerId="ADAL" clId="{A31AE0A8-C755-476C-85C8-239B0B9FFC71}" dt="2024-11-04T09:28:17.076" v="2558" actId="478"/>
          <ac:spMkLst>
            <pc:docMk/>
            <pc:sldMk cId="711569420" sldId="317"/>
            <ac:spMk id="9" creationId="{5C3AE140-C807-D04D-3880-8E76D0C084A6}"/>
          </ac:spMkLst>
        </pc:spChg>
        <pc:spChg chg="add del mod">
          <ac:chgData name="Langill, T.A. (Tori)" userId="f2a0729f-78d3-40b0-b388-826b4c078191" providerId="ADAL" clId="{A31AE0A8-C755-476C-85C8-239B0B9FFC71}" dt="2024-11-04T09:28:14.435" v="2557" actId="478"/>
          <ac:spMkLst>
            <pc:docMk/>
            <pc:sldMk cId="711569420" sldId="317"/>
            <ac:spMk id="11" creationId="{31E4F64F-7F6B-41BB-E371-4CF4C0427640}"/>
          </ac:spMkLst>
        </pc:spChg>
        <pc:spChg chg="add mod">
          <ac:chgData name="Langill, T.A. (Tori)" userId="f2a0729f-78d3-40b0-b388-826b4c078191" providerId="ADAL" clId="{A31AE0A8-C755-476C-85C8-239B0B9FFC71}" dt="2024-11-04T09:28:17.675" v="2559"/>
          <ac:spMkLst>
            <pc:docMk/>
            <pc:sldMk cId="711569420" sldId="317"/>
            <ac:spMk id="12" creationId="{359697CD-67C1-C64E-D1D0-9AC1D79BC611}"/>
          </ac:spMkLst>
        </pc:spChg>
        <pc:picChg chg="add mod">
          <ac:chgData name="Langill, T.A. (Tori)" userId="f2a0729f-78d3-40b0-b388-826b4c078191" providerId="ADAL" clId="{A31AE0A8-C755-476C-85C8-239B0B9FFC71}" dt="2024-11-04T09:30:28.150" v="2562" actId="14100"/>
          <ac:picMkLst>
            <pc:docMk/>
            <pc:sldMk cId="711569420" sldId="317"/>
            <ac:picMk id="8194" creationId="{51792C9A-09ED-1D16-F80B-6EBC27D74574}"/>
          </ac:picMkLst>
        </pc:picChg>
      </pc:sldChg>
      <pc:sldChg chg="new del">
        <pc:chgData name="Langill, T.A. (Tori)" userId="f2a0729f-78d3-40b0-b388-826b4c078191" providerId="ADAL" clId="{A31AE0A8-C755-476C-85C8-239B0B9FFC71}" dt="2024-11-04T09:40:56.867" v="2578" actId="47"/>
        <pc:sldMkLst>
          <pc:docMk/>
          <pc:sldMk cId="21120026" sldId="318"/>
        </pc:sldMkLst>
      </pc:sldChg>
      <pc:sldChg chg="addSp delSp modSp new mod modAnim">
        <pc:chgData name="Langill, T.A. (Tori)" userId="f2a0729f-78d3-40b0-b388-826b4c078191" providerId="ADAL" clId="{A31AE0A8-C755-476C-85C8-239B0B9FFC71}" dt="2024-11-04T09:42:04.330" v="2601" actId="1035"/>
        <pc:sldMkLst>
          <pc:docMk/>
          <pc:sldMk cId="2536723532" sldId="319"/>
        </pc:sldMkLst>
        <pc:spChg chg="mod">
          <ac:chgData name="Langill, T.A. (Tori)" userId="f2a0729f-78d3-40b0-b388-826b4c078191" providerId="ADAL" clId="{A31AE0A8-C755-476C-85C8-239B0B9FFC71}" dt="2024-11-04T09:41:12.392" v="2584" actId="1076"/>
          <ac:spMkLst>
            <pc:docMk/>
            <pc:sldMk cId="2536723532" sldId="319"/>
            <ac:spMk id="2" creationId="{CC70CF61-34FA-9F5A-7B16-638D1797EE87}"/>
          </ac:spMkLst>
        </pc:spChg>
        <pc:spChg chg="del">
          <ac:chgData name="Langill, T.A. (Tori)" userId="f2a0729f-78d3-40b0-b388-826b4c078191" providerId="ADAL" clId="{A31AE0A8-C755-476C-85C8-239B0B9FFC71}" dt="2024-11-04T09:40:47.324" v="2575" actId="478"/>
          <ac:spMkLst>
            <pc:docMk/>
            <pc:sldMk cId="2536723532" sldId="319"/>
            <ac:spMk id="3" creationId="{A94B4F60-02F5-AFC0-B873-6F42DC58FA1F}"/>
          </ac:spMkLst>
        </pc:spChg>
        <pc:spChg chg="del">
          <ac:chgData name="Langill, T.A. (Tori)" userId="f2a0729f-78d3-40b0-b388-826b4c078191" providerId="ADAL" clId="{A31AE0A8-C755-476C-85C8-239B0B9FFC71}" dt="2024-11-04T09:40:45.431" v="2574" actId="478"/>
          <ac:spMkLst>
            <pc:docMk/>
            <pc:sldMk cId="2536723532" sldId="319"/>
            <ac:spMk id="4" creationId="{CDFB6A6D-736A-FC37-5605-1FC98FD00188}"/>
          </ac:spMkLst>
        </pc:spChg>
        <pc:spChg chg="del">
          <ac:chgData name="Langill, T.A. (Tori)" userId="f2a0729f-78d3-40b0-b388-826b4c078191" providerId="ADAL" clId="{A31AE0A8-C755-476C-85C8-239B0B9FFC71}" dt="2024-11-04T09:40:43.267" v="2573" actId="478"/>
          <ac:spMkLst>
            <pc:docMk/>
            <pc:sldMk cId="2536723532" sldId="319"/>
            <ac:spMk id="5" creationId="{88DE3C72-BAB0-50CE-6EBA-E38220645539}"/>
          </ac:spMkLst>
        </pc:spChg>
        <pc:spChg chg="del">
          <ac:chgData name="Langill, T.A. (Tori)" userId="f2a0729f-78d3-40b0-b388-826b4c078191" providerId="ADAL" clId="{A31AE0A8-C755-476C-85C8-239B0B9FFC71}" dt="2024-11-04T09:40:41.083" v="2572" actId="478"/>
          <ac:spMkLst>
            <pc:docMk/>
            <pc:sldMk cId="2536723532" sldId="319"/>
            <ac:spMk id="6" creationId="{686F6666-5892-7C56-A8A0-A05377EF7758}"/>
          </ac:spMkLst>
        </pc:spChg>
        <pc:inkChg chg="add mod">
          <ac:chgData name="Langill, T.A. (Tori)" userId="f2a0729f-78d3-40b0-b388-826b4c078191" providerId="ADAL" clId="{A31AE0A8-C755-476C-85C8-239B0B9FFC71}" dt="2024-11-04T09:42:04.330" v="2601" actId="1035"/>
          <ac:inkMkLst>
            <pc:docMk/>
            <pc:sldMk cId="2536723532" sldId="319"/>
            <ac:inkMk id="8" creationId="{CC1FEB22-6A8D-C435-CCA0-900EA7DC3992}"/>
          </ac:inkMkLst>
        </pc:inkChg>
      </pc:sldChg>
      <pc:sldChg chg="new del">
        <pc:chgData name="Langill, T.A. (Tori)" userId="f2a0729f-78d3-40b0-b388-826b4c078191" providerId="ADAL" clId="{A31AE0A8-C755-476C-85C8-239B0B9FFC71}" dt="2024-11-04T09:40:58.510" v="2579" actId="47"/>
        <pc:sldMkLst>
          <pc:docMk/>
          <pc:sldMk cId="1191353265" sldId="320"/>
        </pc:sldMkLst>
      </pc:sldChg>
      <pc:sldChg chg="modSp add mod">
        <pc:chgData name="Langill, T.A. (Tori)" userId="f2a0729f-78d3-40b0-b388-826b4c078191" providerId="ADAL" clId="{A31AE0A8-C755-476C-85C8-239B0B9FFC71}" dt="2024-11-04T09:42:39.661" v="2638" actId="1035"/>
        <pc:sldMkLst>
          <pc:docMk/>
          <pc:sldMk cId="3606045376" sldId="320"/>
        </pc:sldMkLst>
        <pc:spChg chg="mod">
          <ac:chgData name="Langill, T.A. (Tori)" userId="f2a0729f-78d3-40b0-b388-826b4c078191" providerId="ADAL" clId="{A31AE0A8-C755-476C-85C8-239B0B9FFC71}" dt="2024-11-04T09:42:32.280" v="2604" actId="113"/>
          <ac:spMkLst>
            <pc:docMk/>
            <pc:sldMk cId="3606045376" sldId="320"/>
            <ac:spMk id="2" creationId="{CC70CF61-34FA-9F5A-7B16-638D1797EE87}"/>
          </ac:spMkLst>
        </pc:spChg>
        <pc:inkChg chg="mod">
          <ac:chgData name="Langill, T.A. (Tori)" userId="f2a0729f-78d3-40b0-b388-826b4c078191" providerId="ADAL" clId="{A31AE0A8-C755-476C-85C8-239B0B9FFC71}" dt="2024-11-04T09:42:39.661" v="2638" actId="1035"/>
          <ac:inkMkLst>
            <pc:docMk/>
            <pc:sldMk cId="3606045376" sldId="320"/>
            <ac:inkMk id="8" creationId="{CC1FEB22-6A8D-C435-CCA0-900EA7DC3992}"/>
          </ac:inkMkLst>
        </pc:inkChg>
      </pc:sldChg>
      <pc:sldChg chg="modSp add mod">
        <pc:chgData name="Langill, T.A. (Tori)" userId="f2a0729f-78d3-40b0-b388-826b4c078191" providerId="ADAL" clId="{A31AE0A8-C755-476C-85C8-239B0B9FFC71}" dt="2024-11-04T09:43:20.197" v="2644" actId="1076"/>
        <pc:sldMkLst>
          <pc:docMk/>
          <pc:sldMk cId="441402183" sldId="321"/>
        </pc:sldMkLst>
        <pc:spChg chg="mod">
          <ac:chgData name="Langill, T.A. (Tori)" userId="f2a0729f-78d3-40b0-b388-826b4c078191" providerId="ADAL" clId="{A31AE0A8-C755-476C-85C8-239B0B9FFC71}" dt="2024-11-04T09:43:17.110" v="2643" actId="113"/>
          <ac:spMkLst>
            <pc:docMk/>
            <pc:sldMk cId="441402183" sldId="321"/>
            <ac:spMk id="2" creationId="{CC70CF61-34FA-9F5A-7B16-638D1797EE87}"/>
          </ac:spMkLst>
        </pc:spChg>
        <pc:inkChg chg="mod">
          <ac:chgData name="Langill, T.A. (Tori)" userId="f2a0729f-78d3-40b0-b388-826b4c078191" providerId="ADAL" clId="{A31AE0A8-C755-476C-85C8-239B0B9FFC71}" dt="2024-11-04T09:43:20.197" v="2644" actId="1076"/>
          <ac:inkMkLst>
            <pc:docMk/>
            <pc:sldMk cId="441402183" sldId="321"/>
            <ac:inkMk id="8" creationId="{CC1FEB22-6A8D-C435-CCA0-900EA7DC3992}"/>
          </ac:inkMkLst>
        </pc:inkChg>
      </pc:sldChg>
      <pc:sldChg chg="new del">
        <pc:chgData name="Langill, T.A. (Tori)" userId="f2a0729f-78d3-40b0-b388-826b4c078191" providerId="ADAL" clId="{A31AE0A8-C755-476C-85C8-239B0B9FFC71}" dt="2024-11-04T09:42:45.286" v="2640" actId="47"/>
        <pc:sldMkLst>
          <pc:docMk/>
          <pc:sldMk cId="604276566" sldId="321"/>
        </pc:sldMkLst>
      </pc:sldChg>
      <pc:sldChg chg="new del">
        <pc:chgData name="Langill, T.A. (Tori)" userId="f2a0729f-78d3-40b0-b388-826b4c078191" providerId="ADAL" clId="{A31AE0A8-C755-476C-85C8-239B0B9FFC71}" dt="2024-11-04T09:40:59.191" v="2580" actId="47"/>
        <pc:sldMkLst>
          <pc:docMk/>
          <pc:sldMk cId="1795264844" sldId="321"/>
        </pc:sldMkLst>
      </pc:sldChg>
      <pc:sldChg chg="modSp add mod">
        <pc:chgData name="Langill, T.A. (Tori)" userId="f2a0729f-78d3-40b0-b388-826b4c078191" providerId="ADAL" clId="{A31AE0A8-C755-476C-85C8-239B0B9FFC71}" dt="2024-11-04T09:44:13.622" v="2774" actId="20577"/>
        <pc:sldMkLst>
          <pc:docMk/>
          <pc:sldMk cId="1108381971" sldId="322"/>
        </pc:sldMkLst>
        <pc:spChg chg="mod">
          <ac:chgData name="Langill, T.A. (Tori)" userId="f2a0729f-78d3-40b0-b388-826b4c078191" providerId="ADAL" clId="{A31AE0A8-C755-476C-85C8-239B0B9FFC71}" dt="2024-11-04T09:44:13.622" v="2774" actId="20577"/>
          <ac:spMkLst>
            <pc:docMk/>
            <pc:sldMk cId="1108381971" sldId="322"/>
            <ac:spMk id="2" creationId="{CC70CF61-34FA-9F5A-7B16-638D1797EE87}"/>
          </ac:spMkLst>
        </pc:spChg>
      </pc:sldChg>
      <pc:sldChg chg="new del">
        <pc:chgData name="Langill, T.A. (Tori)" userId="f2a0729f-78d3-40b0-b388-826b4c078191" providerId="ADAL" clId="{A31AE0A8-C755-476C-85C8-239B0B9FFC71}" dt="2024-11-04T09:40:59.747" v="2581" actId="47"/>
        <pc:sldMkLst>
          <pc:docMk/>
          <pc:sldMk cId="2831103480" sldId="322"/>
        </pc:sldMkLst>
      </pc:sldChg>
      <pc:sldChg chg="new del">
        <pc:chgData name="Langill, T.A. (Tori)" userId="f2a0729f-78d3-40b0-b388-826b4c078191" providerId="ADAL" clId="{A31AE0A8-C755-476C-85C8-239B0B9FFC71}" dt="2024-11-04T09:46:44.101" v="2821" actId="2696"/>
        <pc:sldMkLst>
          <pc:docMk/>
          <pc:sldMk cId="973716781" sldId="323"/>
        </pc:sldMkLst>
      </pc:sldChg>
      <pc:sldChg chg="new del">
        <pc:chgData name="Langill, T.A. (Tori)" userId="f2a0729f-78d3-40b0-b388-826b4c078191" providerId="ADAL" clId="{A31AE0A8-C755-476C-85C8-239B0B9FFC71}" dt="2024-11-04T09:46:39.979" v="2820" actId="2696"/>
        <pc:sldMkLst>
          <pc:docMk/>
          <pc:sldMk cId="3989641895" sldId="324"/>
        </pc:sldMkLst>
      </pc:sldChg>
      <pc:sldChg chg="addSp modSp add mod modAnim">
        <pc:chgData name="Langill, T.A. (Tori)" userId="f2a0729f-78d3-40b0-b388-826b4c078191" providerId="ADAL" clId="{A31AE0A8-C755-476C-85C8-239B0B9FFC71}" dt="2024-11-04T09:46:26.261" v="2819"/>
        <pc:sldMkLst>
          <pc:docMk/>
          <pc:sldMk cId="2894292248" sldId="325"/>
        </pc:sldMkLst>
        <pc:spChg chg="mod">
          <ac:chgData name="Langill, T.A. (Tori)" userId="f2a0729f-78d3-40b0-b388-826b4c078191" providerId="ADAL" clId="{A31AE0A8-C755-476C-85C8-239B0B9FFC71}" dt="2024-11-04T09:45:13.597" v="2780" actId="113"/>
          <ac:spMkLst>
            <pc:docMk/>
            <pc:sldMk cId="2894292248" sldId="325"/>
            <ac:spMk id="2" creationId="{CC70CF61-34FA-9F5A-7B16-638D1797EE87}"/>
          </ac:spMkLst>
        </pc:spChg>
        <pc:spChg chg="add mod">
          <ac:chgData name="Langill, T.A. (Tori)" userId="f2a0729f-78d3-40b0-b388-826b4c078191" providerId="ADAL" clId="{A31AE0A8-C755-476C-85C8-239B0B9FFC71}" dt="2024-11-04T09:45:42.205" v="2813" actId="1076"/>
          <ac:spMkLst>
            <pc:docMk/>
            <pc:sldMk cId="2894292248" sldId="325"/>
            <ac:spMk id="3" creationId="{B25ABBEC-05A9-817A-EDDC-7F12A4C243B1}"/>
          </ac:spMkLst>
        </pc:spChg>
        <pc:inkChg chg="mod">
          <ac:chgData name="Langill, T.A. (Tori)" userId="f2a0729f-78d3-40b0-b388-826b4c078191" providerId="ADAL" clId="{A31AE0A8-C755-476C-85C8-239B0B9FFC71}" dt="2024-11-04T09:45:18.383" v="2804" actId="1035"/>
          <ac:inkMkLst>
            <pc:docMk/>
            <pc:sldMk cId="2894292248" sldId="325"/>
            <ac:inkMk id="8" creationId="{CC1FEB22-6A8D-C435-CCA0-900EA7DC3992}"/>
          </ac:inkMkLst>
        </pc:inkChg>
      </pc:sldChg>
      <pc:sldChg chg="addSp modSp new mod modAnim">
        <pc:chgData name="Langill, T.A. (Tori)" userId="f2a0729f-78d3-40b0-b388-826b4c078191" providerId="ADAL" clId="{A31AE0A8-C755-476C-85C8-239B0B9FFC71}" dt="2024-11-04T09:51:41.572" v="3048" actId="1076"/>
        <pc:sldMkLst>
          <pc:docMk/>
          <pc:sldMk cId="1165704750" sldId="326"/>
        </pc:sldMkLst>
        <pc:spChg chg="mod">
          <ac:chgData name="Langill, T.A. (Tori)" userId="f2a0729f-78d3-40b0-b388-826b4c078191" providerId="ADAL" clId="{A31AE0A8-C755-476C-85C8-239B0B9FFC71}" dt="2024-11-04T09:50:35.133" v="3042" actId="403"/>
          <ac:spMkLst>
            <pc:docMk/>
            <pc:sldMk cId="1165704750" sldId="326"/>
            <ac:spMk id="2" creationId="{10B272A4-8181-E11E-C310-99BA9904C629}"/>
          </ac:spMkLst>
        </pc:spChg>
        <pc:spChg chg="mod">
          <ac:chgData name="Langill, T.A. (Tori)" userId="f2a0729f-78d3-40b0-b388-826b4c078191" providerId="ADAL" clId="{A31AE0A8-C755-476C-85C8-239B0B9FFC71}" dt="2024-11-04T09:50:20.147" v="3035" actId="1035"/>
          <ac:spMkLst>
            <pc:docMk/>
            <pc:sldMk cId="1165704750" sldId="326"/>
            <ac:spMk id="3" creationId="{97AE1BC6-F4AC-5BFB-70C6-73E68822BB12}"/>
          </ac:spMkLst>
        </pc:spChg>
        <pc:spChg chg="add mod">
          <ac:chgData name="Langill, T.A. (Tori)" userId="f2a0729f-78d3-40b0-b388-826b4c078191" providerId="ADAL" clId="{A31AE0A8-C755-476C-85C8-239B0B9FFC71}" dt="2024-11-04T09:48:02.228" v="2928" actId="14100"/>
          <ac:spMkLst>
            <pc:docMk/>
            <pc:sldMk cId="1165704750" sldId="326"/>
            <ac:spMk id="5" creationId="{30D16ED7-7AFB-45B1-EFB2-9B9EFD4AE4BB}"/>
          </ac:spMkLst>
        </pc:spChg>
        <pc:spChg chg="add mod">
          <ac:chgData name="Langill, T.A. (Tori)" userId="f2a0729f-78d3-40b0-b388-826b4c078191" providerId="ADAL" clId="{A31AE0A8-C755-476C-85C8-239B0B9FFC71}" dt="2024-11-04T09:48:07.305" v="2929" actId="14100"/>
          <ac:spMkLst>
            <pc:docMk/>
            <pc:sldMk cId="1165704750" sldId="326"/>
            <ac:spMk id="6" creationId="{53300C5F-3BF1-6769-F91E-BD52082FB6F9}"/>
          </ac:spMkLst>
        </pc:spChg>
        <pc:spChg chg="add mod">
          <ac:chgData name="Langill, T.A. (Tori)" userId="f2a0729f-78d3-40b0-b388-826b4c078191" providerId="ADAL" clId="{A31AE0A8-C755-476C-85C8-239B0B9FFC71}" dt="2024-11-04T09:49:13.458" v="2958" actId="1076"/>
          <ac:spMkLst>
            <pc:docMk/>
            <pc:sldMk cId="1165704750" sldId="326"/>
            <ac:spMk id="7" creationId="{4CFB2C22-9901-B3F3-0806-54BAAF376333}"/>
          </ac:spMkLst>
        </pc:spChg>
        <pc:spChg chg="add mod">
          <ac:chgData name="Langill, T.A. (Tori)" userId="f2a0729f-78d3-40b0-b388-826b4c078191" providerId="ADAL" clId="{A31AE0A8-C755-476C-85C8-239B0B9FFC71}" dt="2024-11-04T09:49:41.444" v="2965"/>
          <ac:spMkLst>
            <pc:docMk/>
            <pc:sldMk cId="1165704750" sldId="326"/>
            <ac:spMk id="8" creationId="{89C87286-3336-E24F-4AF6-D1DCDAD2DD7D}"/>
          </ac:spMkLst>
        </pc:spChg>
        <pc:picChg chg="add mod">
          <ac:chgData name="Langill, T.A. (Tori)" userId="f2a0729f-78d3-40b0-b388-826b4c078191" providerId="ADAL" clId="{A31AE0A8-C755-476C-85C8-239B0B9FFC71}" dt="2024-11-04T09:51:41.572" v="3048" actId="1076"/>
          <ac:picMkLst>
            <pc:docMk/>
            <pc:sldMk cId="1165704750" sldId="326"/>
            <ac:picMk id="9218" creationId="{652D31F3-2675-CCCC-CF34-32972B39F43E}"/>
          </ac:picMkLst>
        </pc:picChg>
      </pc:sldChg>
      <pc:sldChg chg="addSp delSp modSp new mod modAnim">
        <pc:chgData name="Langill, T.A. (Tori)" userId="f2a0729f-78d3-40b0-b388-826b4c078191" providerId="ADAL" clId="{A31AE0A8-C755-476C-85C8-239B0B9FFC71}" dt="2024-11-04T10:01:15.377" v="3375"/>
        <pc:sldMkLst>
          <pc:docMk/>
          <pc:sldMk cId="4176475078" sldId="327"/>
        </pc:sldMkLst>
        <pc:spChg chg="mod">
          <ac:chgData name="Langill, T.A. (Tori)" userId="f2a0729f-78d3-40b0-b388-826b4c078191" providerId="ADAL" clId="{A31AE0A8-C755-476C-85C8-239B0B9FFC71}" dt="2024-11-04T09:52:28.180" v="3114" actId="1076"/>
          <ac:spMkLst>
            <pc:docMk/>
            <pc:sldMk cId="4176475078" sldId="327"/>
            <ac:spMk id="2" creationId="{EED4B779-D582-7A2B-27B3-C2CC2666D555}"/>
          </ac:spMkLst>
        </pc:spChg>
        <pc:spChg chg="del mod">
          <ac:chgData name="Langill, T.A. (Tori)" userId="f2a0729f-78d3-40b0-b388-826b4c078191" providerId="ADAL" clId="{A31AE0A8-C755-476C-85C8-239B0B9FFC71}" dt="2024-11-04T09:52:54.620" v="3116" actId="478"/>
          <ac:spMkLst>
            <pc:docMk/>
            <pc:sldMk cId="4176475078" sldId="327"/>
            <ac:spMk id="3" creationId="{A30A30EB-D59A-F7E1-2C58-DAED6EB60828}"/>
          </ac:spMkLst>
        </pc:spChg>
        <pc:spChg chg="add mod">
          <ac:chgData name="Langill, T.A. (Tori)" userId="f2a0729f-78d3-40b0-b388-826b4c078191" providerId="ADAL" clId="{A31AE0A8-C755-476C-85C8-239B0B9FFC71}" dt="2024-11-04T09:53:21.245" v="3166" actId="1076"/>
          <ac:spMkLst>
            <pc:docMk/>
            <pc:sldMk cId="4176475078" sldId="327"/>
            <ac:spMk id="5" creationId="{EE8E5338-536B-2DA0-6C11-A24E5C003125}"/>
          </ac:spMkLst>
        </pc:spChg>
        <pc:spChg chg="add mod">
          <ac:chgData name="Langill, T.A. (Tori)" userId="f2a0729f-78d3-40b0-b388-826b4c078191" providerId="ADAL" clId="{A31AE0A8-C755-476C-85C8-239B0B9FFC71}" dt="2024-11-04T09:53:39.295" v="3177" actId="14100"/>
          <ac:spMkLst>
            <pc:docMk/>
            <pc:sldMk cId="4176475078" sldId="327"/>
            <ac:spMk id="6" creationId="{ED157F82-6B3B-5DC1-B7DC-276C1C38F900}"/>
          </ac:spMkLst>
        </pc:spChg>
        <pc:spChg chg="add mod">
          <ac:chgData name="Langill, T.A. (Tori)" userId="f2a0729f-78d3-40b0-b388-826b4c078191" providerId="ADAL" clId="{A31AE0A8-C755-476C-85C8-239B0B9FFC71}" dt="2024-11-04T09:54:56.470" v="3232" actId="1076"/>
          <ac:spMkLst>
            <pc:docMk/>
            <pc:sldMk cId="4176475078" sldId="327"/>
            <ac:spMk id="12" creationId="{D170875F-3E7E-FA9D-097B-AB7D66A639CE}"/>
          </ac:spMkLst>
        </pc:spChg>
        <pc:spChg chg="add mod">
          <ac:chgData name="Langill, T.A. (Tori)" userId="f2a0729f-78d3-40b0-b388-826b4c078191" providerId="ADAL" clId="{A31AE0A8-C755-476C-85C8-239B0B9FFC71}" dt="2024-11-04T09:55:13.656" v="3250" actId="1076"/>
          <ac:spMkLst>
            <pc:docMk/>
            <pc:sldMk cId="4176475078" sldId="327"/>
            <ac:spMk id="13" creationId="{DD1B6BF0-339E-440B-BFD5-011AC15D31B7}"/>
          </ac:spMkLst>
        </pc:spChg>
        <pc:spChg chg="add mod">
          <ac:chgData name="Langill, T.A. (Tori)" userId="f2a0729f-78d3-40b0-b388-826b4c078191" providerId="ADAL" clId="{A31AE0A8-C755-476C-85C8-239B0B9FFC71}" dt="2024-11-04T09:58:05.245" v="3340" actId="1076"/>
          <ac:spMkLst>
            <pc:docMk/>
            <pc:sldMk cId="4176475078" sldId="327"/>
            <ac:spMk id="16" creationId="{2984BA3F-2E32-9C0E-D2C2-22A5DFC8DB83}"/>
          </ac:spMkLst>
        </pc:spChg>
        <pc:spChg chg="add mod">
          <ac:chgData name="Langill, T.A. (Tori)" userId="f2a0729f-78d3-40b0-b388-826b4c078191" providerId="ADAL" clId="{A31AE0A8-C755-476C-85C8-239B0B9FFC71}" dt="2024-11-04T09:58:01.106" v="3339" actId="1076"/>
          <ac:spMkLst>
            <pc:docMk/>
            <pc:sldMk cId="4176475078" sldId="327"/>
            <ac:spMk id="17" creationId="{85C43398-C230-E4EE-D0EE-B1E9F0239B85}"/>
          </ac:spMkLst>
        </pc:spChg>
        <pc:spChg chg="add mod">
          <ac:chgData name="Langill, T.A. (Tori)" userId="f2a0729f-78d3-40b0-b388-826b4c078191" providerId="ADAL" clId="{A31AE0A8-C755-476C-85C8-239B0B9FFC71}" dt="2024-11-04T09:56:51.844" v="3279" actId="1076"/>
          <ac:spMkLst>
            <pc:docMk/>
            <pc:sldMk cId="4176475078" sldId="327"/>
            <ac:spMk id="20" creationId="{6B440E4A-E90D-256E-15FD-EC32BD12A9EE}"/>
          </ac:spMkLst>
        </pc:spChg>
        <pc:spChg chg="add mod">
          <ac:chgData name="Langill, T.A. (Tori)" userId="f2a0729f-78d3-40b0-b388-826b4c078191" providerId="ADAL" clId="{A31AE0A8-C755-476C-85C8-239B0B9FFC71}" dt="2024-11-04T09:57:28.221" v="3322" actId="115"/>
          <ac:spMkLst>
            <pc:docMk/>
            <pc:sldMk cId="4176475078" sldId="327"/>
            <ac:spMk id="21" creationId="{09C9A0B5-EAE1-581D-7AD8-1D7744985CDD}"/>
          </ac:spMkLst>
        </pc:spChg>
        <pc:spChg chg="add mod">
          <ac:chgData name="Langill, T.A. (Tori)" userId="f2a0729f-78d3-40b0-b388-826b4c078191" providerId="ADAL" clId="{A31AE0A8-C755-476C-85C8-239B0B9FFC71}" dt="2024-11-04T09:57:50.727" v="3337" actId="1076"/>
          <ac:spMkLst>
            <pc:docMk/>
            <pc:sldMk cId="4176475078" sldId="327"/>
            <ac:spMk id="22" creationId="{63811B06-9349-BAFA-D53B-6AF74D5A3ACF}"/>
          </ac:spMkLst>
        </pc:spChg>
        <pc:spChg chg="add mod">
          <ac:chgData name="Langill, T.A. (Tori)" userId="f2a0729f-78d3-40b0-b388-826b4c078191" providerId="ADAL" clId="{A31AE0A8-C755-476C-85C8-239B0B9FFC71}" dt="2024-11-04T09:58:50.963" v="3357" actId="20577"/>
          <ac:spMkLst>
            <pc:docMk/>
            <pc:sldMk cId="4176475078" sldId="327"/>
            <ac:spMk id="26" creationId="{D3F7E09A-4ECA-C947-46D0-2535274F6124}"/>
          </ac:spMkLst>
        </pc:spChg>
        <pc:spChg chg="add mod">
          <ac:chgData name="Langill, T.A. (Tori)" userId="f2a0729f-78d3-40b0-b388-826b4c078191" providerId="ADAL" clId="{A31AE0A8-C755-476C-85C8-239B0B9FFC71}" dt="2024-11-04T09:58:59.284" v="3359" actId="1076"/>
          <ac:spMkLst>
            <pc:docMk/>
            <pc:sldMk cId="4176475078" sldId="327"/>
            <ac:spMk id="27" creationId="{3C954C3B-D439-0DF5-0D4B-BAC2A3B453BB}"/>
          </ac:spMkLst>
        </pc:spChg>
        <pc:spChg chg="add mod topLvl">
          <ac:chgData name="Langill, T.A. (Tori)" userId="f2a0729f-78d3-40b0-b388-826b4c078191" providerId="ADAL" clId="{A31AE0A8-C755-476C-85C8-239B0B9FFC71}" dt="2024-11-04T10:00:48.097" v="3371" actId="1076"/>
          <ac:spMkLst>
            <pc:docMk/>
            <pc:sldMk cId="4176475078" sldId="327"/>
            <ac:spMk id="29" creationId="{DB586C50-1FE1-A978-537D-B50F8F9DAFBC}"/>
          </ac:spMkLst>
        </pc:spChg>
        <pc:spChg chg="add mod topLvl">
          <ac:chgData name="Langill, T.A. (Tori)" userId="f2a0729f-78d3-40b0-b388-826b4c078191" providerId="ADAL" clId="{A31AE0A8-C755-476C-85C8-239B0B9FFC71}" dt="2024-11-04T10:00:51.239" v="3372" actId="1076"/>
          <ac:spMkLst>
            <pc:docMk/>
            <pc:sldMk cId="4176475078" sldId="327"/>
            <ac:spMk id="30" creationId="{DC38359E-5360-00C1-D690-F59E08A1AEB0}"/>
          </ac:spMkLst>
        </pc:spChg>
        <pc:grpChg chg="add del mod">
          <ac:chgData name="Langill, T.A. (Tori)" userId="f2a0729f-78d3-40b0-b388-826b4c078191" providerId="ADAL" clId="{A31AE0A8-C755-476C-85C8-239B0B9FFC71}" dt="2024-11-04T10:00:19.361" v="3368" actId="165"/>
          <ac:grpSpMkLst>
            <pc:docMk/>
            <pc:sldMk cId="4176475078" sldId="327"/>
            <ac:grpSpMk id="31" creationId="{FB4D85CF-179B-C7D9-EE6C-CB2B416C2D8E}"/>
          </ac:grpSpMkLst>
        </pc:grpChg>
        <pc:cxnChg chg="add mod">
          <ac:chgData name="Langill, T.A. (Tori)" userId="f2a0729f-78d3-40b0-b388-826b4c078191" providerId="ADAL" clId="{A31AE0A8-C755-476C-85C8-239B0B9FFC71}" dt="2024-11-04T09:54:34.054" v="3189" actId="208"/>
          <ac:cxnSpMkLst>
            <pc:docMk/>
            <pc:sldMk cId="4176475078" sldId="327"/>
            <ac:cxnSpMk id="8" creationId="{969866F5-D495-E332-7962-BE0BFF8FF1B1}"/>
          </ac:cxnSpMkLst>
        </pc:cxnChg>
        <pc:cxnChg chg="add mod">
          <ac:chgData name="Langill, T.A. (Tori)" userId="f2a0729f-78d3-40b0-b388-826b4c078191" providerId="ADAL" clId="{A31AE0A8-C755-476C-85C8-239B0B9FFC71}" dt="2024-11-04T09:54:20.824" v="3186" actId="208"/>
          <ac:cxnSpMkLst>
            <pc:docMk/>
            <pc:sldMk cId="4176475078" sldId="327"/>
            <ac:cxnSpMk id="10" creationId="{E29406CA-2DE6-A0D7-BA8A-8EEE21EEF41C}"/>
          </ac:cxnSpMkLst>
        </pc:cxnChg>
        <pc:cxnChg chg="add mod">
          <ac:chgData name="Langill, T.A. (Tori)" userId="f2a0729f-78d3-40b0-b388-826b4c078191" providerId="ADAL" clId="{A31AE0A8-C755-476C-85C8-239B0B9FFC71}" dt="2024-11-04T09:55:55.387" v="3253" actId="14100"/>
          <ac:cxnSpMkLst>
            <pc:docMk/>
            <pc:sldMk cId="4176475078" sldId="327"/>
            <ac:cxnSpMk id="14" creationId="{E50C20C7-8CBE-BD8D-9CFD-60350DFE69B1}"/>
          </ac:cxnSpMkLst>
        </pc:cxnChg>
        <pc:cxnChg chg="add mod">
          <ac:chgData name="Langill, T.A. (Tori)" userId="f2a0729f-78d3-40b0-b388-826b4c078191" providerId="ADAL" clId="{A31AE0A8-C755-476C-85C8-239B0B9FFC71}" dt="2024-11-04T09:57:54.065" v="3338" actId="14100"/>
          <ac:cxnSpMkLst>
            <pc:docMk/>
            <pc:sldMk cId="4176475078" sldId="327"/>
            <ac:cxnSpMk id="18" creationId="{A2EF58AD-98C7-A612-114D-214B18412205}"/>
          </ac:cxnSpMkLst>
        </pc:cxnChg>
        <pc:cxnChg chg="add mod">
          <ac:chgData name="Langill, T.A. (Tori)" userId="f2a0729f-78d3-40b0-b388-826b4c078191" providerId="ADAL" clId="{A31AE0A8-C755-476C-85C8-239B0B9FFC71}" dt="2024-11-04T09:58:43.204" v="3345" actId="1582"/>
          <ac:cxnSpMkLst>
            <pc:docMk/>
            <pc:sldMk cId="4176475078" sldId="327"/>
            <ac:cxnSpMk id="25" creationId="{BE3D766E-8F67-2B50-E0DD-7BFACD182306}"/>
          </ac:cxnSpMkLst>
        </pc:cxnChg>
        <pc:cxnChg chg="add mod topLvl">
          <ac:chgData name="Langill, T.A. (Tori)" userId="f2a0729f-78d3-40b0-b388-826b4c078191" providerId="ADAL" clId="{A31AE0A8-C755-476C-85C8-239B0B9FFC71}" dt="2024-11-04T10:00:43.699" v="3370" actId="14100"/>
          <ac:cxnSpMkLst>
            <pc:docMk/>
            <pc:sldMk cId="4176475078" sldId="327"/>
            <ac:cxnSpMk id="28" creationId="{AC6902F1-D466-6D6E-59EA-CF57301C9AEB}"/>
          </ac:cxnSpMkLst>
        </pc:cxnChg>
      </pc:sldChg>
      <pc:sldChg chg="modSp add mod">
        <pc:chgData name="Langill, T.A. (Tori)" userId="f2a0729f-78d3-40b0-b388-826b4c078191" providerId="ADAL" clId="{A31AE0A8-C755-476C-85C8-239B0B9FFC71}" dt="2024-11-04T12:46:06.436" v="5132" actId="313"/>
        <pc:sldMkLst>
          <pc:docMk/>
          <pc:sldMk cId="1073186861" sldId="328"/>
        </pc:sldMkLst>
        <pc:spChg chg="mod">
          <ac:chgData name="Langill, T.A. (Tori)" userId="f2a0729f-78d3-40b0-b388-826b4c078191" providerId="ADAL" clId="{A31AE0A8-C755-476C-85C8-239B0B9FFC71}" dt="2024-11-04T12:46:06.436" v="5132" actId="313"/>
          <ac:spMkLst>
            <pc:docMk/>
            <pc:sldMk cId="1073186861" sldId="328"/>
            <ac:spMk id="2" creationId="{CC70CF61-34FA-9F5A-7B16-638D1797EE87}"/>
          </ac:spMkLst>
        </pc:spChg>
        <pc:inkChg chg="mod">
          <ac:chgData name="Langill, T.A. (Tori)" userId="f2a0729f-78d3-40b0-b388-826b4c078191" providerId="ADAL" clId="{A31AE0A8-C755-476C-85C8-239B0B9FFC71}" dt="2024-11-04T10:12:29.569" v="3709" actId="14100"/>
          <ac:inkMkLst>
            <pc:docMk/>
            <pc:sldMk cId="1073186861" sldId="328"/>
            <ac:inkMk id="8" creationId="{CC1FEB22-6A8D-C435-CCA0-900EA7DC3992}"/>
          </ac:inkMkLst>
        </pc:inkChg>
      </pc:sldChg>
      <pc:sldChg chg="modSp add mod ord">
        <pc:chgData name="Langill, T.A. (Tori)" userId="f2a0729f-78d3-40b0-b388-826b4c078191" providerId="ADAL" clId="{A31AE0A8-C755-476C-85C8-239B0B9FFC71}" dt="2024-11-04T10:13:12.617" v="3725" actId="1076"/>
        <pc:sldMkLst>
          <pc:docMk/>
          <pc:sldMk cId="227069857" sldId="329"/>
        </pc:sldMkLst>
        <pc:spChg chg="mod">
          <ac:chgData name="Langill, T.A. (Tori)" userId="f2a0729f-78d3-40b0-b388-826b4c078191" providerId="ADAL" clId="{A31AE0A8-C755-476C-85C8-239B0B9FFC71}" dt="2024-11-04T10:13:12.617" v="3725" actId="1076"/>
          <ac:spMkLst>
            <pc:docMk/>
            <pc:sldMk cId="227069857" sldId="329"/>
            <ac:spMk id="2" creationId="{CC70CF61-34FA-9F5A-7B16-638D1797EE87}"/>
          </ac:spMkLst>
        </pc:spChg>
      </pc:sldChg>
      <pc:sldChg chg="addSp delSp modSp add mod delAnim modAnim">
        <pc:chgData name="Langill, T.A. (Tori)" userId="f2a0729f-78d3-40b0-b388-826b4c078191" providerId="ADAL" clId="{A31AE0A8-C755-476C-85C8-239B0B9FFC71}" dt="2024-11-04T10:20:39.536" v="4182" actId="1035"/>
        <pc:sldMkLst>
          <pc:docMk/>
          <pc:sldMk cId="1604052436" sldId="330"/>
        </pc:sldMkLst>
        <pc:spChg chg="mod">
          <ac:chgData name="Langill, T.A. (Tori)" userId="f2a0729f-78d3-40b0-b388-826b4c078191" providerId="ADAL" clId="{A31AE0A8-C755-476C-85C8-239B0B9FFC71}" dt="2024-11-04T10:18:14.053" v="3853" actId="20577"/>
          <ac:spMkLst>
            <pc:docMk/>
            <pc:sldMk cId="1604052436" sldId="330"/>
            <ac:spMk id="2" creationId="{CC70CF61-34FA-9F5A-7B16-638D1797EE87}"/>
          </ac:spMkLst>
        </pc:spChg>
        <pc:spChg chg="add mod">
          <ac:chgData name="Langill, T.A. (Tori)" userId="f2a0729f-78d3-40b0-b388-826b4c078191" providerId="ADAL" clId="{A31AE0A8-C755-476C-85C8-239B0B9FFC71}" dt="2024-11-04T10:20:12.199" v="4157" actId="403"/>
          <ac:spMkLst>
            <pc:docMk/>
            <pc:sldMk cId="1604052436" sldId="330"/>
            <ac:spMk id="4" creationId="{8EB4F83E-39DD-1656-A496-533854B23173}"/>
          </ac:spMkLst>
        </pc:spChg>
        <pc:picChg chg="add mod">
          <ac:chgData name="Langill, T.A. (Tori)" userId="f2a0729f-78d3-40b0-b388-826b4c078191" providerId="ADAL" clId="{A31AE0A8-C755-476C-85C8-239B0B9FFC71}" dt="2024-11-04T10:17:56.503" v="3841" actId="14100"/>
          <ac:picMkLst>
            <pc:docMk/>
            <pc:sldMk cId="1604052436" sldId="330"/>
            <ac:picMk id="3" creationId="{EBF8A72D-2D1B-0846-260A-532B1E2FDCEB}"/>
          </ac:picMkLst>
        </pc:picChg>
        <pc:picChg chg="add del mod">
          <ac:chgData name="Langill, T.A. (Tori)" userId="f2a0729f-78d3-40b0-b388-826b4c078191" providerId="ADAL" clId="{A31AE0A8-C755-476C-85C8-239B0B9FFC71}" dt="2024-11-04T10:15:26.274" v="3746" actId="478"/>
          <ac:picMkLst>
            <pc:docMk/>
            <pc:sldMk cId="1604052436" sldId="330"/>
            <ac:picMk id="10242" creationId="{77BA71DD-F6F9-1347-E33F-9A9BCE630505}"/>
          </ac:picMkLst>
        </pc:picChg>
        <pc:picChg chg="add del mod">
          <ac:chgData name="Langill, T.A. (Tori)" userId="f2a0729f-78d3-40b0-b388-826b4c078191" providerId="ADAL" clId="{A31AE0A8-C755-476C-85C8-239B0B9FFC71}" dt="2024-11-04T10:15:58.401" v="3750" actId="478"/>
          <ac:picMkLst>
            <pc:docMk/>
            <pc:sldMk cId="1604052436" sldId="330"/>
            <ac:picMk id="10244" creationId="{C301098B-4923-21F4-10CC-CD89281CF3D3}"/>
          </ac:picMkLst>
        </pc:picChg>
        <pc:picChg chg="add mod">
          <ac:chgData name="Langill, T.A. (Tori)" userId="f2a0729f-78d3-40b0-b388-826b4c078191" providerId="ADAL" clId="{A31AE0A8-C755-476C-85C8-239B0B9FFC71}" dt="2024-11-04T10:17:43.878" v="3836" actId="14100"/>
          <ac:picMkLst>
            <pc:docMk/>
            <pc:sldMk cId="1604052436" sldId="330"/>
            <ac:picMk id="10246" creationId="{46CF7BDE-2127-060B-CF33-7C98473EDAA5}"/>
          </ac:picMkLst>
        </pc:picChg>
        <pc:inkChg chg="add mod">
          <ac:chgData name="Langill, T.A. (Tori)" userId="f2a0729f-78d3-40b0-b388-826b4c078191" providerId="ADAL" clId="{A31AE0A8-C755-476C-85C8-239B0B9FFC71}" dt="2024-11-04T10:20:39.536" v="4182" actId="1035"/>
          <ac:inkMkLst>
            <pc:docMk/>
            <pc:sldMk cId="1604052436" sldId="330"/>
            <ac:inkMk id="5" creationId="{00C9D986-EBEA-B2E1-153A-9F9F57A2881B}"/>
          </ac:inkMkLst>
        </pc:inkChg>
        <pc:inkChg chg="del">
          <ac:chgData name="Langill, T.A. (Tori)" userId="f2a0729f-78d3-40b0-b388-826b4c078191" providerId="ADAL" clId="{A31AE0A8-C755-476C-85C8-239B0B9FFC71}" dt="2024-11-04T10:14:04.852" v="3730" actId="478"/>
          <ac:inkMkLst>
            <pc:docMk/>
            <pc:sldMk cId="1604052436" sldId="330"/>
            <ac:inkMk id="8" creationId="{CC1FEB22-6A8D-C435-CCA0-900EA7DC3992}"/>
          </ac:inkMkLst>
        </pc:inkChg>
      </pc:sldChg>
      <pc:sldChg chg="new del">
        <pc:chgData name="Langill, T.A. (Tori)" userId="f2a0729f-78d3-40b0-b388-826b4c078191" providerId="ADAL" clId="{A31AE0A8-C755-476C-85C8-239B0B9FFC71}" dt="2024-11-04T10:13:57.163" v="3728" actId="47"/>
        <pc:sldMkLst>
          <pc:docMk/>
          <pc:sldMk cId="2202960884" sldId="330"/>
        </pc:sldMkLst>
      </pc:sldChg>
      <pc:sldChg chg="modSp new mod">
        <pc:chgData name="Langill, T.A. (Tori)" userId="f2a0729f-78d3-40b0-b388-826b4c078191" providerId="ADAL" clId="{A31AE0A8-C755-476C-85C8-239B0B9FFC71}" dt="2024-11-04T10:21:51.992" v="4253" actId="1076"/>
        <pc:sldMkLst>
          <pc:docMk/>
          <pc:sldMk cId="3620676897" sldId="331"/>
        </pc:sldMkLst>
        <pc:spChg chg="mod">
          <ac:chgData name="Langill, T.A. (Tori)" userId="f2a0729f-78d3-40b0-b388-826b4c078191" providerId="ADAL" clId="{A31AE0A8-C755-476C-85C8-239B0B9FFC71}" dt="2024-11-04T10:21:51.992" v="4253" actId="1076"/>
          <ac:spMkLst>
            <pc:docMk/>
            <pc:sldMk cId="3620676897" sldId="331"/>
            <ac:spMk id="2" creationId="{03582622-FDF0-EA64-4E2B-0CA77911161F}"/>
          </ac:spMkLst>
        </pc:spChg>
      </pc:sldChg>
      <pc:sldChg chg="addSp delSp modSp new mod">
        <pc:chgData name="Langill, T.A. (Tori)" userId="f2a0729f-78d3-40b0-b388-826b4c078191" providerId="ADAL" clId="{A31AE0A8-C755-476C-85C8-239B0B9FFC71}" dt="2024-11-04T10:24:05.056" v="4301" actId="1076"/>
        <pc:sldMkLst>
          <pc:docMk/>
          <pc:sldMk cId="3418026264" sldId="332"/>
        </pc:sldMkLst>
        <pc:spChg chg="del">
          <ac:chgData name="Langill, T.A. (Tori)" userId="f2a0729f-78d3-40b0-b388-826b4c078191" providerId="ADAL" clId="{A31AE0A8-C755-476C-85C8-239B0B9FFC71}" dt="2024-11-04T10:22:16.542" v="4285" actId="478"/>
          <ac:spMkLst>
            <pc:docMk/>
            <pc:sldMk cId="3418026264" sldId="332"/>
            <ac:spMk id="2" creationId="{4CD09733-A567-0E93-0043-1F7F1A1CEF01}"/>
          </ac:spMkLst>
        </pc:spChg>
        <pc:spChg chg="del mod">
          <ac:chgData name="Langill, T.A. (Tori)" userId="f2a0729f-78d3-40b0-b388-826b4c078191" providerId="ADAL" clId="{A31AE0A8-C755-476C-85C8-239B0B9FFC71}" dt="2024-11-04T10:23:19.439" v="4292" actId="478"/>
          <ac:spMkLst>
            <pc:docMk/>
            <pc:sldMk cId="3418026264" sldId="332"/>
            <ac:spMk id="3" creationId="{402FDF70-952D-19E3-9AAD-7857620513F5}"/>
          </ac:spMkLst>
        </pc:spChg>
        <pc:spChg chg="del mod">
          <ac:chgData name="Langill, T.A. (Tori)" userId="f2a0729f-78d3-40b0-b388-826b4c078191" providerId="ADAL" clId="{A31AE0A8-C755-476C-85C8-239B0B9FFC71}" dt="2024-11-04T10:23:20.870" v="4293" actId="478"/>
          <ac:spMkLst>
            <pc:docMk/>
            <pc:sldMk cId="3418026264" sldId="332"/>
            <ac:spMk id="4" creationId="{951F903B-C79D-44B7-2AEC-1B4F89B601BE}"/>
          </ac:spMkLst>
        </pc:spChg>
        <pc:spChg chg="del mod">
          <ac:chgData name="Langill, T.A. (Tori)" userId="f2a0729f-78d3-40b0-b388-826b4c078191" providerId="ADAL" clId="{A31AE0A8-C755-476C-85C8-239B0B9FFC71}" dt="2024-11-04T10:23:20.870" v="4293" actId="478"/>
          <ac:spMkLst>
            <pc:docMk/>
            <pc:sldMk cId="3418026264" sldId="332"/>
            <ac:spMk id="5" creationId="{26BA9897-88DD-6BA7-ED3E-623EA0D706EA}"/>
          </ac:spMkLst>
        </pc:spChg>
        <pc:spChg chg="del mod">
          <ac:chgData name="Langill, T.A. (Tori)" userId="f2a0729f-78d3-40b0-b388-826b4c078191" providerId="ADAL" clId="{A31AE0A8-C755-476C-85C8-239B0B9FFC71}" dt="2024-11-04T10:23:20.870" v="4293" actId="478"/>
          <ac:spMkLst>
            <pc:docMk/>
            <pc:sldMk cId="3418026264" sldId="332"/>
            <ac:spMk id="6" creationId="{5B353326-ED51-3C30-178A-B59CBDF0F70F}"/>
          </ac:spMkLst>
        </pc:spChg>
        <pc:spChg chg="del">
          <ac:chgData name="Langill, T.A. (Tori)" userId="f2a0729f-78d3-40b0-b388-826b4c078191" providerId="ADAL" clId="{A31AE0A8-C755-476C-85C8-239B0B9FFC71}" dt="2024-11-04T10:23:20.870" v="4293" actId="478"/>
          <ac:spMkLst>
            <pc:docMk/>
            <pc:sldMk cId="3418026264" sldId="332"/>
            <ac:spMk id="7" creationId="{414E7877-D625-FC15-0F9E-4B449D2D8643}"/>
          </ac:spMkLst>
        </pc:spChg>
        <pc:spChg chg="add del mod">
          <ac:chgData name="Langill, T.A. (Tori)" userId="f2a0729f-78d3-40b0-b388-826b4c078191" providerId="ADAL" clId="{A31AE0A8-C755-476C-85C8-239B0B9FFC71}" dt="2024-11-04T10:23:20.870" v="4293" actId="478"/>
          <ac:spMkLst>
            <pc:docMk/>
            <pc:sldMk cId="3418026264" sldId="332"/>
            <ac:spMk id="9" creationId="{41C9E5FE-0244-BC58-B601-448985E8DD11}"/>
          </ac:spMkLst>
        </pc:spChg>
        <pc:spChg chg="add mod">
          <ac:chgData name="Langill, T.A. (Tori)" userId="f2a0729f-78d3-40b0-b388-826b4c078191" providerId="ADAL" clId="{A31AE0A8-C755-476C-85C8-239B0B9FFC71}" dt="2024-11-04T10:23:20.870" v="4293" actId="478"/>
          <ac:spMkLst>
            <pc:docMk/>
            <pc:sldMk cId="3418026264" sldId="332"/>
            <ac:spMk id="11" creationId="{0F929BB5-3C7D-C2E8-2234-6852BE2C8D12}"/>
          </ac:spMkLst>
        </pc:spChg>
        <pc:picChg chg="add del mod">
          <ac:chgData name="Langill, T.A. (Tori)" userId="f2a0729f-78d3-40b0-b388-826b4c078191" providerId="ADAL" clId="{A31AE0A8-C755-476C-85C8-239B0B9FFC71}" dt="2024-11-04T10:23:46.248" v="4297" actId="478"/>
          <ac:picMkLst>
            <pc:docMk/>
            <pc:sldMk cId="3418026264" sldId="332"/>
            <ac:picMk id="11266" creationId="{6BEE79B8-BCA0-BD7D-2EE9-26450145F386}"/>
          </ac:picMkLst>
        </pc:picChg>
        <pc:picChg chg="add mod">
          <ac:chgData name="Langill, T.A. (Tori)" userId="f2a0729f-78d3-40b0-b388-826b4c078191" providerId="ADAL" clId="{A31AE0A8-C755-476C-85C8-239B0B9FFC71}" dt="2024-11-04T10:24:05.056" v="4301" actId="1076"/>
          <ac:picMkLst>
            <pc:docMk/>
            <pc:sldMk cId="3418026264" sldId="332"/>
            <ac:picMk id="11268" creationId="{0FF8652F-08D4-3F71-F29F-619D2DFD29A9}"/>
          </ac:picMkLst>
        </pc:picChg>
      </pc:sldChg>
      <pc:sldChg chg="addSp delSp modSp new mod">
        <pc:chgData name="Langill, T.A. (Tori)" userId="f2a0729f-78d3-40b0-b388-826b4c078191" providerId="ADAL" clId="{A31AE0A8-C755-476C-85C8-239B0B9FFC71}" dt="2024-11-04T10:28:08.789" v="4462" actId="478"/>
        <pc:sldMkLst>
          <pc:docMk/>
          <pc:sldMk cId="1094556042" sldId="333"/>
        </pc:sldMkLst>
        <pc:spChg chg="mod">
          <ac:chgData name="Langill, T.A. (Tori)" userId="f2a0729f-78d3-40b0-b388-826b4c078191" providerId="ADAL" clId="{A31AE0A8-C755-476C-85C8-239B0B9FFC71}" dt="2024-11-04T10:25:48.773" v="4359" actId="20577"/>
          <ac:spMkLst>
            <pc:docMk/>
            <pc:sldMk cId="1094556042" sldId="333"/>
            <ac:spMk id="2" creationId="{6E77FF13-AF13-7148-A7E0-7A197D242B89}"/>
          </ac:spMkLst>
        </pc:spChg>
        <pc:spChg chg="mod">
          <ac:chgData name="Langill, T.A. (Tori)" userId="f2a0729f-78d3-40b0-b388-826b4c078191" providerId="ADAL" clId="{A31AE0A8-C755-476C-85C8-239B0B9FFC71}" dt="2024-11-04T10:27:08.011" v="4439" actId="1076"/>
          <ac:spMkLst>
            <pc:docMk/>
            <pc:sldMk cId="1094556042" sldId="333"/>
            <ac:spMk id="3" creationId="{802F7082-3E3D-5F51-C7C1-A9E2E24D77B7}"/>
          </ac:spMkLst>
        </pc:spChg>
        <pc:spChg chg="del">
          <ac:chgData name="Langill, T.A. (Tori)" userId="f2a0729f-78d3-40b0-b388-826b4c078191" providerId="ADAL" clId="{A31AE0A8-C755-476C-85C8-239B0B9FFC71}" dt="2024-11-04T10:25:58.080" v="4364" actId="478"/>
          <ac:spMkLst>
            <pc:docMk/>
            <pc:sldMk cId="1094556042" sldId="333"/>
            <ac:spMk id="4" creationId="{2FD89E39-CF0C-4D3C-2925-0ED4AFDD59D5}"/>
          </ac:spMkLst>
        </pc:spChg>
        <pc:spChg chg="mod">
          <ac:chgData name="Langill, T.A. (Tori)" userId="f2a0729f-78d3-40b0-b388-826b4c078191" providerId="ADAL" clId="{A31AE0A8-C755-476C-85C8-239B0B9FFC71}" dt="2024-11-04T10:27:20.925" v="4448" actId="1076"/>
          <ac:spMkLst>
            <pc:docMk/>
            <pc:sldMk cId="1094556042" sldId="333"/>
            <ac:spMk id="5" creationId="{01903A35-9A82-24DD-2FA4-9D3102E59E8F}"/>
          </ac:spMkLst>
        </pc:spChg>
        <pc:spChg chg="mod">
          <ac:chgData name="Langill, T.A. (Tori)" userId="f2a0729f-78d3-40b0-b388-826b4c078191" providerId="ADAL" clId="{A31AE0A8-C755-476C-85C8-239B0B9FFC71}" dt="2024-11-04T10:27:42.200" v="4459" actId="1076"/>
          <ac:spMkLst>
            <pc:docMk/>
            <pc:sldMk cId="1094556042" sldId="333"/>
            <ac:spMk id="6" creationId="{61048EC2-0F4D-1278-32D1-827328C9DADA}"/>
          </ac:spMkLst>
        </pc:spChg>
        <pc:spChg chg="add mod">
          <ac:chgData name="Langill, T.A. (Tori)" userId="f2a0729f-78d3-40b0-b388-826b4c078191" providerId="ADAL" clId="{A31AE0A8-C755-476C-85C8-239B0B9FFC71}" dt="2024-11-04T10:27:31.600" v="4456" actId="1076"/>
          <ac:spMkLst>
            <pc:docMk/>
            <pc:sldMk cId="1094556042" sldId="333"/>
            <ac:spMk id="8" creationId="{8039A11E-9F21-C12B-4736-9D0B795EB85A}"/>
          </ac:spMkLst>
        </pc:spChg>
        <pc:spChg chg="add mod">
          <ac:chgData name="Langill, T.A. (Tori)" userId="f2a0729f-78d3-40b0-b388-826b4c078191" providerId="ADAL" clId="{A31AE0A8-C755-476C-85C8-239B0B9FFC71}" dt="2024-11-04T10:27:38.660" v="4458" actId="1076"/>
          <ac:spMkLst>
            <pc:docMk/>
            <pc:sldMk cId="1094556042" sldId="333"/>
            <ac:spMk id="9" creationId="{F260254C-232B-FA02-1296-88F66B04A241}"/>
          </ac:spMkLst>
        </pc:spChg>
        <pc:spChg chg="add mod">
          <ac:chgData name="Langill, T.A. (Tori)" userId="f2a0729f-78d3-40b0-b388-826b4c078191" providerId="ADAL" clId="{A31AE0A8-C755-476C-85C8-239B0B9FFC71}" dt="2024-11-04T10:27:34.718" v="4457" actId="1076"/>
          <ac:spMkLst>
            <pc:docMk/>
            <pc:sldMk cId="1094556042" sldId="333"/>
            <ac:spMk id="10" creationId="{D2360BA0-BF61-B33D-5512-C8B10E8BEF72}"/>
          </ac:spMkLst>
        </pc:spChg>
        <pc:picChg chg="add del mod">
          <ac:chgData name="Langill, T.A. (Tori)" userId="f2a0729f-78d3-40b0-b388-826b4c078191" providerId="ADAL" clId="{A31AE0A8-C755-476C-85C8-239B0B9FFC71}" dt="2024-11-04T10:28:08.789" v="4462" actId="478"/>
          <ac:picMkLst>
            <pc:docMk/>
            <pc:sldMk cId="1094556042" sldId="333"/>
            <ac:picMk id="12290" creationId="{A8BF3435-53A9-4B33-82A8-553FE0C1F456}"/>
          </ac:picMkLst>
        </pc:picChg>
      </pc:sldChg>
      <pc:sldChg chg="addSp delSp modSp new">
        <pc:chgData name="Langill, T.A. (Tori)" userId="f2a0729f-78d3-40b0-b388-826b4c078191" providerId="ADAL" clId="{A31AE0A8-C755-476C-85C8-239B0B9FFC71}" dt="2024-11-04T10:30:37.328" v="4468" actId="14100"/>
        <pc:sldMkLst>
          <pc:docMk/>
          <pc:sldMk cId="2377955451" sldId="334"/>
        </pc:sldMkLst>
        <pc:picChg chg="add del">
          <ac:chgData name="Langill, T.A. (Tori)" userId="f2a0729f-78d3-40b0-b388-826b4c078191" providerId="ADAL" clId="{A31AE0A8-C755-476C-85C8-239B0B9FFC71}" dt="2024-11-04T10:30:31.434" v="4465" actId="478"/>
          <ac:picMkLst>
            <pc:docMk/>
            <pc:sldMk cId="2377955451" sldId="334"/>
            <ac:picMk id="13314" creationId="{306E8930-6028-D249-8C4B-E6913C78B9AD}"/>
          </ac:picMkLst>
        </pc:picChg>
        <pc:picChg chg="add mod">
          <ac:chgData name="Langill, T.A. (Tori)" userId="f2a0729f-78d3-40b0-b388-826b4c078191" providerId="ADAL" clId="{A31AE0A8-C755-476C-85C8-239B0B9FFC71}" dt="2024-11-04T10:30:37.328" v="4468" actId="14100"/>
          <ac:picMkLst>
            <pc:docMk/>
            <pc:sldMk cId="2377955451" sldId="334"/>
            <ac:picMk id="13316" creationId="{90D7D4EC-C7E6-81F8-E097-F903478D4E1C}"/>
          </ac:picMkLst>
        </pc:picChg>
      </pc:sldChg>
      <pc:sldChg chg="addSp delSp modSp new mod modAnim">
        <pc:chgData name="Langill, T.A. (Tori)" userId="f2a0729f-78d3-40b0-b388-826b4c078191" providerId="ADAL" clId="{A31AE0A8-C755-476C-85C8-239B0B9FFC71}" dt="2024-11-04T11:20:44.839" v="4546" actId="1076"/>
        <pc:sldMkLst>
          <pc:docMk/>
          <pc:sldMk cId="1774359966" sldId="335"/>
        </pc:sldMkLst>
        <pc:spChg chg="mod">
          <ac:chgData name="Langill, T.A. (Tori)" userId="f2a0729f-78d3-40b0-b388-826b4c078191" providerId="ADAL" clId="{A31AE0A8-C755-476C-85C8-239B0B9FFC71}" dt="2024-11-04T10:32:54.597" v="4498" actId="27636"/>
          <ac:spMkLst>
            <pc:docMk/>
            <pc:sldMk cId="1774359966" sldId="335"/>
            <ac:spMk id="2" creationId="{4A21FCB8-B22C-6725-1741-3C634AA7E0DB}"/>
          </ac:spMkLst>
        </pc:spChg>
        <pc:spChg chg="del">
          <ac:chgData name="Langill, T.A. (Tori)" userId="f2a0729f-78d3-40b0-b388-826b4c078191" providerId="ADAL" clId="{A31AE0A8-C755-476C-85C8-239B0B9FFC71}" dt="2024-11-04T10:32:17.975" v="4470" actId="478"/>
          <ac:spMkLst>
            <pc:docMk/>
            <pc:sldMk cId="1774359966" sldId="335"/>
            <ac:spMk id="3" creationId="{D3F2FE3E-3151-3E7B-1BAD-9D2DB8CB6777}"/>
          </ac:spMkLst>
        </pc:spChg>
        <pc:spChg chg="add mod">
          <ac:chgData name="Langill, T.A. (Tori)" userId="f2a0729f-78d3-40b0-b388-826b4c078191" providerId="ADAL" clId="{A31AE0A8-C755-476C-85C8-239B0B9FFC71}" dt="2024-11-04T10:33:14.228" v="4533" actId="1076"/>
          <ac:spMkLst>
            <pc:docMk/>
            <pc:sldMk cId="1774359966" sldId="335"/>
            <ac:spMk id="5" creationId="{18A6C7E5-C369-CF1B-6C45-4824F969EDA3}"/>
          </ac:spMkLst>
        </pc:spChg>
        <pc:spChg chg="add mod">
          <ac:chgData name="Langill, T.A. (Tori)" userId="f2a0729f-78d3-40b0-b388-826b4c078191" providerId="ADAL" clId="{A31AE0A8-C755-476C-85C8-239B0B9FFC71}" dt="2024-11-04T11:20:44.839" v="4546" actId="1076"/>
          <ac:spMkLst>
            <pc:docMk/>
            <pc:sldMk cId="1774359966" sldId="335"/>
            <ac:spMk id="6" creationId="{A356C32E-5B1E-3D2E-CFD3-A7B320B429A8}"/>
          </ac:spMkLst>
        </pc:spChg>
      </pc:sldChg>
      <pc:sldChg chg="addSp delSp modSp new mod">
        <pc:chgData name="Langill, T.A. (Tori)" userId="f2a0729f-78d3-40b0-b388-826b4c078191" providerId="ADAL" clId="{A31AE0A8-C755-476C-85C8-239B0B9FFC71}" dt="2024-11-04T12:21:58.221" v="5128" actId="14100"/>
        <pc:sldMkLst>
          <pc:docMk/>
          <pc:sldMk cId="961004598" sldId="336"/>
        </pc:sldMkLst>
        <pc:spChg chg="del">
          <ac:chgData name="Langill, T.A. (Tori)" userId="f2a0729f-78d3-40b0-b388-826b4c078191" providerId="ADAL" clId="{A31AE0A8-C755-476C-85C8-239B0B9FFC71}" dt="2024-11-04T12:21:45.497" v="5123" actId="478"/>
          <ac:spMkLst>
            <pc:docMk/>
            <pc:sldMk cId="961004598" sldId="336"/>
            <ac:spMk id="2" creationId="{76E724BD-2427-90AE-6DC8-9E40B9BE1C4D}"/>
          </ac:spMkLst>
        </pc:spChg>
        <pc:spChg chg="del">
          <ac:chgData name="Langill, T.A. (Tori)" userId="f2a0729f-78d3-40b0-b388-826b4c078191" providerId="ADAL" clId="{A31AE0A8-C755-476C-85C8-239B0B9FFC71}" dt="2024-11-04T12:21:47.552" v="5124" actId="478"/>
          <ac:spMkLst>
            <pc:docMk/>
            <pc:sldMk cId="961004598" sldId="336"/>
            <ac:spMk id="3" creationId="{21507C6C-9ED9-1269-FC40-C4E389AF29F7}"/>
          </ac:spMkLst>
        </pc:spChg>
        <pc:picChg chg="add del mod">
          <ac:chgData name="Langill, T.A. (Tori)" userId="f2a0729f-78d3-40b0-b388-826b4c078191" providerId="ADAL" clId="{A31AE0A8-C755-476C-85C8-239B0B9FFC71}" dt="2024-11-04T12:21:14.339" v="5121" actId="478"/>
          <ac:picMkLst>
            <pc:docMk/>
            <pc:sldMk cId="961004598" sldId="336"/>
            <ac:picMk id="6" creationId="{5EF19878-0941-56A6-DDAC-874A1C421D95}"/>
          </ac:picMkLst>
        </pc:picChg>
        <pc:picChg chg="add mod">
          <ac:chgData name="Langill, T.A. (Tori)" userId="f2a0729f-78d3-40b0-b388-826b4c078191" providerId="ADAL" clId="{A31AE0A8-C755-476C-85C8-239B0B9FFC71}" dt="2024-11-04T12:21:58.221" v="5128" actId="14100"/>
          <ac:picMkLst>
            <pc:docMk/>
            <pc:sldMk cId="961004598" sldId="336"/>
            <ac:picMk id="7" creationId="{C0290F53-B600-1832-D8D7-13AE18E5E601}"/>
          </ac:picMkLst>
        </pc:picChg>
      </pc:sldChg>
      <pc:sldChg chg="modSp add mod">
        <pc:chgData name="Langill, T.A. (Tori)" userId="f2a0729f-78d3-40b0-b388-826b4c078191" providerId="ADAL" clId="{A31AE0A8-C755-476C-85C8-239B0B9FFC71}" dt="2024-11-04T12:20:13.149" v="5119" actId="20577"/>
        <pc:sldMkLst>
          <pc:docMk/>
          <pc:sldMk cId="1179063796" sldId="337"/>
        </pc:sldMkLst>
        <pc:spChg chg="mod">
          <ac:chgData name="Langill, T.A. (Tori)" userId="f2a0729f-78d3-40b0-b388-826b4c078191" providerId="ADAL" clId="{A31AE0A8-C755-476C-85C8-239B0B9FFC71}" dt="2024-11-04T12:20:10.797" v="5117" actId="1076"/>
          <ac:spMkLst>
            <pc:docMk/>
            <pc:sldMk cId="1179063796" sldId="337"/>
            <ac:spMk id="2" creationId="{4A21FCB8-B22C-6725-1741-3C634AA7E0DB}"/>
          </ac:spMkLst>
        </pc:spChg>
        <pc:spChg chg="mod">
          <ac:chgData name="Langill, T.A. (Tori)" userId="f2a0729f-78d3-40b0-b388-826b4c078191" providerId="ADAL" clId="{A31AE0A8-C755-476C-85C8-239B0B9FFC71}" dt="2024-11-04T12:19:24.153" v="4989" actId="1076"/>
          <ac:spMkLst>
            <pc:docMk/>
            <pc:sldMk cId="1179063796" sldId="337"/>
            <ac:spMk id="5" creationId="{18A6C7E5-C369-CF1B-6C45-4824F969EDA3}"/>
          </ac:spMkLst>
        </pc:spChg>
        <pc:spChg chg="mod">
          <ac:chgData name="Langill, T.A. (Tori)" userId="f2a0729f-78d3-40b0-b388-826b4c078191" providerId="ADAL" clId="{A31AE0A8-C755-476C-85C8-239B0B9FFC71}" dt="2024-11-04T12:20:13.149" v="5119" actId="20577"/>
          <ac:spMkLst>
            <pc:docMk/>
            <pc:sldMk cId="1179063796" sldId="337"/>
            <ac:spMk id="6" creationId="{A356C32E-5B1E-3D2E-CFD3-A7B320B429A8}"/>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3E7F456E-01A6-4013-ACA5-F5492591A24D}"/>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484983A3-9B9B-4D61-97C9-B9E239A31598}"/>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B56F32FC-4BD9-442A-A8C6-51598C909FE3}" type="datetimeFigureOut">
              <a:rPr lang="en-US" smtClean="0"/>
              <a:t>11/7/2024</a:t>
            </a:fld>
            <a:endParaRPr lang="en-US" dirty="0"/>
          </a:p>
        </p:txBody>
      </p:sp>
      <p:sp>
        <p:nvSpPr>
          <p:cNvPr id="4" name="Footer Placeholder 3">
            <a:extLst>
              <a:ext uri="{FF2B5EF4-FFF2-40B4-BE49-F238E27FC236}">
                <a16:creationId xmlns:a16="http://schemas.microsoft.com/office/drawing/2014/main" id="{5EEABE74-7A97-4D17-8390-42ADD25C33C3}"/>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42C1DBD-1052-425E-BF3C-983304BED571}"/>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8EEFA9E-C190-4F5C-8394-BD5F1CD55C02}" type="slidenum">
              <a:rPr lang="en-US" smtClean="0"/>
              <a:t>‹#›</a:t>
            </a:fld>
            <a:endParaRPr lang="en-US" dirty="0"/>
          </a:p>
        </p:txBody>
      </p:sp>
    </p:spTree>
    <p:extLst>
      <p:ext uri="{BB962C8B-B14F-4D97-AF65-F5344CB8AC3E}">
        <p14:creationId xmlns:p14="http://schemas.microsoft.com/office/powerpoint/2010/main" val="2324801919"/>
      </p:ext>
    </p:extLst>
  </p:cSld>
  <p:clrMap bg1="lt1" tx1="dk1" bg2="lt2" tx2="dk2" accent1="accent1" accent2="accent2" accent3="accent3" accent4="accent4" accent5="accent5" accent6="accent6" hlink="hlink" folHlink="folHlink"/>
</p:handoutMaster>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1-04T09:19:28.976"/>
    </inkml:context>
    <inkml:brush xml:id="br0">
      <inkml:brushProperty name="width" value="0.1" units="cm"/>
      <inkml:brushProperty name="height" value="0.1" units="cm"/>
      <inkml:brushProperty name="color" value="#66CC00"/>
    </inkml:brush>
  </inkml:definitions>
  <inkml:trace contextRef="#ctx0" brushRef="#br0">1 4695 24575,'21'0'0,"-13"-1"0,-1 0 0,0-1 0,0 1 0,0-1 0,0-1 0,0 1 0,0-1 0,0-1 0,-1 1 0,1-1 0,-1 0 0,0 0 0,-1-1 0,1 0 0,7-8 0,1-2 0,0-1 0,-1-1 0,-1 0 0,14-25 0,-10 11 0,-2 0 0,19-61 0,8-69 0,-9 29 0,73-197 0,-79 239 0,56-250 0,-26-71 0,-18 179 0,48-324 0,-26 270 0,23 3 0,-13 44 0,-48 165 0,4 1 0,2 1 0,4 2 0,3 1 0,2 2 0,4 1 0,2 2 0,3 2 0,3 3 0,2 1 0,73-63 0,139-122 0,-236 222 0,-1 2 0,2 0 0,1 2 0,0 1 0,40-16 0,-13 11 0,1 2 0,62-12 0,-74 22 0,0 2 0,0 2 0,0 2 0,1 2 0,79 9 0,-101-3 0,0 0 0,0 2 0,-1 1 0,0 0 0,-1 2 0,0 1 0,37 23 0,133 111 0,-59-32 0,69 56 0,-152-127 0,-2 1 0,67 80 0,64 116 0,-18 14 0,-125-189 0,-2 3 0,25 74 0,49 199 0,-16-42 0,-59-207 0,55 107 0,178 269 0,-178-320 0,-13-23 0,151 285 0,-93-149 0,-61-128 0,8 13 0,-63-118 0,2-1 0,0-1 0,28 28 0,-15-24 0,-24-22 0,1 0 0,-1 1 0,0 0 0,0 0 0,-1 1 0,0-1 0,-1 2 0,11 18 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1-04T09:19:33.774"/>
    </inkml:context>
    <inkml:brush xml:id="br0">
      <inkml:brushProperty name="width" value="0.1" units="cm"/>
      <inkml:brushProperty name="height" value="0.1" units="cm"/>
      <inkml:brushProperty name="color" value="#5B2D90"/>
    </inkml:brush>
  </inkml:definitions>
  <inkml:trace contextRef="#ctx0" brushRef="#br0">0 4034 24575,'2'-2'0,"-1"0"0,0 0 0,1 0 0,-1 0 0,1 1 0,0-1 0,-1 0 0,5-2 0,-1-1 0,23-26 0,-1-1 0,-2-1 0,34-59 0,46-117 0,-39 55 0,63-230 0,-71 172 0,-17 51 0,72-175 0,-11 94 0,265-451 0,-263 536 0,-29 47 0,61-125 0,-72 103 0,98-179 0,-138 272 0,2 1 0,2 2 0,1 0 0,2 2 0,57-50 0,-52 55 0,2 2 0,1 1 0,1 2 0,53-23 0,-64 34 0,1 2 0,0 1 0,1 1 0,0 2 0,0 1 0,1 1 0,35 0 0,222 9 0,-254-1 0,0 1 0,-1 2 0,0 1 0,0 2 0,0 2 0,-1 0 0,-1 3 0,0 0 0,43 28 0,-46-22 0,0 2 0,-2 1 0,-1 1 0,-1 1 0,0 1 0,38 56 0,100 190 0,-148-244 0,178 378 0,-131-237 0,21 51 0,14 31 0,55 122 0,-95-252 0,-5 2 0,39 143 0,76 272 0,-43-173 0,-12-33 0,-84-257 0,3-1 0,4-2 0,55 87 0,-74-138-455,0 0 0,23 22 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1-04T09:20:16.466"/>
    </inkml:context>
    <inkml:brush xml:id="br0">
      <inkml:brushProperty name="width" value="0.1" units="cm"/>
      <inkml:brushProperty name="height" value="0.1" units="cm"/>
      <inkml:brushProperty name="color" value="#66CC00"/>
    </inkml:brush>
  </inkml:definitions>
  <inkml:trace contextRef="#ctx0" brushRef="#br0">1 5439 24575,'28'-23'0,"-19"15"0,-1 0 0,-1-1 0,0 0 0,0 0 0,-1 0 0,-1-1 0,0 1 0,-1-1 0,0 0 0,-1 0 0,3-18 0,-3-9 0,-1 1 0,-6-38 0,0 1 0,4-1163 0,1 1159 0,5 0 0,4 0 0,45-151 0,-6 75 0,24-63 0,190-518 0,-140 371 0,1-35 0,-10 31 0,32 9 0,-122 313 0,1 1 0,3 1 0,59-67 0,-59 81 0,1 2 0,1 0 0,2 1 0,2 1 0,61-35 0,2 10 0,3 3 0,2 3 0,167-52 0,-250 90 0,213-62 0,-191 59 0,0 1 0,0 2 0,81-6 0,-64 12 0,-1 1 0,0 2 0,1 2 0,71 13 0,-49-2 0,-1 2 0,106 37 0,-124-33 0,-2 3 0,-1 2 0,-1 2 0,-3 2 0,-1 1 0,-2 2 0,-2 2 0,44 42 0,44 53 0,130 164 0,-118-125 0,478 586 0,-518-601 0,-8 4 0,-10 2 0,69 186 0,-14 172 0,-101-328 0,82 202 0,170 346 0,-272-658 0,20 147 0,-41-204 0,7 23 286,-6-35-616,-2 1 0,-1-1-1,0 1 1,0 18 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1-04T09:20:21.326"/>
    </inkml:context>
    <inkml:brush xml:id="br0">
      <inkml:brushProperty name="width" value="0.1" units="cm"/>
      <inkml:brushProperty name="height" value="0.1" units="cm"/>
      <inkml:brushProperty name="color" value="#5B2D90"/>
    </inkml:brush>
  </inkml:definitions>
  <inkml:trace contextRef="#ctx0" brushRef="#br0">314 5348 24575,'0'0'0,"0"0"0,0-11 0,-3-48 0,-3 1 0,-15-71 0,-6-35 0,-9-457 0,20 243 0,-78-680-258,28 382 6,24 2 131,39 443 117,10 0-1,10 0 1,52-253-1,-64 460-68,25-115 380,-23 116-225,0 1 1,1 1-1,1-1 1,12-19-1,-18 36-81,0 0-1,1 0 1,-1 0-1,1 1 1,0 0-1,0 0 1,8-7-1,-11 10 0,1 0 0,-1 0 0,1 1 0,-1-1 0,1 0 0,-1 1 0,1-1 0,-1 1 0,1-1 0,0 1 0,-1 0 0,1 0 0,0-1 0,-1 1 0,1 0 0,0 1 0,-1-1 0,1 0 0,0 0 0,-1 1 0,1-1-1,-1 1 1,1 0 0,-1-1 0,1 1 0,-1 0 0,1 0 0,-1 0 0,1 0 0,-1 0 0,2 2 0,6 6 0,-1 1 0,0 1 0,-1-1 0,0 1 0,0 0 0,7 19 0,-14-29 0,140 342-321,-29 14-340,-76-241 446,446 1229-25,-354-1045 240,139 332 0,-28 9 0,122 449-514,-117-267 1913,-241-809-2212</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04T09:41:23.046"/>
    </inkml:context>
    <inkml:brush xml:id="br0">
      <inkml:brushProperty name="width" value="0.5" units="cm"/>
      <inkml:brushProperty name="height" value="1" units="cm"/>
      <inkml:brushProperty name="color" value="#00F900"/>
      <inkml:brushProperty name="tip" value="rectangle"/>
      <inkml:brushProperty name="rasterOp" value="maskPen"/>
      <inkml:brushProperty name="ignorePressure" value="1"/>
    </inkml:brush>
  </inkml:definitions>
  <inkml:trace contextRef="#ctx0" brushRef="#br0">1 0,'0'0,"4"0,485 2,1 4,-20-1,726 1,124 2,-77 10,-6 9,-1057-22,1221 27,13-14,-381-18,-4-5,-880 4,662-5,-10-7,-641 8,-104 3,1 1,1 0,97-1,-77 2,-34 0,52 0,-46-1,-34 1,33-1,27 0,-51 1</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04T09:41:23.046"/>
    </inkml:context>
    <inkml:brush xml:id="br0">
      <inkml:brushProperty name="width" value="0.5" units="cm"/>
      <inkml:brushProperty name="height" value="1" units="cm"/>
      <inkml:brushProperty name="color" value="#00F900"/>
      <inkml:brushProperty name="tip" value="rectangle"/>
      <inkml:brushProperty name="rasterOp" value="maskPen"/>
      <inkml:brushProperty name="ignorePressure" value="1"/>
    </inkml:brush>
  </inkml:definitions>
  <inkml:trace contextRef="#ctx0" brushRef="#br0">1 0,'0'0,"4"0,485 2,1 4,-20-1,726 1,124 2,-77 10,-6 9,-1057-22,1221 27,13-14,-381-18,-4-5,-880 4,662-5,-10-7,-641 8,-104 3,1 1,1 0,97-1,-77 2,-34 0,52 0,-46-1,-34 1,33-1,27 0,-51 1</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04T09:41:23.046"/>
    </inkml:context>
    <inkml:brush xml:id="br0">
      <inkml:brushProperty name="width" value="0.5" units="cm"/>
      <inkml:brushProperty name="height" value="1" units="cm"/>
      <inkml:brushProperty name="color" value="#00F900"/>
      <inkml:brushProperty name="tip" value="rectangle"/>
      <inkml:brushProperty name="rasterOp" value="maskPen"/>
      <inkml:brushProperty name="ignorePressure" value="1"/>
    </inkml:brush>
  </inkml:definitions>
  <inkml:trace contextRef="#ctx0" brushRef="#br0">1 0,'0'0,"4"0,485 2,1 4,-20-1,726 1,124 2,-77 10,-6 9,-1057-22,1221 27,13-14,-381-18,-4-5,-880 4,662-5,-10-7,-641 8,-104 3,1 1,1 0,97-1,-77 2,-34 0,52 0,-46-1,-34 1,33-1,27 0,-51 1</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04T09:41:23.046"/>
    </inkml:context>
    <inkml:brush xml:id="br0">
      <inkml:brushProperty name="width" value="0.5" units="cm"/>
      <inkml:brushProperty name="height" value="1" units="cm"/>
      <inkml:brushProperty name="color" value="#00F900"/>
      <inkml:brushProperty name="tip" value="rectangle"/>
      <inkml:brushProperty name="rasterOp" value="maskPen"/>
      <inkml:brushProperty name="ignorePressure" value="1"/>
    </inkml:brush>
  </inkml:definitions>
  <inkml:trace contextRef="#ctx0" brushRef="#br0">1 0,'0'0,"4"0,485 2,1 4,-20-1,726 1,124 2,-77 10,-6 9,-1057-22,1221 27,13-14,-381-18,-4-5,-880 4,662-5,-10-7,-641 8,-104 3,1 1,1 0,97-1,-77 2,-34 0,52 0,-46-1,-34 1,33-1,27 0,-51 1</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04T09:41:23.046"/>
    </inkml:context>
    <inkml:brush xml:id="br0">
      <inkml:brushProperty name="width" value="0.5" units="cm"/>
      <inkml:brushProperty name="height" value="1" units="cm"/>
      <inkml:brushProperty name="color" value="#00F900"/>
      <inkml:brushProperty name="tip" value="rectangle"/>
      <inkml:brushProperty name="rasterOp" value="maskPen"/>
      <inkml:brushProperty name="ignorePressure" value="1"/>
    </inkml:brush>
  </inkml:definitions>
  <inkml:trace contextRef="#ctx0" brushRef="#br0">1 0,'0'0,"4"0,485 2,1 4,-20-1,726 1,124 2,-77 10,-6 9,-1057-22,1221 27,13-14,-381-18,-4-5,-880 4,662-5,-10-7,-641 8,-104 3,1 1,1 0,97-1,-77 2,-34 0,52 0,-46-1,-34 1,33-1,27 0,-51 1</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04T09:41:23.046"/>
    </inkml:context>
    <inkml:brush xml:id="br0">
      <inkml:brushProperty name="width" value="0.5" units="cm"/>
      <inkml:brushProperty name="height" value="1" units="cm"/>
      <inkml:brushProperty name="color" value="#00F900"/>
      <inkml:brushProperty name="tip" value="rectangle"/>
      <inkml:brushProperty name="rasterOp" value="maskPen"/>
      <inkml:brushProperty name="ignorePressure" value="1"/>
    </inkml:brush>
  </inkml:definitions>
  <inkml:trace contextRef="#ctx0" brushRef="#br0">1 0,'0'0,"7"0,732 4,0 4,-30-1,1098 3,185 2,-114 15,-10 14,-1596-34,1844 41,18-21,-574-26,-5-8,-1330 5,1000-7,-16-11,-968 13,-156 4,1 1,1 0,148-1,-117 4,-52-1,79 0,-70-2,-50 2,49-2,41 1,-78 1</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04T09:41:23.046"/>
    </inkml:context>
    <inkml:brush xml:id="br0">
      <inkml:brushProperty name="width" value="0.5" units="cm"/>
      <inkml:brushProperty name="height" value="1" units="cm"/>
      <inkml:brushProperty name="color" value="#00F900"/>
      <inkml:brushProperty name="tip" value="rectangle"/>
      <inkml:brushProperty name="rasterOp" value="maskPen"/>
      <inkml:brushProperty name="ignorePressure" value="1"/>
    </inkml:brush>
  </inkml:definitions>
  <inkml:trace contextRef="#ctx0" brushRef="#br0">2 0,'0'0,"7"0,731 14,1 18,-29-2,1097 10,185 6,-114 63,-11 53,-1594-136,1843 165,18-83,-574-106,-5-31,-1330 25,1000-34,-16-41,-968 52,-156 15,1 3,1 2,147-4,-115 13,-53-1,79-2,-70-5,-50 3,48-1,43-1,-79 3</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1-04T10:20:25.006"/>
    </inkml:context>
    <inkml:brush xml:id="br0">
      <inkml:brushProperty name="width" value="0.5" units="cm"/>
      <inkml:brushProperty name="height" value="1" units="cm"/>
      <inkml:brushProperty name="color" value="#00F900"/>
      <inkml:brushProperty name="tip" value="rectangle"/>
      <inkml:brushProperty name="rasterOp" value="maskPen"/>
      <inkml:brushProperty name="ignorePressure" value="1"/>
    </inkml:brush>
  </inkml:definitions>
  <inkml:trace contextRef="#ctx0" brushRef="#br0">2 519,'0'0,"5"0,499-10,0-11,-19 0,748-6,127-5,-78-42,-8-37,-1088 93,1259-112,12 57,-393 71,-2 22,-909-17,683 22,-10 30,-662-37,-106-10,1-2,0-1,101 3,-79-10,-35 1,52 2,-46 3,-36-2,35 1,27 0,-52-1</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56371FA-A98D-41E8-93F4-09945841298A}" type="datetimeFigureOut">
              <a:rPr lang="en-US" smtClean="0"/>
              <a:t>11/7/2024</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2289C57-55D7-40A4-A101-E74FAC7A092B}" type="slidenum">
              <a:rPr lang="en-US" smtClean="0"/>
              <a:t>‹#›</a:t>
            </a:fld>
            <a:endParaRPr lang="en-US" dirty="0"/>
          </a:p>
        </p:txBody>
      </p:sp>
    </p:spTree>
    <p:extLst>
      <p:ext uri="{BB962C8B-B14F-4D97-AF65-F5344CB8AC3E}">
        <p14:creationId xmlns:p14="http://schemas.microsoft.com/office/powerpoint/2010/main" val="283990236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2289C57-55D7-40A4-A101-E74FAC7A092B}" type="slidenum">
              <a:rPr lang="en-US" smtClean="0"/>
              <a:t>1</a:t>
            </a:fld>
            <a:endParaRPr lang="en-US" dirty="0"/>
          </a:p>
        </p:txBody>
      </p:sp>
    </p:spTree>
    <p:extLst>
      <p:ext uri="{BB962C8B-B14F-4D97-AF65-F5344CB8AC3E}">
        <p14:creationId xmlns:p14="http://schemas.microsoft.com/office/powerpoint/2010/main" val="177812888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2289C57-55D7-40A4-A101-E74FAC7A092B}" type="slidenum">
              <a:rPr lang="en-US" smtClean="0"/>
              <a:t>2</a:t>
            </a:fld>
            <a:endParaRPr lang="en-US" dirty="0"/>
          </a:p>
        </p:txBody>
      </p:sp>
    </p:spTree>
    <p:extLst>
      <p:ext uri="{BB962C8B-B14F-4D97-AF65-F5344CB8AC3E}">
        <p14:creationId xmlns:p14="http://schemas.microsoft.com/office/powerpoint/2010/main" val="404043896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2289C57-55D7-40A4-A101-E74FAC7A092B}" type="slidenum">
              <a:rPr lang="en-US" smtClean="0"/>
              <a:t>3</a:t>
            </a:fld>
            <a:endParaRPr lang="en-US" dirty="0"/>
          </a:p>
        </p:txBody>
      </p:sp>
    </p:spTree>
    <p:extLst>
      <p:ext uri="{BB962C8B-B14F-4D97-AF65-F5344CB8AC3E}">
        <p14:creationId xmlns:p14="http://schemas.microsoft.com/office/powerpoint/2010/main" val="236659336"/>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5B3628-62D7-4A6D-A79F-34DE91DBA31E}"/>
              </a:ext>
            </a:extLst>
          </p:cNvPr>
          <p:cNvSpPr>
            <a:spLocks noGrp="1"/>
          </p:cNvSpPr>
          <p:nvPr>
            <p:ph type="ctrTitle" hasCustomPrompt="1"/>
          </p:nvPr>
        </p:nvSpPr>
        <p:spPr>
          <a:xfrm>
            <a:off x="6441918" y="3329790"/>
            <a:ext cx="4941771" cy="3200400"/>
          </a:xfrm>
        </p:spPr>
        <p:txBody>
          <a:bodyPr anchor="ctr">
            <a:noAutofit/>
          </a:bodyPr>
          <a:lstStyle>
            <a:lvl1pPr algn="l">
              <a:defRPr sz="3600" spc="150" baseline="0"/>
            </a:lvl1pPr>
          </a:lstStyle>
          <a:p>
            <a:r>
              <a:rPr lang="en-US" dirty="0"/>
              <a:t>CLICK TO add title</a:t>
            </a:r>
          </a:p>
        </p:txBody>
      </p:sp>
      <p:pic>
        <p:nvPicPr>
          <p:cNvPr id="8" name="Graphic 7">
            <a:extLst>
              <a:ext uri="{FF2B5EF4-FFF2-40B4-BE49-F238E27FC236}">
                <a16:creationId xmlns:a16="http://schemas.microsoft.com/office/drawing/2014/main" id="{A04F1E16-9A84-4D0E-9706-79C396AF6AE6}"/>
              </a:ext>
              <a:ext uri="{C183D7F6-B498-43B3-948B-1728B52AA6E4}">
                <adec:decorative xmlns:adec="http://schemas.microsoft.com/office/drawing/2017/decorative" val="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9358" t="23650" b="-1"/>
          <a:stretch/>
        </p:blipFill>
        <p:spPr>
          <a:xfrm>
            <a:off x="0" y="0"/>
            <a:ext cx="9488312" cy="5054323"/>
          </a:xfrm>
          <a:prstGeom prst="rect">
            <a:avLst/>
          </a:prstGeom>
        </p:spPr>
      </p:pic>
    </p:spTree>
    <p:extLst>
      <p:ext uri="{BB962C8B-B14F-4D97-AF65-F5344CB8AC3E}">
        <p14:creationId xmlns:p14="http://schemas.microsoft.com/office/powerpoint/2010/main" val="177682655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Agenda">
    <p:bg>
      <p:bgPr>
        <a:solidFill>
          <a:schemeClr val="tx1"/>
        </a:solidFill>
        <a:effectLst/>
      </p:bgPr>
    </p:bg>
    <p:spTree>
      <p:nvGrpSpPr>
        <p:cNvPr id="1" name=""/>
        <p:cNvGrpSpPr/>
        <p:nvPr/>
      </p:nvGrpSpPr>
      <p:grpSpPr>
        <a:xfrm>
          <a:off x="0" y="0"/>
          <a:ext cx="0" cy="0"/>
          <a:chOff x="0" y="0"/>
          <a:chExt cx="0" cy="0"/>
        </a:xfrm>
      </p:grpSpPr>
      <p:pic>
        <p:nvPicPr>
          <p:cNvPr id="8" name="Graphic 7">
            <a:extLst>
              <a:ext uri="{FF2B5EF4-FFF2-40B4-BE49-F238E27FC236}">
                <a16:creationId xmlns:a16="http://schemas.microsoft.com/office/drawing/2014/main" id="{D514C6BF-376E-43E8-881D-2E767426990A}"/>
              </a:ext>
              <a:ext uri="{C183D7F6-B498-43B3-948B-1728B52AA6E4}">
                <adec:decorative xmlns:adec="http://schemas.microsoft.com/office/drawing/2017/decorative" val="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t="18301" r="28341" b="23071"/>
          <a:stretch/>
        </p:blipFill>
        <p:spPr>
          <a:xfrm>
            <a:off x="4229100" y="0"/>
            <a:ext cx="7962901" cy="6858000"/>
          </a:xfrm>
          <a:prstGeom prst="rect">
            <a:avLst/>
          </a:prstGeom>
        </p:spPr>
      </p:pic>
      <p:sp>
        <p:nvSpPr>
          <p:cNvPr id="2" name="Title 1">
            <a:extLst>
              <a:ext uri="{FF2B5EF4-FFF2-40B4-BE49-F238E27FC236}">
                <a16:creationId xmlns:a16="http://schemas.microsoft.com/office/drawing/2014/main" id="{3F0A9B92-C2D0-466A-A680-A35832C452B3}"/>
              </a:ext>
            </a:extLst>
          </p:cNvPr>
          <p:cNvSpPr>
            <a:spLocks noGrp="1"/>
          </p:cNvSpPr>
          <p:nvPr>
            <p:ph type="title" hasCustomPrompt="1"/>
          </p:nvPr>
        </p:nvSpPr>
        <p:spPr>
          <a:xfrm>
            <a:off x="1333500" y="1020445"/>
            <a:ext cx="2895600" cy="1325563"/>
          </a:xfrm>
        </p:spPr>
        <p:txBody>
          <a:bodyPr anchor="b">
            <a:normAutofit/>
          </a:bodyPr>
          <a:lstStyle>
            <a:lvl1pPr>
              <a:defRPr sz="2800" spc="150" baseline="0">
                <a:solidFill>
                  <a:schemeClr val="bg1"/>
                </a:solidFill>
              </a:defRPr>
            </a:lvl1pPr>
          </a:lstStyle>
          <a:p>
            <a:r>
              <a:rPr lang="en-US" dirty="0"/>
              <a:t>CLICK TO add title</a:t>
            </a:r>
          </a:p>
        </p:txBody>
      </p:sp>
      <p:sp>
        <p:nvSpPr>
          <p:cNvPr id="3" name="Content Placeholder 2">
            <a:extLst>
              <a:ext uri="{FF2B5EF4-FFF2-40B4-BE49-F238E27FC236}">
                <a16:creationId xmlns:a16="http://schemas.microsoft.com/office/drawing/2014/main" id="{2DA41CE6-5A88-4C5C-B2A4-6A5D2153B16F}"/>
              </a:ext>
            </a:extLst>
          </p:cNvPr>
          <p:cNvSpPr>
            <a:spLocks noGrp="1"/>
          </p:cNvSpPr>
          <p:nvPr>
            <p:ph idx="1" hasCustomPrompt="1"/>
          </p:nvPr>
        </p:nvSpPr>
        <p:spPr>
          <a:xfrm>
            <a:off x="1333500" y="2674013"/>
            <a:ext cx="2895600" cy="3269589"/>
          </a:xfrm>
        </p:spPr>
        <p:txBody>
          <a:bodyPr>
            <a:normAutofit/>
          </a:bodyPr>
          <a:lstStyle>
            <a:lvl1pPr marL="0" indent="0">
              <a:lnSpc>
                <a:spcPct val="140000"/>
              </a:lnSpc>
              <a:spcBef>
                <a:spcPts val="1000"/>
              </a:spcBef>
              <a:buNone/>
              <a:defRPr sz="1800">
                <a:solidFill>
                  <a:schemeClr val="bg1"/>
                </a:solidFill>
              </a:defRPr>
            </a:lvl1pPr>
            <a:lvl2pPr marL="457200" indent="0">
              <a:lnSpc>
                <a:spcPct val="140000"/>
              </a:lnSpc>
              <a:spcBef>
                <a:spcPts val="1000"/>
              </a:spcBef>
              <a:buNone/>
              <a:defRPr sz="1800">
                <a:solidFill>
                  <a:schemeClr val="bg1"/>
                </a:solidFill>
              </a:defRPr>
            </a:lvl2pPr>
            <a:lvl3pPr marL="914400" indent="0">
              <a:lnSpc>
                <a:spcPct val="140000"/>
              </a:lnSpc>
              <a:spcBef>
                <a:spcPts val="1000"/>
              </a:spcBef>
              <a:buNone/>
              <a:defRPr sz="1800">
                <a:solidFill>
                  <a:schemeClr val="bg1"/>
                </a:solidFill>
              </a:defRPr>
            </a:lvl3pPr>
            <a:lvl4pPr marL="1371600" indent="0">
              <a:lnSpc>
                <a:spcPct val="140000"/>
              </a:lnSpc>
              <a:spcBef>
                <a:spcPts val="1000"/>
              </a:spcBef>
              <a:buNone/>
              <a:defRPr sz="1800">
                <a:solidFill>
                  <a:schemeClr val="bg1"/>
                </a:solidFill>
              </a:defRPr>
            </a:lvl4pPr>
            <a:lvl5pPr marL="1828800" indent="0">
              <a:lnSpc>
                <a:spcPct val="140000"/>
              </a:lnSpc>
              <a:spcBef>
                <a:spcPts val="1000"/>
              </a:spcBef>
              <a:buNone/>
              <a:defRPr sz="1800">
                <a:solidFill>
                  <a:schemeClr val="bg1"/>
                </a:solidFill>
              </a:defRPr>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a:extLst>
              <a:ext uri="{FF2B5EF4-FFF2-40B4-BE49-F238E27FC236}">
                <a16:creationId xmlns:a16="http://schemas.microsoft.com/office/drawing/2014/main" id="{7727F11D-8AF8-44D6-A48B-D8C7779B8B08}"/>
              </a:ext>
            </a:extLst>
          </p:cNvPr>
          <p:cNvSpPr>
            <a:spLocks noGrp="1"/>
          </p:cNvSpPr>
          <p:nvPr>
            <p:ph type="ftr" sz="quarter" idx="11"/>
          </p:nvPr>
        </p:nvSpPr>
        <p:spPr>
          <a:xfrm>
            <a:off x="1333500" y="6356349"/>
            <a:ext cx="3819228" cy="365125"/>
          </a:xfrm>
        </p:spPr>
        <p:txBody>
          <a:bodyPr/>
          <a:lstStyle>
            <a:lvl1pPr algn="l">
              <a:defRPr sz="900"/>
            </a:lvl1pPr>
          </a:lstStyle>
          <a:p>
            <a:r>
              <a:rPr lang="en-US" dirty="0"/>
              <a:t>PRESENTATION TITLE</a:t>
            </a:r>
          </a:p>
        </p:txBody>
      </p:sp>
      <p:sp>
        <p:nvSpPr>
          <p:cNvPr id="6" name="Slide Number Placeholder 5">
            <a:extLst>
              <a:ext uri="{FF2B5EF4-FFF2-40B4-BE49-F238E27FC236}">
                <a16:creationId xmlns:a16="http://schemas.microsoft.com/office/drawing/2014/main" id="{658C0879-6B0F-4AF6-A997-EC61DA8964AE}"/>
              </a:ext>
            </a:extLst>
          </p:cNvPr>
          <p:cNvSpPr>
            <a:spLocks noGrp="1"/>
          </p:cNvSpPr>
          <p:nvPr>
            <p:ph type="sldNum" sz="quarter" idx="12"/>
          </p:nvPr>
        </p:nvSpPr>
        <p:spPr>
          <a:xfrm>
            <a:off x="10373350" y="6356349"/>
            <a:ext cx="987552" cy="365125"/>
          </a:xfrm>
        </p:spPr>
        <p:txBody>
          <a:bodyPr/>
          <a:lstStyle>
            <a:lvl1pPr>
              <a:defRPr sz="900"/>
            </a:lvl1pPr>
          </a:lstStyle>
          <a:p>
            <a:fld id="{A49DFD55-3C28-40EF-9E31-A92D2E4017FF}" type="slidenum">
              <a:rPr lang="en-US" smtClean="0"/>
              <a:pPr/>
              <a:t>‹#›</a:t>
            </a:fld>
            <a:endParaRPr lang="en-US" dirty="0"/>
          </a:p>
        </p:txBody>
      </p:sp>
    </p:spTree>
    <p:extLst>
      <p:ext uri="{BB962C8B-B14F-4D97-AF65-F5344CB8AC3E}">
        <p14:creationId xmlns:p14="http://schemas.microsoft.com/office/powerpoint/2010/main" val="9821249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Break 1">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5B3628-62D7-4A6D-A79F-34DE91DBA31E}"/>
              </a:ext>
            </a:extLst>
          </p:cNvPr>
          <p:cNvSpPr>
            <a:spLocks noGrp="1"/>
          </p:cNvSpPr>
          <p:nvPr>
            <p:ph type="ctrTitle" hasCustomPrompt="1"/>
          </p:nvPr>
        </p:nvSpPr>
        <p:spPr>
          <a:xfrm>
            <a:off x="6991350" y="487018"/>
            <a:ext cx="4179570" cy="3377354"/>
          </a:xfrm>
        </p:spPr>
        <p:txBody>
          <a:bodyPr anchor="b">
            <a:noAutofit/>
          </a:bodyPr>
          <a:lstStyle>
            <a:lvl1pPr algn="l">
              <a:defRPr sz="3600" spc="150" baseline="0">
                <a:solidFill>
                  <a:schemeClr val="tx1"/>
                </a:solidFill>
              </a:defRPr>
            </a:lvl1pPr>
          </a:lstStyle>
          <a:p>
            <a:r>
              <a:rPr lang="en-US" dirty="0"/>
              <a:t>CLICK TO add title</a:t>
            </a:r>
          </a:p>
        </p:txBody>
      </p:sp>
      <p:grpSp>
        <p:nvGrpSpPr>
          <p:cNvPr id="4" name="Group 3">
            <a:extLst>
              <a:ext uri="{FF2B5EF4-FFF2-40B4-BE49-F238E27FC236}">
                <a16:creationId xmlns:a16="http://schemas.microsoft.com/office/drawing/2014/main" id="{4A96E214-6A61-C8A7-B1DB-C8C260C13441}"/>
              </a:ext>
              <a:ext uri="{C183D7F6-B498-43B3-948B-1728B52AA6E4}">
                <adec:decorative xmlns:adec="http://schemas.microsoft.com/office/drawing/2017/decorative" val="1"/>
              </a:ext>
            </a:extLst>
          </p:cNvPr>
          <p:cNvGrpSpPr/>
          <p:nvPr userDrawn="1"/>
        </p:nvGrpSpPr>
        <p:grpSpPr>
          <a:xfrm>
            <a:off x="0" y="0"/>
            <a:ext cx="6557818" cy="6858000"/>
            <a:chOff x="0" y="0"/>
            <a:chExt cx="4762501" cy="5186363"/>
          </a:xfrm>
        </p:grpSpPr>
        <p:cxnSp>
          <p:nvCxnSpPr>
            <p:cNvPr id="5" name="Straight Connector 4">
              <a:extLst>
                <a:ext uri="{FF2B5EF4-FFF2-40B4-BE49-F238E27FC236}">
                  <a16:creationId xmlns:a16="http://schemas.microsoft.com/office/drawing/2014/main" id="{A18BC1BC-99D6-D9F4-19F9-AAE722E2AE61}"/>
                </a:ext>
              </a:extLst>
            </p:cNvPr>
            <p:cNvCxnSpPr>
              <a:cxnSpLocks/>
            </p:cNvCxnSpPr>
            <p:nvPr userDrawn="1"/>
          </p:nvCxnSpPr>
          <p:spPr>
            <a:xfrm flipH="1" flipV="1">
              <a:off x="0" y="876300"/>
              <a:ext cx="4762500" cy="162877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6816F797-248B-2C75-29B9-DB65A809D47B}"/>
                </a:ext>
              </a:extLst>
            </p:cNvPr>
            <p:cNvCxnSpPr>
              <a:cxnSpLocks/>
            </p:cNvCxnSpPr>
            <p:nvPr userDrawn="1"/>
          </p:nvCxnSpPr>
          <p:spPr>
            <a:xfrm flipH="1" flipV="1">
              <a:off x="2638425" y="0"/>
              <a:ext cx="2124076" cy="518636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2825017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Break 2">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5B3628-62D7-4A6D-A79F-34DE91DBA31E}"/>
              </a:ext>
            </a:extLst>
          </p:cNvPr>
          <p:cNvSpPr>
            <a:spLocks noGrp="1"/>
          </p:cNvSpPr>
          <p:nvPr>
            <p:ph type="ctrTitle" hasCustomPrompt="1"/>
          </p:nvPr>
        </p:nvSpPr>
        <p:spPr>
          <a:xfrm>
            <a:off x="6991350" y="487680"/>
            <a:ext cx="4179570" cy="3376691"/>
          </a:xfrm>
        </p:spPr>
        <p:txBody>
          <a:bodyPr anchor="b">
            <a:noAutofit/>
          </a:bodyPr>
          <a:lstStyle>
            <a:lvl1pPr algn="l">
              <a:defRPr sz="3600" spc="150" baseline="0">
                <a:solidFill>
                  <a:schemeClr val="bg1"/>
                </a:solidFill>
              </a:defRPr>
            </a:lvl1pPr>
          </a:lstStyle>
          <a:p>
            <a:r>
              <a:rPr lang="en-US" dirty="0"/>
              <a:t>CLICK TO add title</a:t>
            </a:r>
          </a:p>
        </p:txBody>
      </p:sp>
      <p:cxnSp>
        <p:nvCxnSpPr>
          <p:cNvPr id="7" name="Straight Connector 6">
            <a:extLst>
              <a:ext uri="{FF2B5EF4-FFF2-40B4-BE49-F238E27FC236}">
                <a16:creationId xmlns:a16="http://schemas.microsoft.com/office/drawing/2014/main" id="{5D8E94DD-0F7B-3F92-58EA-5F06D557BF40}"/>
              </a:ext>
              <a:ext uri="{C183D7F6-B498-43B3-948B-1728B52AA6E4}">
                <adec:decorative xmlns:adec="http://schemas.microsoft.com/office/drawing/2017/decorative" val="1"/>
              </a:ext>
            </a:extLst>
          </p:cNvPr>
          <p:cNvCxnSpPr>
            <a:cxnSpLocks/>
          </p:cNvCxnSpPr>
          <p:nvPr userDrawn="1"/>
        </p:nvCxnSpPr>
        <p:spPr>
          <a:xfrm>
            <a:off x="3990667" y="0"/>
            <a:ext cx="1126278" cy="2512291"/>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9" name="Picture Placeholder 8">
            <a:extLst>
              <a:ext uri="{FF2B5EF4-FFF2-40B4-BE49-F238E27FC236}">
                <a16:creationId xmlns:a16="http://schemas.microsoft.com/office/drawing/2014/main" id="{419F5397-34DB-BC88-ADF5-AA470A06FE50}"/>
              </a:ext>
            </a:extLst>
          </p:cNvPr>
          <p:cNvSpPr>
            <a:spLocks noGrp="1"/>
          </p:cNvSpPr>
          <p:nvPr>
            <p:ph type="pic" sz="quarter" idx="10"/>
          </p:nvPr>
        </p:nvSpPr>
        <p:spPr>
          <a:xfrm>
            <a:off x="0" y="-5080"/>
            <a:ext cx="6576291" cy="6872605"/>
          </a:xfrm>
          <a:custGeom>
            <a:avLst/>
            <a:gdLst>
              <a:gd name="connsiteX0" fmla="*/ 0 w 6576291"/>
              <a:gd name="connsiteY0" fmla="*/ 0 h 6867525"/>
              <a:gd name="connsiteX1" fmla="*/ 6576291 w 6576291"/>
              <a:gd name="connsiteY1" fmla="*/ 0 h 6867525"/>
              <a:gd name="connsiteX2" fmla="*/ 6576291 w 6576291"/>
              <a:gd name="connsiteY2" fmla="*/ 6867525 h 6867525"/>
              <a:gd name="connsiteX3" fmla="*/ 0 w 6576291"/>
              <a:gd name="connsiteY3" fmla="*/ 6867525 h 6867525"/>
              <a:gd name="connsiteX4" fmla="*/ 0 w 6576291"/>
              <a:gd name="connsiteY4" fmla="*/ 0 h 6867525"/>
              <a:gd name="connsiteX0" fmla="*/ 0 w 6576291"/>
              <a:gd name="connsiteY0" fmla="*/ 5080 h 6872605"/>
              <a:gd name="connsiteX1" fmla="*/ 3604491 w 6576291"/>
              <a:gd name="connsiteY1" fmla="*/ 0 h 6872605"/>
              <a:gd name="connsiteX2" fmla="*/ 6576291 w 6576291"/>
              <a:gd name="connsiteY2" fmla="*/ 6872605 h 6872605"/>
              <a:gd name="connsiteX3" fmla="*/ 0 w 6576291"/>
              <a:gd name="connsiteY3" fmla="*/ 6872605 h 6872605"/>
              <a:gd name="connsiteX4" fmla="*/ 0 w 6576291"/>
              <a:gd name="connsiteY4" fmla="*/ 5080 h 6872605"/>
              <a:gd name="connsiteX0" fmla="*/ 0 w 6576291"/>
              <a:gd name="connsiteY0" fmla="*/ 0 h 6867525"/>
              <a:gd name="connsiteX1" fmla="*/ 3624811 w 6576291"/>
              <a:gd name="connsiteY1" fmla="*/ 10160 h 6867525"/>
              <a:gd name="connsiteX2" fmla="*/ 6576291 w 6576291"/>
              <a:gd name="connsiteY2" fmla="*/ 6867525 h 6867525"/>
              <a:gd name="connsiteX3" fmla="*/ 0 w 6576291"/>
              <a:gd name="connsiteY3" fmla="*/ 6867525 h 6867525"/>
              <a:gd name="connsiteX4" fmla="*/ 0 w 6576291"/>
              <a:gd name="connsiteY4" fmla="*/ 0 h 6867525"/>
              <a:gd name="connsiteX0" fmla="*/ 0 w 6576291"/>
              <a:gd name="connsiteY0" fmla="*/ 5080 h 6872605"/>
              <a:gd name="connsiteX1" fmla="*/ 3629891 w 6576291"/>
              <a:gd name="connsiteY1" fmla="*/ 0 h 6872605"/>
              <a:gd name="connsiteX2" fmla="*/ 6576291 w 6576291"/>
              <a:gd name="connsiteY2" fmla="*/ 6872605 h 6872605"/>
              <a:gd name="connsiteX3" fmla="*/ 0 w 6576291"/>
              <a:gd name="connsiteY3" fmla="*/ 6872605 h 6872605"/>
              <a:gd name="connsiteX4" fmla="*/ 0 w 6576291"/>
              <a:gd name="connsiteY4" fmla="*/ 5080 h 68726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76291" h="6872605">
                <a:moveTo>
                  <a:pt x="0" y="5080"/>
                </a:moveTo>
                <a:lnTo>
                  <a:pt x="3629891" y="0"/>
                </a:lnTo>
                <a:lnTo>
                  <a:pt x="6576291" y="6872605"/>
                </a:lnTo>
                <a:lnTo>
                  <a:pt x="0" y="6872605"/>
                </a:lnTo>
                <a:lnTo>
                  <a:pt x="0" y="5080"/>
                </a:lnTo>
                <a:close/>
              </a:path>
            </a:pathLst>
          </a:custGeom>
        </p:spPr>
        <p:txBody>
          <a:bodyPr lIns="182880" tIns="182880" bIns="91440">
            <a:normAutofit/>
          </a:bodyPr>
          <a:lstStyle>
            <a:lvl1pPr marL="0" indent="0">
              <a:buNone/>
              <a:defRPr sz="2000">
                <a:solidFill>
                  <a:schemeClr val="bg1"/>
                </a:solidFill>
              </a:defRPr>
            </a:lvl1pPr>
          </a:lstStyle>
          <a:p>
            <a:r>
              <a:rPr lang="en-US"/>
              <a:t>Click icon to add picture</a:t>
            </a:r>
            <a:endParaRPr lang="en-US" dirty="0"/>
          </a:p>
        </p:txBody>
      </p:sp>
    </p:spTree>
    <p:extLst>
      <p:ext uri="{BB962C8B-B14F-4D97-AF65-F5344CB8AC3E}">
        <p14:creationId xmlns:p14="http://schemas.microsoft.com/office/powerpoint/2010/main" val="375401864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Introduc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A3821F-4537-4AE7-8829-C2E3AE60F6E1}"/>
              </a:ext>
            </a:extLst>
          </p:cNvPr>
          <p:cNvSpPr>
            <a:spLocks noGrp="1"/>
          </p:cNvSpPr>
          <p:nvPr>
            <p:ph type="title" hasCustomPrompt="1"/>
          </p:nvPr>
        </p:nvSpPr>
        <p:spPr>
          <a:xfrm>
            <a:off x="1322318" y="268360"/>
            <a:ext cx="7288282" cy="2121177"/>
          </a:xfrm>
        </p:spPr>
        <p:txBody>
          <a:bodyPr anchor="b">
            <a:normAutofit/>
          </a:bodyPr>
          <a:lstStyle>
            <a:lvl1pPr>
              <a:defRPr lang="en-US" sz="2800" kern="1200" spc="150" baseline="0" dirty="0">
                <a:solidFill>
                  <a:schemeClr val="tx1"/>
                </a:solidFill>
                <a:latin typeface="+mj-lt"/>
                <a:ea typeface="+mj-ea"/>
                <a:cs typeface="+mj-cs"/>
              </a:defRPr>
            </a:lvl1pPr>
          </a:lstStyle>
          <a:p>
            <a:r>
              <a:rPr lang="en-US" dirty="0"/>
              <a:t>CLICK TO add title</a:t>
            </a:r>
          </a:p>
        </p:txBody>
      </p:sp>
      <p:sp>
        <p:nvSpPr>
          <p:cNvPr id="3" name="Content Placeholder 3">
            <a:extLst>
              <a:ext uri="{FF2B5EF4-FFF2-40B4-BE49-F238E27FC236}">
                <a16:creationId xmlns:a16="http://schemas.microsoft.com/office/drawing/2014/main" id="{EAC9D25F-5B3D-F5B2-5D02-C6BC6AA8987B}"/>
              </a:ext>
            </a:extLst>
          </p:cNvPr>
          <p:cNvSpPr>
            <a:spLocks noGrp="1"/>
          </p:cNvSpPr>
          <p:nvPr>
            <p:ph sz="half" idx="2" hasCustomPrompt="1"/>
          </p:nvPr>
        </p:nvSpPr>
        <p:spPr>
          <a:xfrm>
            <a:off x="1322388" y="2763078"/>
            <a:ext cx="7288212" cy="3407051"/>
          </a:xfrm>
        </p:spPr>
        <p:txBody>
          <a:bodyPr>
            <a:normAutofit/>
          </a:bodyPr>
          <a:lstStyle>
            <a:lvl1pPr marL="0" indent="0">
              <a:lnSpc>
                <a:spcPct val="100000"/>
              </a:lnSpc>
              <a:buFont typeface="Arial" panose="020B0604020202020204" pitchFamily="34" charset="0"/>
              <a:buNone/>
              <a:defRPr sz="1800" b="1" spc="50" baseline="0"/>
            </a:lvl1pPr>
            <a:lvl2pPr marL="283464" indent="-285750">
              <a:lnSpc>
                <a:spcPct val="100000"/>
              </a:lnSpc>
              <a:spcBef>
                <a:spcPts val="1000"/>
              </a:spcBef>
              <a:buFont typeface="Arial" panose="020B0604020202020204" pitchFamily="34" charset="0"/>
              <a:buChar char="•"/>
              <a:defRPr sz="1800" spc="50" baseline="0"/>
            </a:lvl2pPr>
            <a:lvl3pPr marL="566928" indent="-285750">
              <a:lnSpc>
                <a:spcPct val="100000"/>
              </a:lnSpc>
              <a:spcBef>
                <a:spcPts val="1000"/>
              </a:spcBef>
              <a:buFont typeface="Arial" panose="020B0604020202020204" pitchFamily="34" charset="0"/>
              <a:buChar char="•"/>
              <a:defRPr sz="1800" spc="50" baseline="0"/>
            </a:lvl3pPr>
            <a:lvl4pPr marL="859536" indent="-285750">
              <a:lnSpc>
                <a:spcPct val="100000"/>
              </a:lnSpc>
              <a:spcBef>
                <a:spcPts val="1000"/>
              </a:spcBef>
              <a:buFont typeface="Arial" panose="020B0604020202020204" pitchFamily="34" charset="0"/>
              <a:buChar char="•"/>
              <a:defRPr sz="1800" spc="50" baseline="0"/>
            </a:lvl4pPr>
            <a:lvl5pPr marL="1143000" indent="-285750">
              <a:lnSpc>
                <a:spcPct val="100000"/>
              </a:lnSpc>
              <a:spcBef>
                <a:spcPts val="1000"/>
              </a:spcBef>
              <a:buFont typeface="Arial" panose="020B0604020202020204" pitchFamily="34" charset="0"/>
              <a:buChar char="•"/>
              <a:defRPr sz="1800" spc="50" baseline="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grpSp>
        <p:nvGrpSpPr>
          <p:cNvPr id="9" name="Group 8">
            <a:extLst>
              <a:ext uri="{FF2B5EF4-FFF2-40B4-BE49-F238E27FC236}">
                <a16:creationId xmlns:a16="http://schemas.microsoft.com/office/drawing/2014/main" id="{18E16CF1-2502-F2F0-2C27-2DD7979033E2}"/>
              </a:ext>
              <a:ext uri="{C183D7F6-B498-43B3-948B-1728B52AA6E4}">
                <adec:decorative xmlns:adec="http://schemas.microsoft.com/office/drawing/2017/decorative" val="1"/>
              </a:ext>
            </a:extLst>
          </p:cNvPr>
          <p:cNvGrpSpPr/>
          <p:nvPr userDrawn="1"/>
        </p:nvGrpSpPr>
        <p:grpSpPr>
          <a:xfrm>
            <a:off x="9096374" y="-25401"/>
            <a:ext cx="3095625" cy="6883401"/>
            <a:chOff x="9096375" y="-25401"/>
            <a:chExt cx="3095625" cy="6883401"/>
          </a:xfrm>
        </p:grpSpPr>
        <p:cxnSp>
          <p:nvCxnSpPr>
            <p:cNvPr id="10" name="Straight Connector 9">
              <a:extLst>
                <a:ext uri="{FF2B5EF4-FFF2-40B4-BE49-F238E27FC236}">
                  <a16:creationId xmlns:a16="http://schemas.microsoft.com/office/drawing/2014/main" id="{6322A6FB-333C-65AE-23D8-08BCEA174D43}"/>
                </a:ext>
              </a:extLst>
            </p:cNvPr>
            <p:cNvCxnSpPr/>
            <p:nvPr userDrawn="1"/>
          </p:nvCxnSpPr>
          <p:spPr>
            <a:xfrm>
              <a:off x="9096375" y="1497012"/>
              <a:ext cx="309562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162BB247-4598-A983-DEBF-6F042C1DB0BC}"/>
                </a:ext>
              </a:extLst>
            </p:cNvPr>
            <p:cNvCxnSpPr>
              <a:cxnSpLocks/>
            </p:cNvCxnSpPr>
            <p:nvPr userDrawn="1"/>
          </p:nvCxnSpPr>
          <p:spPr>
            <a:xfrm flipH="1">
              <a:off x="9381744" y="-25401"/>
              <a:ext cx="2810256" cy="688340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2" name="Straight Connector 11">
            <a:extLst>
              <a:ext uri="{FF2B5EF4-FFF2-40B4-BE49-F238E27FC236}">
                <a16:creationId xmlns:a16="http://schemas.microsoft.com/office/drawing/2014/main" id="{34E84FEE-D475-A71D-7996-5925602ECF9A}"/>
              </a:ext>
              <a:ext uri="{C183D7F6-B498-43B3-948B-1728B52AA6E4}">
                <adec:decorative xmlns:adec="http://schemas.microsoft.com/office/drawing/2017/decorative" val="1"/>
              </a:ext>
            </a:extLst>
          </p:cNvPr>
          <p:cNvCxnSpPr>
            <a:cxnSpLocks/>
          </p:cNvCxnSpPr>
          <p:nvPr userDrawn="1"/>
        </p:nvCxnSpPr>
        <p:spPr>
          <a:xfrm rot="10800000" flipH="1">
            <a:off x="-1" y="-25403"/>
            <a:ext cx="1210573" cy="204816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Footer Placeholder 4">
            <a:extLst>
              <a:ext uri="{FF2B5EF4-FFF2-40B4-BE49-F238E27FC236}">
                <a16:creationId xmlns:a16="http://schemas.microsoft.com/office/drawing/2014/main" id="{7459776D-4049-CB00-C321-0627C169BC51}"/>
              </a:ext>
            </a:extLst>
          </p:cNvPr>
          <p:cNvSpPr>
            <a:spLocks noGrp="1"/>
          </p:cNvSpPr>
          <p:nvPr>
            <p:ph type="ftr" sz="quarter" idx="11"/>
          </p:nvPr>
        </p:nvSpPr>
        <p:spPr>
          <a:xfrm>
            <a:off x="1333500" y="6356349"/>
            <a:ext cx="3819228" cy="365125"/>
          </a:xfrm>
        </p:spPr>
        <p:txBody>
          <a:bodyPr/>
          <a:lstStyle>
            <a:lvl1pPr algn="l">
              <a:defRPr sz="900"/>
            </a:lvl1pPr>
          </a:lstStyle>
          <a:p>
            <a:r>
              <a:rPr lang="en-US" dirty="0"/>
              <a:t>PRESENTATION TITLE</a:t>
            </a:r>
          </a:p>
        </p:txBody>
      </p:sp>
      <p:sp>
        <p:nvSpPr>
          <p:cNvPr id="16" name="Slide Number Placeholder 5">
            <a:extLst>
              <a:ext uri="{FF2B5EF4-FFF2-40B4-BE49-F238E27FC236}">
                <a16:creationId xmlns:a16="http://schemas.microsoft.com/office/drawing/2014/main" id="{EDE114AF-34C6-A062-7340-858BC27DA264}"/>
              </a:ext>
            </a:extLst>
          </p:cNvPr>
          <p:cNvSpPr>
            <a:spLocks noGrp="1"/>
          </p:cNvSpPr>
          <p:nvPr>
            <p:ph type="sldNum" sz="quarter" idx="12"/>
          </p:nvPr>
        </p:nvSpPr>
        <p:spPr>
          <a:xfrm>
            <a:off x="10373350" y="6356349"/>
            <a:ext cx="987552" cy="365125"/>
          </a:xfrm>
        </p:spPr>
        <p:txBody>
          <a:bodyPr/>
          <a:lstStyle>
            <a:lvl1pPr>
              <a:defRPr sz="900"/>
            </a:lvl1pPr>
          </a:lstStyle>
          <a:p>
            <a:fld id="{A49DFD55-3C28-40EF-9E31-A92D2E4017FF}" type="slidenum">
              <a:rPr lang="en-US" smtClean="0"/>
              <a:pPr/>
              <a:t>‹#›</a:t>
            </a:fld>
            <a:endParaRPr lang="en-US" dirty="0"/>
          </a:p>
        </p:txBody>
      </p:sp>
    </p:spTree>
    <p:extLst>
      <p:ext uri="{BB962C8B-B14F-4D97-AF65-F5344CB8AC3E}">
        <p14:creationId xmlns:p14="http://schemas.microsoft.com/office/powerpoint/2010/main" val="42497359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ection Break 3">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5B3628-62D7-4A6D-A79F-34DE91DBA31E}"/>
              </a:ext>
            </a:extLst>
          </p:cNvPr>
          <p:cNvSpPr>
            <a:spLocks noGrp="1"/>
          </p:cNvSpPr>
          <p:nvPr>
            <p:ph type="ctrTitle" hasCustomPrompt="1"/>
          </p:nvPr>
        </p:nvSpPr>
        <p:spPr>
          <a:xfrm>
            <a:off x="6991350" y="406400"/>
            <a:ext cx="4179570" cy="3457971"/>
          </a:xfrm>
        </p:spPr>
        <p:txBody>
          <a:bodyPr anchor="b">
            <a:noAutofit/>
          </a:bodyPr>
          <a:lstStyle>
            <a:lvl1pPr algn="l">
              <a:defRPr sz="3600" spc="150" baseline="0">
                <a:solidFill>
                  <a:schemeClr val="bg1"/>
                </a:solidFill>
              </a:defRPr>
            </a:lvl1pPr>
          </a:lstStyle>
          <a:p>
            <a:r>
              <a:rPr lang="en-US" dirty="0"/>
              <a:t>CLICK TO add title</a:t>
            </a:r>
          </a:p>
        </p:txBody>
      </p:sp>
      <p:pic>
        <p:nvPicPr>
          <p:cNvPr id="4" name="Graphic 3">
            <a:extLst>
              <a:ext uri="{FF2B5EF4-FFF2-40B4-BE49-F238E27FC236}">
                <a16:creationId xmlns:a16="http://schemas.microsoft.com/office/drawing/2014/main" id="{5E045004-3604-59DC-13E0-7A0B2DF78C4E}"/>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0" y="828675"/>
            <a:ext cx="5876925" cy="5200650"/>
          </a:xfrm>
          <a:prstGeom prst="rect">
            <a:avLst/>
          </a:prstGeom>
        </p:spPr>
      </p:pic>
    </p:spTree>
    <p:extLst>
      <p:ext uri="{BB962C8B-B14F-4D97-AF65-F5344CB8AC3E}">
        <p14:creationId xmlns:p14="http://schemas.microsoft.com/office/powerpoint/2010/main" val="4403296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wo Content 1">
    <p:bg>
      <p:bgPr>
        <a:solidFill>
          <a:schemeClr val="accent1"/>
        </a:solidFill>
        <a:effectLst/>
      </p:bgPr>
    </p:bg>
    <p:spTree>
      <p:nvGrpSpPr>
        <p:cNvPr id="1" name=""/>
        <p:cNvGrpSpPr/>
        <p:nvPr/>
      </p:nvGrpSpPr>
      <p:grpSpPr>
        <a:xfrm>
          <a:off x="0" y="0"/>
          <a:ext cx="0" cy="0"/>
          <a:chOff x="0" y="0"/>
          <a:chExt cx="0" cy="0"/>
        </a:xfrm>
      </p:grpSpPr>
      <p:pic>
        <p:nvPicPr>
          <p:cNvPr id="10" name="Graphic 9">
            <a:extLst>
              <a:ext uri="{FF2B5EF4-FFF2-40B4-BE49-F238E27FC236}">
                <a16:creationId xmlns:a16="http://schemas.microsoft.com/office/drawing/2014/main" id="{955F7B05-9431-1FBA-415D-6CF2DF562B97}"/>
              </a:ext>
              <a:ext uri="{C183D7F6-B498-43B3-948B-1728B52AA6E4}">
                <adec:decorative xmlns:adec="http://schemas.microsoft.com/office/drawing/2017/decorative" val="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39434" t="20278" b="22673"/>
          <a:stretch/>
        </p:blipFill>
        <p:spPr>
          <a:xfrm>
            <a:off x="25785" y="0"/>
            <a:ext cx="4093633" cy="3912394"/>
          </a:xfrm>
          <a:prstGeom prst="rect">
            <a:avLst/>
          </a:prstGeom>
        </p:spPr>
      </p:pic>
      <p:sp>
        <p:nvSpPr>
          <p:cNvPr id="2" name="Title 1">
            <a:extLst>
              <a:ext uri="{FF2B5EF4-FFF2-40B4-BE49-F238E27FC236}">
                <a16:creationId xmlns:a16="http://schemas.microsoft.com/office/drawing/2014/main" id="{81CF3B5C-31C4-46BA-9FAD-72DF917A84DA}"/>
              </a:ext>
            </a:extLst>
          </p:cNvPr>
          <p:cNvSpPr>
            <a:spLocks noGrp="1"/>
          </p:cNvSpPr>
          <p:nvPr>
            <p:ph type="title" hasCustomPrompt="1"/>
          </p:nvPr>
        </p:nvSpPr>
        <p:spPr>
          <a:xfrm>
            <a:off x="2933700" y="568961"/>
            <a:ext cx="8420100" cy="1780860"/>
          </a:xfrm>
        </p:spPr>
        <p:txBody>
          <a:bodyPr anchor="b">
            <a:normAutofit/>
          </a:bodyPr>
          <a:lstStyle>
            <a:lvl1pPr>
              <a:defRPr lang="en-US" sz="2800" kern="1200" spc="150" baseline="0" dirty="0">
                <a:solidFill>
                  <a:schemeClr val="tx1"/>
                </a:solidFill>
                <a:latin typeface="+mj-lt"/>
                <a:ea typeface="+mj-ea"/>
                <a:cs typeface="+mj-cs"/>
              </a:defRPr>
            </a:lvl1pPr>
          </a:lstStyle>
          <a:p>
            <a:r>
              <a:rPr lang="en-US" dirty="0"/>
              <a:t>CLICK TO add title</a:t>
            </a:r>
          </a:p>
        </p:txBody>
      </p:sp>
      <p:sp>
        <p:nvSpPr>
          <p:cNvPr id="3" name="Text Placeholder 2">
            <a:extLst>
              <a:ext uri="{FF2B5EF4-FFF2-40B4-BE49-F238E27FC236}">
                <a16:creationId xmlns:a16="http://schemas.microsoft.com/office/drawing/2014/main" id="{B659CD1F-9DFB-4048-9B9B-2BD7D4EC6400}"/>
              </a:ext>
            </a:extLst>
          </p:cNvPr>
          <p:cNvSpPr>
            <a:spLocks noGrp="1"/>
          </p:cNvSpPr>
          <p:nvPr>
            <p:ph type="body" idx="1" hasCustomPrompt="1"/>
          </p:nvPr>
        </p:nvSpPr>
        <p:spPr>
          <a:xfrm>
            <a:off x="2933700" y="2797255"/>
            <a:ext cx="3924300" cy="464499"/>
          </a:xfrm>
        </p:spPr>
        <p:txBody>
          <a:bodyPr anchor="t">
            <a:normAutofit/>
          </a:bodyPr>
          <a:lstStyle>
            <a:lvl1pPr marL="0" indent="0">
              <a:buNone/>
              <a:defRPr lang="en-US" sz="1800" b="1" kern="1200" spc="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add text</a:t>
            </a:r>
          </a:p>
        </p:txBody>
      </p:sp>
      <p:sp>
        <p:nvSpPr>
          <p:cNvPr id="7" name="Content Placeholder 3">
            <a:extLst>
              <a:ext uri="{FF2B5EF4-FFF2-40B4-BE49-F238E27FC236}">
                <a16:creationId xmlns:a16="http://schemas.microsoft.com/office/drawing/2014/main" id="{07FF22E3-5928-787E-B062-FA18127D3BD9}"/>
              </a:ext>
            </a:extLst>
          </p:cNvPr>
          <p:cNvSpPr>
            <a:spLocks noGrp="1"/>
          </p:cNvSpPr>
          <p:nvPr>
            <p:ph sz="half" idx="13" hasCustomPrompt="1"/>
          </p:nvPr>
        </p:nvSpPr>
        <p:spPr>
          <a:xfrm>
            <a:off x="2933700" y="3251596"/>
            <a:ext cx="3943627" cy="3234264"/>
          </a:xfrm>
        </p:spPr>
        <p:txBody>
          <a:bodyPr tIns="0">
            <a:normAutofit/>
          </a:bodyPr>
          <a:lstStyle>
            <a:lvl1pPr marL="0" indent="0">
              <a:lnSpc>
                <a:spcPct val="100000"/>
              </a:lnSpc>
              <a:buFont typeface="Arial" panose="020B0604020202020204" pitchFamily="34" charset="0"/>
              <a:buNone/>
              <a:defRPr sz="1800" b="0" spc="50" baseline="0"/>
            </a:lvl1pPr>
            <a:lvl2pPr marL="283464" indent="-285750">
              <a:lnSpc>
                <a:spcPct val="100000"/>
              </a:lnSpc>
              <a:spcBef>
                <a:spcPts val="1000"/>
              </a:spcBef>
              <a:buFont typeface="Arial" panose="020B0604020202020204" pitchFamily="34" charset="0"/>
              <a:buChar char="•"/>
              <a:defRPr sz="1800" spc="50" baseline="0"/>
            </a:lvl2pPr>
            <a:lvl3pPr marL="566928" indent="-285750">
              <a:lnSpc>
                <a:spcPct val="100000"/>
              </a:lnSpc>
              <a:spcBef>
                <a:spcPts val="1000"/>
              </a:spcBef>
              <a:buFont typeface="Arial" panose="020B0604020202020204" pitchFamily="34" charset="0"/>
              <a:buChar char="•"/>
              <a:defRPr sz="1800" spc="50" baseline="0"/>
            </a:lvl3pPr>
            <a:lvl4pPr marL="859536" indent="-285750">
              <a:lnSpc>
                <a:spcPct val="100000"/>
              </a:lnSpc>
              <a:spcBef>
                <a:spcPts val="1000"/>
              </a:spcBef>
              <a:buFont typeface="Arial" panose="020B0604020202020204" pitchFamily="34" charset="0"/>
              <a:buChar char="•"/>
              <a:defRPr sz="1800" spc="50" baseline="0"/>
            </a:lvl4pPr>
            <a:lvl5pPr marL="1143000" indent="-285750">
              <a:lnSpc>
                <a:spcPct val="100000"/>
              </a:lnSpc>
              <a:spcBef>
                <a:spcPts val="1000"/>
              </a:spcBef>
              <a:buFont typeface="Arial" panose="020B0604020202020204" pitchFamily="34" charset="0"/>
              <a:buChar char="•"/>
              <a:defRPr sz="1800" spc="50" baseline="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B374FC39-67F6-42EA-BCD1-F69AE2F0F22D}"/>
              </a:ext>
            </a:extLst>
          </p:cNvPr>
          <p:cNvSpPr>
            <a:spLocks noGrp="1"/>
          </p:cNvSpPr>
          <p:nvPr>
            <p:ph type="body" sz="quarter" idx="3" hasCustomPrompt="1"/>
          </p:nvPr>
        </p:nvSpPr>
        <p:spPr>
          <a:xfrm>
            <a:off x="7410173" y="2797255"/>
            <a:ext cx="3943627" cy="464499"/>
          </a:xfrm>
        </p:spPr>
        <p:txBody>
          <a:bodyPr anchor="t">
            <a:normAutofit/>
          </a:bodyPr>
          <a:lstStyle>
            <a:lvl1pPr marL="0" indent="0">
              <a:buNone/>
              <a:defRPr lang="en-US" sz="1800" b="1" kern="1200" spc="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add text</a:t>
            </a:r>
          </a:p>
        </p:txBody>
      </p:sp>
      <p:sp>
        <p:nvSpPr>
          <p:cNvPr id="9" name="Content Placeholder 3">
            <a:extLst>
              <a:ext uri="{FF2B5EF4-FFF2-40B4-BE49-F238E27FC236}">
                <a16:creationId xmlns:a16="http://schemas.microsoft.com/office/drawing/2014/main" id="{178E4D0B-96F1-45F3-6B2A-5FA31A37257F}"/>
              </a:ext>
            </a:extLst>
          </p:cNvPr>
          <p:cNvSpPr>
            <a:spLocks noGrp="1"/>
          </p:cNvSpPr>
          <p:nvPr>
            <p:ph sz="half" idx="14" hasCustomPrompt="1"/>
          </p:nvPr>
        </p:nvSpPr>
        <p:spPr>
          <a:xfrm>
            <a:off x="7410173" y="3251595"/>
            <a:ext cx="3943627" cy="3234264"/>
          </a:xfrm>
        </p:spPr>
        <p:txBody>
          <a:bodyPr tIns="0">
            <a:normAutofit/>
          </a:bodyPr>
          <a:lstStyle>
            <a:lvl1pPr marL="0" indent="0">
              <a:lnSpc>
                <a:spcPct val="100000"/>
              </a:lnSpc>
              <a:buFont typeface="Arial" panose="020B0604020202020204" pitchFamily="34" charset="0"/>
              <a:buNone/>
              <a:defRPr sz="1800" b="0" spc="50" baseline="0"/>
            </a:lvl1pPr>
            <a:lvl2pPr marL="283464" indent="-285750">
              <a:lnSpc>
                <a:spcPct val="100000"/>
              </a:lnSpc>
              <a:spcBef>
                <a:spcPts val="1000"/>
              </a:spcBef>
              <a:buFont typeface="Arial" panose="020B0604020202020204" pitchFamily="34" charset="0"/>
              <a:buChar char="•"/>
              <a:defRPr sz="1800" spc="50" baseline="0"/>
            </a:lvl2pPr>
            <a:lvl3pPr marL="566928" indent="-285750">
              <a:lnSpc>
                <a:spcPct val="100000"/>
              </a:lnSpc>
              <a:spcBef>
                <a:spcPts val="1000"/>
              </a:spcBef>
              <a:buFont typeface="Arial" panose="020B0604020202020204" pitchFamily="34" charset="0"/>
              <a:buChar char="•"/>
              <a:defRPr sz="1800" spc="50" baseline="0"/>
            </a:lvl3pPr>
            <a:lvl4pPr marL="859536" indent="-285750">
              <a:lnSpc>
                <a:spcPct val="100000"/>
              </a:lnSpc>
              <a:spcBef>
                <a:spcPts val="1000"/>
              </a:spcBef>
              <a:buFont typeface="Arial" panose="020B0604020202020204" pitchFamily="34" charset="0"/>
              <a:buChar char="•"/>
              <a:defRPr sz="1800" spc="50" baseline="0"/>
            </a:lvl4pPr>
            <a:lvl5pPr marL="1143000" indent="-285750">
              <a:lnSpc>
                <a:spcPct val="100000"/>
              </a:lnSpc>
              <a:spcBef>
                <a:spcPts val="1000"/>
              </a:spcBef>
              <a:buFont typeface="Arial" panose="020B0604020202020204" pitchFamily="34" charset="0"/>
              <a:buChar char="•"/>
              <a:defRPr sz="1800" spc="50" baseline="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Footer Placeholder 4">
            <a:extLst>
              <a:ext uri="{FF2B5EF4-FFF2-40B4-BE49-F238E27FC236}">
                <a16:creationId xmlns:a16="http://schemas.microsoft.com/office/drawing/2014/main" id="{5F41582C-9AD2-F126-40F3-D43E77D158C8}"/>
              </a:ext>
            </a:extLst>
          </p:cNvPr>
          <p:cNvSpPr>
            <a:spLocks noGrp="1"/>
          </p:cNvSpPr>
          <p:nvPr>
            <p:ph type="ftr" sz="quarter" idx="11"/>
          </p:nvPr>
        </p:nvSpPr>
        <p:spPr>
          <a:xfrm>
            <a:off x="2969260" y="6356349"/>
            <a:ext cx="3819228" cy="365125"/>
          </a:xfrm>
        </p:spPr>
        <p:txBody>
          <a:bodyPr/>
          <a:lstStyle>
            <a:lvl1pPr algn="l">
              <a:defRPr sz="900"/>
            </a:lvl1pPr>
          </a:lstStyle>
          <a:p>
            <a:r>
              <a:rPr lang="en-US" dirty="0"/>
              <a:t>PRESENTATION TITLE</a:t>
            </a:r>
          </a:p>
        </p:txBody>
      </p:sp>
      <p:sp>
        <p:nvSpPr>
          <p:cNvPr id="14" name="Slide Number Placeholder 5">
            <a:extLst>
              <a:ext uri="{FF2B5EF4-FFF2-40B4-BE49-F238E27FC236}">
                <a16:creationId xmlns:a16="http://schemas.microsoft.com/office/drawing/2014/main" id="{341F76B1-7BEF-7A88-1394-1164BFF082E5}"/>
              </a:ext>
            </a:extLst>
          </p:cNvPr>
          <p:cNvSpPr>
            <a:spLocks noGrp="1"/>
          </p:cNvSpPr>
          <p:nvPr>
            <p:ph type="sldNum" sz="quarter" idx="12"/>
          </p:nvPr>
        </p:nvSpPr>
        <p:spPr>
          <a:xfrm>
            <a:off x="10373350" y="6356349"/>
            <a:ext cx="987552" cy="365125"/>
          </a:xfrm>
        </p:spPr>
        <p:txBody>
          <a:bodyPr/>
          <a:lstStyle>
            <a:lvl1pPr>
              <a:defRPr sz="900"/>
            </a:lvl1pPr>
          </a:lstStyle>
          <a:p>
            <a:fld id="{A49DFD55-3C28-40EF-9E31-A92D2E4017FF}" type="slidenum">
              <a:rPr lang="en-US" smtClean="0"/>
              <a:pPr/>
              <a:t>‹#›</a:t>
            </a:fld>
            <a:endParaRPr lang="en-US" dirty="0"/>
          </a:p>
        </p:txBody>
      </p:sp>
    </p:spTree>
    <p:extLst>
      <p:ext uri="{BB962C8B-B14F-4D97-AF65-F5344CB8AC3E}">
        <p14:creationId xmlns:p14="http://schemas.microsoft.com/office/powerpoint/2010/main" val="28401277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wo Content 2">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F3B5C-31C4-46BA-9FAD-72DF917A84DA}"/>
              </a:ext>
            </a:extLst>
          </p:cNvPr>
          <p:cNvSpPr>
            <a:spLocks noGrp="1"/>
          </p:cNvSpPr>
          <p:nvPr>
            <p:ph type="title" hasCustomPrompt="1"/>
          </p:nvPr>
        </p:nvSpPr>
        <p:spPr>
          <a:xfrm>
            <a:off x="1341120" y="558801"/>
            <a:ext cx="9953308" cy="1780860"/>
          </a:xfrm>
        </p:spPr>
        <p:txBody>
          <a:bodyPr anchor="b">
            <a:normAutofit/>
          </a:bodyPr>
          <a:lstStyle>
            <a:lvl1pPr>
              <a:defRPr lang="en-US" sz="2800" kern="1200" spc="150" baseline="0" dirty="0">
                <a:solidFill>
                  <a:schemeClr val="tx1"/>
                </a:solidFill>
                <a:latin typeface="+mj-lt"/>
                <a:ea typeface="+mj-ea"/>
                <a:cs typeface="+mj-cs"/>
              </a:defRPr>
            </a:lvl1pPr>
          </a:lstStyle>
          <a:p>
            <a:r>
              <a:rPr lang="en-US" dirty="0"/>
              <a:t>CLICK TO add title</a:t>
            </a:r>
          </a:p>
        </p:txBody>
      </p:sp>
      <p:grpSp>
        <p:nvGrpSpPr>
          <p:cNvPr id="10" name="Group 9">
            <a:extLst>
              <a:ext uri="{FF2B5EF4-FFF2-40B4-BE49-F238E27FC236}">
                <a16:creationId xmlns:a16="http://schemas.microsoft.com/office/drawing/2014/main" id="{6A217F83-0BDB-C70B-29FE-2651DE191533}"/>
              </a:ext>
              <a:ext uri="{C183D7F6-B498-43B3-948B-1728B52AA6E4}">
                <adec:decorative xmlns:adec="http://schemas.microsoft.com/office/drawing/2017/decorative" val="1"/>
              </a:ext>
            </a:extLst>
          </p:cNvPr>
          <p:cNvGrpSpPr/>
          <p:nvPr userDrawn="1"/>
        </p:nvGrpSpPr>
        <p:grpSpPr>
          <a:xfrm>
            <a:off x="4429817" y="0"/>
            <a:ext cx="7762183" cy="2754814"/>
            <a:chOff x="7334250" y="0"/>
            <a:chExt cx="4857750" cy="1724025"/>
          </a:xfrm>
        </p:grpSpPr>
        <p:cxnSp>
          <p:nvCxnSpPr>
            <p:cNvPr id="11" name="Straight Connector 10">
              <a:extLst>
                <a:ext uri="{FF2B5EF4-FFF2-40B4-BE49-F238E27FC236}">
                  <a16:creationId xmlns:a16="http://schemas.microsoft.com/office/drawing/2014/main" id="{E0C62368-3F79-C078-7086-B23D2F5A09F8}"/>
                </a:ext>
              </a:extLst>
            </p:cNvPr>
            <p:cNvCxnSpPr/>
            <p:nvPr userDrawn="1"/>
          </p:nvCxnSpPr>
          <p:spPr>
            <a:xfrm flipH="1" flipV="1">
              <a:off x="7334250" y="0"/>
              <a:ext cx="4857750" cy="762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609BDD71-BF2E-BDB0-A625-D8371AEA1CAB}"/>
                </a:ext>
              </a:extLst>
            </p:cNvPr>
            <p:cNvCxnSpPr>
              <a:cxnSpLocks/>
            </p:cNvCxnSpPr>
            <p:nvPr userDrawn="1"/>
          </p:nvCxnSpPr>
          <p:spPr>
            <a:xfrm>
              <a:off x="11487150" y="0"/>
              <a:ext cx="704850" cy="172402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5" name="Text Placeholder 2">
            <a:extLst>
              <a:ext uri="{FF2B5EF4-FFF2-40B4-BE49-F238E27FC236}">
                <a16:creationId xmlns:a16="http://schemas.microsoft.com/office/drawing/2014/main" id="{83354B96-CD25-BE1C-8CA2-3825F820B759}"/>
              </a:ext>
            </a:extLst>
          </p:cNvPr>
          <p:cNvSpPr>
            <a:spLocks noGrp="1"/>
          </p:cNvSpPr>
          <p:nvPr>
            <p:ph type="body" idx="1" hasCustomPrompt="1"/>
          </p:nvPr>
        </p:nvSpPr>
        <p:spPr>
          <a:xfrm>
            <a:off x="1341120" y="2960877"/>
            <a:ext cx="2722880" cy="351284"/>
          </a:xfrm>
        </p:spPr>
        <p:txBody>
          <a:bodyPr anchor="t">
            <a:normAutofit/>
          </a:bodyPr>
          <a:lstStyle>
            <a:lvl1pPr marL="0" indent="0">
              <a:buNone/>
              <a:defRPr lang="en-US" sz="1800" b="1" kern="1200" spc="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add text</a:t>
            </a:r>
          </a:p>
        </p:txBody>
      </p:sp>
      <p:sp>
        <p:nvSpPr>
          <p:cNvPr id="5" name="Content Placeholder 3">
            <a:extLst>
              <a:ext uri="{FF2B5EF4-FFF2-40B4-BE49-F238E27FC236}">
                <a16:creationId xmlns:a16="http://schemas.microsoft.com/office/drawing/2014/main" id="{CDD81865-54C7-7674-4B2E-041D05C1D146}"/>
              </a:ext>
            </a:extLst>
          </p:cNvPr>
          <p:cNvSpPr>
            <a:spLocks noGrp="1"/>
          </p:cNvSpPr>
          <p:nvPr>
            <p:ph sz="half" idx="15" hasCustomPrompt="1"/>
          </p:nvPr>
        </p:nvSpPr>
        <p:spPr>
          <a:xfrm>
            <a:off x="1341120" y="3392035"/>
            <a:ext cx="2722880" cy="2907164"/>
          </a:xfrm>
        </p:spPr>
        <p:txBody>
          <a:bodyPr tIns="0">
            <a:normAutofit/>
          </a:bodyPr>
          <a:lstStyle>
            <a:lvl1pPr marL="283464" indent="-283464">
              <a:lnSpc>
                <a:spcPct val="100000"/>
              </a:lnSpc>
              <a:buFont typeface="+mj-lt"/>
              <a:buAutoNum type="arabicPeriod"/>
              <a:defRPr sz="1800" b="0" spc="50" baseline="0"/>
            </a:lvl1pPr>
            <a:lvl2pPr marL="566928" indent="-342900">
              <a:lnSpc>
                <a:spcPct val="100000"/>
              </a:lnSpc>
              <a:spcBef>
                <a:spcPts val="1000"/>
              </a:spcBef>
              <a:buFont typeface="+mj-lt"/>
              <a:buAutoNum type="alphaLcPeriod"/>
              <a:defRPr sz="1800" spc="50" baseline="0"/>
            </a:lvl2pPr>
            <a:lvl3pPr marL="850392" indent="-342900">
              <a:lnSpc>
                <a:spcPct val="100000"/>
              </a:lnSpc>
              <a:spcBef>
                <a:spcPts val="1000"/>
              </a:spcBef>
              <a:buFont typeface="+mj-lt"/>
              <a:buAutoNum type="arabicParenR"/>
              <a:defRPr sz="1800" spc="50" baseline="0"/>
            </a:lvl3pPr>
            <a:lvl4pPr marL="1042416" indent="-342900">
              <a:lnSpc>
                <a:spcPct val="100000"/>
              </a:lnSpc>
              <a:spcBef>
                <a:spcPts val="1000"/>
              </a:spcBef>
              <a:buFont typeface="+mj-lt"/>
              <a:buAutoNum type="alphaLcParenR"/>
              <a:defRPr sz="1800" spc="50" baseline="0"/>
            </a:lvl4pPr>
            <a:lvl5pPr marL="1074420" indent="-400050">
              <a:lnSpc>
                <a:spcPct val="100000"/>
              </a:lnSpc>
              <a:spcBef>
                <a:spcPts val="1000"/>
              </a:spcBef>
              <a:buFont typeface="+mj-lt"/>
              <a:buAutoNum type="romanLcPeriod"/>
              <a:defRPr sz="1800" spc="50" baseline="0"/>
            </a:lvl5pPr>
          </a:lstStyle>
          <a:p>
            <a:pPr lvl="0"/>
            <a:r>
              <a:rPr lang="en-US" dirty="0"/>
              <a:t>Click to add content</a:t>
            </a:r>
          </a:p>
          <a:p>
            <a:pPr lvl="1"/>
            <a:r>
              <a:rPr lang="en-US" dirty="0"/>
              <a:t>Second level</a:t>
            </a:r>
          </a:p>
          <a:p>
            <a:pPr lvl="2"/>
            <a:r>
              <a:rPr lang="en-US" dirty="0"/>
              <a:t>Third level</a:t>
            </a:r>
          </a:p>
          <a:p>
            <a:pPr lvl="3"/>
            <a:r>
              <a:rPr lang="en-US" dirty="0"/>
              <a:t>Fourth level</a:t>
            </a:r>
          </a:p>
        </p:txBody>
      </p:sp>
      <p:sp>
        <p:nvSpPr>
          <p:cNvPr id="17" name="Text Placeholder 2">
            <a:extLst>
              <a:ext uri="{FF2B5EF4-FFF2-40B4-BE49-F238E27FC236}">
                <a16:creationId xmlns:a16="http://schemas.microsoft.com/office/drawing/2014/main" id="{6F39BA57-7F1C-623F-BC7F-B689C5AC33EA}"/>
              </a:ext>
            </a:extLst>
          </p:cNvPr>
          <p:cNvSpPr>
            <a:spLocks noGrp="1"/>
          </p:cNvSpPr>
          <p:nvPr>
            <p:ph type="body" idx="10" hasCustomPrompt="1"/>
          </p:nvPr>
        </p:nvSpPr>
        <p:spPr>
          <a:xfrm>
            <a:off x="4754881" y="2960877"/>
            <a:ext cx="5516880" cy="351284"/>
          </a:xfrm>
        </p:spPr>
        <p:txBody>
          <a:bodyPr anchor="t">
            <a:normAutofit/>
          </a:bodyPr>
          <a:lstStyle>
            <a:lvl1pPr marL="0" indent="0">
              <a:buNone/>
              <a:defRPr lang="en-US" sz="1800" b="1" kern="1200" spc="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add text</a:t>
            </a:r>
          </a:p>
        </p:txBody>
      </p:sp>
      <p:sp>
        <p:nvSpPr>
          <p:cNvPr id="3" name="Content Placeholder 3">
            <a:extLst>
              <a:ext uri="{FF2B5EF4-FFF2-40B4-BE49-F238E27FC236}">
                <a16:creationId xmlns:a16="http://schemas.microsoft.com/office/drawing/2014/main" id="{94BF07A4-5A33-0B3C-A378-AB2435F1D5FF}"/>
              </a:ext>
            </a:extLst>
          </p:cNvPr>
          <p:cNvSpPr>
            <a:spLocks noGrp="1"/>
          </p:cNvSpPr>
          <p:nvPr>
            <p:ph sz="half" idx="14" hasCustomPrompt="1"/>
          </p:nvPr>
        </p:nvSpPr>
        <p:spPr>
          <a:xfrm>
            <a:off x="4754881" y="3324859"/>
            <a:ext cx="5506720" cy="3031489"/>
          </a:xfrm>
        </p:spPr>
        <p:txBody>
          <a:bodyPr tIns="0">
            <a:normAutofit/>
          </a:bodyPr>
          <a:lstStyle>
            <a:lvl1pPr marL="0" indent="0">
              <a:lnSpc>
                <a:spcPct val="100000"/>
              </a:lnSpc>
              <a:buFont typeface="Arial" panose="020B0604020202020204" pitchFamily="34" charset="0"/>
              <a:buNone/>
              <a:defRPr sz="1800" b="0" spc="50" baseline="0"/>
            </a:lvl1pPr>
            <a:lvl2pPr marL="283464" indent="-285750">
              <a:lnSpc>
                <a:spcPct val="100000"/>
              </a:lnSpc>
              <a:spcBef>
                <a:spcPts val="1000"/>
              </a:spcBef>
              <a:buFont typeface="Arial" panose="020B0604020202020204" pitchFamily="34" charset="0"/>
              <a:buChar char="•"/>
              <a:defRPr sz="1800" spc="50" baseline="0"/>
            </a:lvl2pPr>
            <a:lvl3pPr marL="566928" indent="-285750">
              <a:lnSpc>
                <a:spcPct val="100000"/>
              </a:lnSpc>
              <a:spcBef>
                <a:spcPts val="1000"/>
              </a:spcBef>
              <a:buFont typeface="Arial" panose="020B0604020202020204" pitchFamily="34" charset="0"/>
              <a:buChar char="•"/>
              <a:defRPr sz="1800" spc="50" baseline="0"/>
            </a:lvl3pPr>
            <a:lvl4pPr marL="859536" indent="-285750">
              <a:lnSpc>
                <a:spcPct val="100000"/>
              </a:lnSpc>
              <a:spcBef>
                <a:spcPts val="1000"/>
              </a:spcBef>
              <a:buFont typeface="Arial" panose="020B0604020202020204" pitchFamily="34" charset="0"/>
              <a:buChar char="•"/>
              <a:defRPr sz="1800" spc="50" baseline="0"/>
            </a:lvl4pPr>
            <a:lvl5pPr marL="1143000" indent="-285750">
              <a:lnSpc>
                <a:spcPct val="100000"/>
              </a:lnSpc>
              <a:spcBef>
                <a:spcPts val="1000"/>
              </a:spcBef>
              <a:buFont typeface="Arial" panose="020B0604020202020204" pitchFamily="34" charset="0"/>
              <a:buChar char="•"/>
              <a:defRPr sz="1800" spc="50" baseline="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9" name="Footer Placeholder 4">
            <a:extLst>
              <a:ext uri="{FF2B5EF4-FFF2-40B4-BE49-F238E27FC236}">
                <a16:creationId xmlns:a16="http://schemas.microsoft.com/office/drawing/2014/main" id="{63DC63A6-41FE-6C2D-9A53-0AE4A6DBF39B}"/>
              </a:ext>
            </a:extLst>
          </p:cNvPr>
          <p:cNvSpPr>
            <a:spLocks noGrp="1"/>
          </p:cNvSpPr>
          <p:nvPr>
            <p:ph type="ftr" sz="quarter" idx="12"/>
          </p:nvPr>
        </p:nvSpPr>
        <p:spPr>
          <a:xfrm>
            <a:off x="1333500" y="6356349"/>
            <a:ext cx="3819228" cy="365125"/>
          </a:xfrm>
        </p:spPr>
        <p:txBody>
          <a:bodyPr/>
          <a:lstStyle>
            <a:lvl1pPr algn="l">
              <a:defRPr sz="900"/>
            </a:lvl1pPr>
          </a:lstStyle>
          <a:p>
            <a:r>
              <a:rPr lang="en-US" dirty="0"/>
              <a:t>PRESENTATION TITLE</a:t>
            </a:r>
          </a:p>
        </p:txBody>
      </p:sp>
      <p:sp>
        <p:nvSpPr>
          <p:cNvPr id="20" name="Slide Number Placeholder 5">
            <a:extLst>
              <a:ext uri="{FF2B5EF4-FFF2-40B4-BE49-F238E27FC236}">
                <a16:creationId xmlns:a16="http://schemas.microsoft.com/office/drawing/2014/main" id="{0B5130EC-B05B-5489-FBEC-DBEB6D1E737D}"/>
              </a:ext>
            </a:extLst>
          </p:cNvPr>
          <p:cNvSpPr>
            <a:spLocks noGrp="1"/>
          </p:cNvSpPr>
          <p:nvPr>
            <p:ph type="sldNum" sz="quarter" idx="13"/>
          </p:nvPr>
        </p:nvSpPr>
        <p:spPr>
          <a:xfrm>
            <a:off x="10373350" y="6356349"/>
            <a:ext cx="987552" cy="365125"/>
          </a:xfrm>
        </p:spPr>
        <p:txBody>
          <a:bodyPr/>
          <a:lstStyle>
            <a:lvl1pPr>
              <a:defRPr sz="900"/>
            </a:lvl1pPr>
          </a:lstStyle>
          <a:p>
            <a:fld id="{A49DFD55-3C28-40EF-9E31-A92D2E4017FF}" type="slidenum">
              <a:rPr lang="en-US" smtClean="0"/>
              <a:pPr/>
              <a:t>‹#›</a:t>
            </a:fld>
            <a:endParaRPr lang="en-US" dirty="0"/>
          </a:p>
        </p:txBody>
      </p:sp>
    </p:spTree>
    <p:extLst>
      <p:ext uri="{BB962C8B-B14F-4D97-AF65-F5344CB8AC3E}">
        <p14:creationId xmlns:p14="http://schemas.microsoft.com/office/powerpoint/2010/main" val="211208553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ummary">
    <p:spTree>
      <p:nvGrpSpPr>
        <p:cNvPr id="1" name=""/>
        <p:cNvGrpSpPr/>
        <p:nvPr/>
      </p:nvGrpSpPr>
      <p:grpSpPr>
        <a:xfrm>
          <a:off x="0" y="0"/>
          <a:ext cx="0" cy="0"/>
          <a:chOff x="0" y="0"/>
          <a:chExt cx="0" cy="0"/>
        </a:xfrm>
      </p:grpSpPr>
      <p:cxnSp>
        <p:nvCxnSpPr>
          <p:cNvPr id="11" name="Straight Connector 10">
            <a:extLst>
              <a:ext uri="{FF2B5EF4-FFF2-40B4-BE49-F238E27FC236}">
                <a16:creationId xmlns:a16="http://schemas.microsoft.com/office/drawing/2014/main" id="{3B2CC92D-F90A-CB67-4860-D6939AC29566}"/>
              </a:ext>
              <a:ext uri="{C183D7F6-B498-43B3-948B-1728B52AA6E4}">
                <adec:decorative xmlns:adec="http://schemas.microsoft.com/office/drawing/2017/decorative" val="1"/>
              </a:ext>
            </a:extLst>
          </p:cNvPr>
          <p:cNvCxnSpPr>
            <a:cxnSpLocks/>
          </p:cNvCxnSpPr>
          <p:nvPr userDrawn="1"/>
        </p:nvCxnSpPr>
        <p:spPr>
          <a:xfrm flipH="1" flipV="1">
            <a:off x="3094182" y="0"/>
            <a:ext cx="1745673" cy="389774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23A3821F-4537-4AE7-8829-C2E3AE60F6E1}"/>
              </a:ext>
            </a:extLst>
          </p:cNvPr>
          <p:cNvSpPr>
            <a:spLocks noGrp="1"/>
          </p:cNvSpPr>
          <p:nvPr>
            <p:ph type="title" hasCustomPrompt="1"/>
          </p:nvPr>
        </p:nvSpPr>
        <p:spPr>
          <a:xfrm>
            <a:off x="5476874" y="1671639"/>
            <a:ext cx="5884027" cy="1204912"/>
          </a:xfrm>
        </p:spPr>
        <p:txBody>
          <a:bodyPr anchor="b">
            <a:normAutofit/>
          </a:bodyPr>
          <a:lstStyle>
            <a:lvl1pPr>
              <a:defRPr lang="en-US" sz="2800" kern="1200" spc="150" baseline="0" dirty="0">
                <a:solidFill>
                  <a:schemeClr val="tx1"/>
                </a:solidFill>
                <a:latin typeface="+mj-lt"/>
                <a:ea typeface="+mj-ea"/>
                <a:cs typeface="+mj-cs"/>
              </a:defRPr>
            </a:lvl1pPr>
          </a:lstStyle>
          <a:p>
            <a:r>
              <a:rPr lang="en-US" dirty="0"/>
              <a:t>CLICK TO add title</a:t>
            </a:r>
          </a:p>
        </p:txBody>
      </p:sp>
      <p:sp>
        <p:nvSpPr>
          <p:cNvPr id="13" name="Picture Placeholder 12">
            <a:extLst>
              <a:ext uri="{FF2B5EF4-FFF2-40B4-BE49-F238E27FC236}">
                <a16:creationId xmlns:a16="http://schemas.microsoft.com/office/drawing/2014/main" id="{4C376638-5C5B-8E5B-0C26-8F63B98EA417}"/>
              </a:ext>
            </a:extLst>
          </p:cNvPr>
          <p:cNvSpPr>
            <a:spLocks noGrp="1"/>
          </p:cNvSpPr>
          <p:nvPr>
            <p:ph type="pic" sz="quarter" idx="13"/>
          </p:nvPr>
        </p:nvSpPr>
        <p:spPr>
          <a:xfrm>
            <a:off x="-28230" y="-9144"/>
            <a:ext cx="5481955" cy="6876288"/>
          </a:xfrm>
          <a:custGeom>
            <a:avLst/>
            <a:gdLst>
              <a:gd name="connsiteX0" fmla="*/ 0 w 5476875"/>
              <a:gd name="connsiteY0" fmla="*/ 0 h 6858000"/>
              <a:gd name="connsiteX1" fmla="*/ 5476875 w 5476875"/>
              <a:gd name="connsiteY1" fmla="*/ 0 h 6858000"/>
              <a:gd name="connsiteX2" fmla="*/ 5476875 w 5476875"/>
              <a:gd name="connsiteY2" fmla="*/ 6858000 h 6858000"/>
              <a:gd name="connsiteX3" fmla="*/ 0 w 5476875"/>
              <a:gd name="connsiteY3" fmla="*/ 6858000 h 6858000"/>
              <a:gd name="connsiteX4" fmla="*/ 0 w 5476875"/>
              <a:gd name="connsiteY4" fmla="*/ 0 h 6858000"/>
              <a:gd name="connsiteX0" fmla="*/ 0 w 5476875"/>
              <a:gd name="connsiteY0" fmla="*/ 0 h 6858000"/>
              <a:gd name="connsiteX1" fmla="*/ 2520315 w 5476875"/>
              <a:gd name="connsiteY1" fmla="*/ 0 h 6858000"/>
              <a:gd name="connsiteX2" fmla="*/ 5476875 w 5476875"/>
              <a:gd name="connsiteY2" fmla="*/ 6858000 h 6858000"/>
              <a:gd name="connsiteX3" fmla="*/ 0 w 5476875"/>
              <a:gd name="connsiteY3" fmla="*/ 6858000 h 6858000"/>
              <a:gd name="connsiteX4" fmla="*/ 0 w 5476875"/>
              <a:gd name="connsiteY4" fmla="*/ 0 h 6858000"/>
              <a:gd name="connsiteX0" fmla="*/ 5080 w 5481955"/>
              <a:gd name="connsiteY0" fmla="*/ 0 h 6858000"/>
              <a:gd name="connsiteX1" fmla="*/ 2525395 w 5481955"/>
              <a:gd name="connsiteY1" fmla="*/ 0 h 6858000"/>
              <a:gd name="connsiteX2" fmla="*/ 5481955 w 5481955"/>
              <a:gd name="connsiteY2" fmla="*/ 6858000 h 6858000"/>
              <a:gd name="connsiteX3" fmla="*/ 5080 w 5481955"/>
              <a:gd name="connsiteY3" fmla="*/ 6858000 h 6858000"/>
              <a:gd name="connsiteX4" fmla="*/ 0 w 5481955"/>
              <a:gd name="connsiteY4" fmla="*/ 4805680 h 6858000"/>
              <a:gd name="connsiteX5" fmla="*/ 5080 w 5481955"/>
              <a:gd name="connsiteY5" fmla="*/ 0 h 6858000"/>
              <a:gd name="connsiteX0" fmla="*/ 5080 w 5481955"/>
              <a:gd name="connsiteY0" fmla="*/ 0 h 6863080"/>
              <a:gd name="connsiteX1" fmla="*/ 2525395 w 5481955"/>
              <a:gd name="connsiteY1" fmla="*/ 0 h 6863080"/>
              <a:gd name="connsiteX2" fmla="*/ 5481955 w 5481955"/>
              <a:gd name="connsiteY2" fmla="*/ 6858000 h 6863080"/>
              <a:gd name="connsiteX3" fmla="*/ 899160 w 5481955"/>
              <a:gd name="connsiteY3" fmla="*/ 6863080 h 6863080"/>
              <a:gd name="connsiteX4" fmla="*/ 0 w 5481955"/>
              <a:gd name="connsiteY4" fmla="*/ 4805680 h 6863080"/>
              <a:gd name="connsiteX5" fmla="*/ 5080 w 5481955"/>
              <a:gd name="connsiteY5" fmla="*/ 0 h 6863080"/>
              <a:gd name="connsiteX0" fmla="*/ 5080 w 5481955"/>
              <a:gd name="connsiteY0" fmla="*/ 0 h 6863080"/>
              <a:gd name="connsiteX1" fmla="*/ 2525395 w 5481955"/>
              <a:gd name="connsiteY1" fmla="*/ 0 h 6863080"/>
              <a:gd name="connsiteX2" fmla="*/ 5481955 w 5481955"/>
              <a:gd name="connsiteY2" fmla="*/ 6858000 h 6863080"/>
              <a:gd name="connsiteX3" fmla="*/ 899160 w 5481955"/>
              <a:gd name="connsiteY3" fmla="*/ 6863080 h 6863080"/>
              <a:gd name="connsiteX4" fmla="*/ 0 w 5481955"/>
              <a:gd name="connsiteY4" fmla="*/ 4805680 h 6863080"/>
              <a:gd name="connsiteX5" fmla="*/ 5080 w 5481955"/>
              <a:gd name="connsiteY5" fmla="*/ 0 h 6863080"/>
              <a:gd name="connsiteX0" fmla="*/ 5080 w 5481955"/>
              <a:gd name="connsiteY0" fmla="*/ 0 h 6863080"/>
              <a:gd name="connsiteX1" fmla="*/ 2525395 w 5481955"/>
              <a:gd name="connsiteY1" fmla="*/ 0 h 6863080"/>
              <a:gd name="connsiteX2" fmla="*/ 5481955 w 5481955"/>
              <a:gd name="connsiteY2" fmla="*/ 6858000 h 6863080"/>
              <a:gd name="connsiteX3" fmla="*/ 899160 w 5481955"/>
              <a:gd name="connsiteY3" fmla="*/ 6863080 h 6863080"/>
              <a:gd name="connsiteX4" fmla="*/ 0 w 5481955"/>
              <a:gd name="connsiteY4" fmla="*/ 4805680 h 6863080"/>
              <a:gd name="connsiteX5" fmla="*/ 5080 w 5481955"/>
              <a:gd name="connsiteY5" fmla="*/ 0 h 6863080"/>
              <a:gd name="connsiteX0" fmla="*/ 5080 w 5481955"/>
              <a:gd name="connsiteY0" fmla="*/ 0 h 6863080"/>
              <a:gd name="connsiteX1" fmla="*/ 2525395 w 5481955"/>
              <a:gd name="connsiteY1" fmla="*/ 0 h 6863080"/>
              <a:gd name="connsiteX2" fmla="*/ 5481955 w 5481955"/>
              <a:gd name="connsiteY2" fmla="*/ 6858000 h 6863080"/>
              <a:gd name="connsiteX3" fmla="*/ 899160 w 5481955"/>
              <a:gd name="connsiteY3" fmla="*/ 6863080 h 6863080"/>
              <a:gd name="connsiteX4" fmla="*/ 0 w 5481955"/>
              <a:gd name="connsiteY4" fmla="*/ 4759960 h 6863080"/>
              <a:gd name="connsiteX5" fmla="*/ 5080 w 5481955"/>
              <a:gd name="connsiteY5" fmla="*/ 0 h 6863080"/>
              <a:gd name="connsiteX0" fmla="*/ 5080 w 5481955"/>
              <a:gd name="connsiteY0" fmla="*/ 0 h 6863080"/>
              <a:gd name="connsiteX1" fmla="*/ 2525395 w 5481955"/>
              <a:gd name="connsiteY1" fmla="*/ 0 h 6863080"/>
              <a:gd name="connsiteX2" fmla="*/ 5481955 w 5481955"/>
              <a:gd name="connsiteY2" fmla="*/ 6858000 h 6863080"/>
              <a:gd name="connsiteX3" fmla="*/ 899160 w 5481955"/>
              <a:gd name="connsiteY3" fmla="*/ 6863080 h 6863080"/>
              <a:gd name="connsiteX4" fmla="*/ 0 w 5481955"/>
              <a:gd name="connsiteY4" fmla="*/ 4759960 h 6863080"/>
              <a:gd name="connsiteX5" fmla="*/ 5080 w 5481955"/>
              <a:gd name="connsiteY5" fmla="*/ 0 h 68630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481955" h="6863080">
                <a:moveTo>
                  <a:pt x="5080" y="0"/>
                </a:moveTo>
                <a:lnTo>
                  <a:pt x="2525395" y="0"/>
                </a:lnTo>
                <a:lnTo>
                  <a:pt x="5481955" y="6858000"/>
                </a:lnTo>
                <a:lnTo>
                  <a:pt x="899160" y="6863080"/>
                </a:lnTo>
                <a:cubicBezTo>
                  <a:pt x="506307" y="5933440"/>
                  <a:pt x="413173" y="5720080"/>
                  <a:pt x="0" y="4759960"/>
                </a:cubicBezTo>
                <a:cubicBezTo>
                  <a:pt x="1693" y="3158067"/>
                  <a:pt x="3387" y="1601893"/>
                  <a:pt x="5080" y="0"/>
                </a:cubicBezTo>
                <a:close/>
              </a:path>
            </a:pathLst>
          </a:custGeom>
        </p:spPr>
        <p:txBody>
          <a:bodyPr lIns="274320" tIns="91440" bIns="91440">
            <a:normAutofit/>
          </a:bodyPr>
          <a:lstStyle>
            <a:lvl1pPr marL="0" indent="0" algn="l">
              <a:buNone/>
              <a:defRPr sz="2000">
                <a:solidFill>
                  <a:schemeClr val="tx1"/>
                </a:solidFill>
              </a:defRPr>
            </a:lvl1pPr>
          </a:lstStyle>
          <a:p>
            <a:r>
              <a:rPr lang="en-US"/>
              <a:t>Click icon to add picture</a:t>
            </a:r>
            <a:endParaRPr lang="en-US" dirty="0"/>
          </a:p>
        </p:txBody>
      </p:sp>
      <p:sp>
        <p:nvSpPr>
          <p:cNvPr id="4" name="Footer Placeholder 4">
            <a:extLst>
              <a:ext uri="{FF2B5EF4-FFF2-40B4-BE49-F238E27FC236}">
                <a16:creationId xmlns:a16="http://schemas.microsoft.com/office/drawing/2014/main" id="{04569D00-2037-2A8D-943B-22FAC1C0B690}"/>
              </a:ext>
            </a:extLst>
          </p:cNvPr>
          <p:cNvSpPr>
            <a:spLocks noGrp="1"/>
          </p:cNvSpPr>
          <p:nvPr>
            <p:ph type="ftr" sz="quarter" idx="11"/>
          </p:nvPr>
        </p:nvSpPr>
        <p:spPr>
          <a:xfrm>
            <a:off x="825500" y="6356349"/>
            <a:ext cx="3819228" cy="365125"/>
          </a:xfrm>
        </p:spPr>
        <p:txBody>
          <a:bodyPr/>
          <a:lstStyle>
            <a:lvl1pPr algn="l">
              <a:defRPr sz="900"/>
            </a:lvl1pPr>
          </a:lstStyle>
          <a:p>
            <a:r>
              <a:rPr lang="en-US" dirty="0"/>
              <a:t>PRESENTATION TITLE</a:t>
            </a:r>
          </a:p>
        </p:txBody>
      </p:sp>
      <p:sp>
        <p:nvSpPr>
          <p:cNvPr id="5" name="Slide Number Placeholder 5">
            <a:extLst>
              <a:ext uri="{FF2B5EF4-FFF2-40B4-BE49-F238E27FC236}">
                <a16:creationId xmlns:a16="http://schemas.microsoft.com/office/drawing/2014/main" id="{75967A9D-0B53-4F3F-0872-495C23A33235}"/>
              </a:ext>
            </a:extLst>
          </p:cNvPr>
          <p:cNvSpPr>
            <a:spLocks noGrp="1"/>
          </p:cNvSpPr>
          <p:nvPr>
            <p:ph type="sldNum" sz="quarter" idx="12"/>
          </p:nvPr>
        </p:nvSpPr>
        <p:spPr>
          <a:xfrm>
            <a:off x="10373350" y="6356349"/>
            <a:ext cx="987552" cy="365125"/>
          </a:xfrm>
        </p:spPr>
        <p:txBody>
          <a:bodyPr/>
          <a:lstStyle>
            <a:lvl1pPr>
              <a:defRPr sz="900"/>
            </a:lvl1pPr>
          </a:lstStyle>
          <a:p>
            <a:fld id="{A49DFD55-3C28-40EF-9E31-A92D2E4017FF}" type="slidenum">
              <a:rPr lang="en-US" smtClean="0"/>
              <a:pPr/>
              <a:t>‹#›</a:t>
            </a:fld>
            <a:endParaRPr lang="en-US" dirty="0"/>
          </a:p>
        </p:txBody>
      </p:sp>
      <p:sp>
        <p:nvSpPr>
          <p:cNvPr id="8" name="Content Placeholder 3">
            <a:extLst>
              <a:ext uri="{FF2B5EF4-FFF2-40B4-BE49-F238E27FC236}">
                <a16:creationId xmlns:a16="http://schemas.microsoft.com/office/drawing/2014/main" id="{643B0E9A-A777-8745-6A36-0A79CB5E036B}"/>
              </a:ext>
            </a:extLst>
          </p:cNvPr>
          <p:cNvSpPr>
            <a:spLocks noGrp="1"/>
          </p:cNvSpPr>
          <p:nvPr>
            <p:ph sz="half" idx="14" hasCustomPrompt="1"/>
          </p:nvPr>
        </p:nvSpPr>
        <p:spPr>
          <a:xfrm>
            <a:off x="5453725" y="3660774"/>
            <a:ext cx="5907176" cy="2536826"/>
          </a:xfrm>
        </p:spPr>
        <p:txBody>
          <a:bodyPr tIns="0">
            <a:normAutofit/>
          </a:bodyPr>
          <a:lstStyle>
            <a:lvl1pPr marL="0" indent="0">
              <a:lnSpc>
                <a:spcPct val="100000"/>
              </a:lnSpc>
              <a:buFont typeface="Arial" panose="020B0604020202020204" pitchFamily="34" charset="0"/>
              <a:buNone/>
              <a:defRPr sz="1800" b="0" spc="50" baseline="0"/>
            </a:lvl1pPr>
            <a:lvl2pPr marL="283464" indent="-285750">
              <a:lnSpc>
                <a:spcPct val="100000"/>
              </a:lnSpc>
              <a:spcBef>
                <a:spcPts val="1000"/>
              </a:spcBef>
              <a:buFont typeface="Arial" panose="020B0604020202020204" pitchFamily="34" charset="0"/>
              <a:buChar char="•"/>
              <a:defRPr sz="1800" spc="50" baseline="0"/>
            </a:lvl2pPr>
            <a:lvl3pPr marL="566928" indent="-285750">
              <a:lnSpc>
                <a:spcPct val="100000"/>
              </a:lnSpc>
              <a:spcBef>
                <a:spcPts val="1000"/>
              </a:spcBef>
              <a:buFont typeface="Arial" panose="020B0604020202020204" pitchFamily="34" charset="0"/>
              <a:buChar char="•"/>
              <a:defRPr sz="1800" spc="50" baseline="0"/>
            </a:lvl3pPr>
            <a:lvl4pPr marL="859536" indent="-285750">
              <a:lnSpc>
                <a:spcPct val="100000"/>
              </a:lnSpc>
              <a:spcBef>
                <a:spcPts val="1000"/>
              </a:spcBef>
              <a:buFont typeface="Arial" panose="020B0604020202020204" pitchFamily="34" charset="0"/>
              <a:buChar char="•"/>
              <a:defRPr sz="1800" spc="50" baseline="0"/>
            </a:lvl4pPr>
            <a:lvl5pPr marL="1152144" indent="-285750">
              <a:lnSpc>
                <a:spcPct val="100000"/>
              </a:lnSpc>
              <a:spcBef>
                <a:spcPts val="1000"/>
              </a:spcBef>
              <a:buFont typeface="Arial" panose="020B0604020202020204" pitchFamily="34" charset="0"/>
              <a:buChar char="•"/>
              <a:defRPr sz="1800" spc="50" baseline="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917780591"/>
      </p:ext>
    </p:extLst>
  </p:cSld>
  <p:clrMapOvr>
    <a:masterClrMapping/>
  </p:clrMapOvr>
  <p:extLst>
    <p:ext uri="{DCECCB84-F9BA-43D5-87BE-67443E8EF086}">
      <p15:sldGuideLst xmlns:p15="http://schemas.microsoft.com/office/powerpoint/2012/main">
        <p15:guide id="1" pos="300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able 1">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5C4E19-B78B-4E39-B661-7E6A2E6C5002}"/>
              </a:ext>
            </a:extLst>
          </p:cNvPr>
          <p:cNvSpPr>
            <a:spLocks noGrp="1"/>
          </p:cNvSpPr>
          <p:nvPr>
            <p:ph type="title" hasCustomPrompt="1"/>
          </p:nvPr>
        </p:nvSpPr>
        <p:spPr>
          <a:xfrm>
            <a:off x="838201" y="895350"/>
            <a:ext cx="3247662" cy="1917700"/>
          </a:xfrm>
        </p:spPr>
        <p:txBody>
          <a:bodyPr>
            <a:normAutofit/>
          </a:bodyPr>
          <a:lstStyle>
            <a:lvl1pPr algn="l">
              <a:defRPr lang="en-US" sz="2400" kern="1200" spc="150" baseline="0" dirty="0">
                <a:solidFill>
                  <a:schemeClr val="tx1"/>
                </a:solidFill>
                <a:latin typeface="+mj-lt"/>
                <a:ea typeface="+mj-ea"/>
                <a:cs typeface="+mj-cs"/>
              </a:defRPr>
            </a:lvl1pPr>
          </a:lstStyle>
          <a:p>
            <a:r>
              <a:rPr lang="en-US" dirty="0"/>
              <a:t>CLICK TO add title</a:t>
            </a:r>
          </a:p>
        </p:txBody>
      </p:sp>
      <p:sp>
        <p:nvSpPr>
          <p:cNvPr id="3" name="Content Placeholder 3">
            <a:extLst>
              <a:ext uri="{FF2B5EF4-FFF2-40B4-BE49-F238E27FC236}">
                <a16:creationId xmlns:a16="http://schemas.microsoft.com/office/drawing/2014/main" id="{A14C3057-3BCC-F9A2-98D8-17DDB36F1823}"/>
              </a:ext>
            </a:extLst>
          </p:cNvPr>
          <p:cNvSpPr>
            <a:spLocks noGrp="1"/>
          </p:cNvSpPr>
          <p:nvPr>
            <p:ph sz="half" idx="16" hasCustomPrompt="1"/>
          </p:nvPr>
        </p:nvSpPr>
        <p:spPr>
          <a:xfrm>
            <a:off x="838200" y="2813049"/>
            <a:ext cx="3247662" cy="3238499"/>
          </a:xfrm>
        </p:spPr>
        <p:txBody>
          <a:bodyPr tIns="0">
            <a:normAutofit/>
          </a:bodyPr>
          <a:lstStyle>
            <a:lvl1pPr marL="0" indent="0">
              <a:lnSpc>
                <a:spcPct val="100000"/>
              </a:lnSpc>
              <a:buFont typeface="Arial" panose="020B0604020202020204" pitchFamily="34" charset="0"/>
              <a:buNone/>
              <a:defRPr sz="1800" b="0" spc="50" baseline="0"/>
            </a:lvl1pPr>
            <a:lvl2pPr marL="283464" indent="-285750">
              <a:lnSpc>
                <a:spcPct val="100000"/>
              </a:lnSpc>
              <a:spcBef>
                <a:spcPts val="1000"/>
              </a:spcBef>
              <a:buFont typeface="Arial" panose="020B0604020202020204" pitchFamily="34" charset="0"/>
              <a:buChar char="•"/>
              <a:defRPr sz="1800" spc="50" baseline="0"/>
            </a:lvl2pPr>
            <a:lvl3pPr marL="566928" indent="-285750">
              <a:lnSpc>
                <a:spcPct val="100000"/>
              </a:lnSpc>
              <a:spcBef>
                <a:spcPts val="1000"/>
              </a:spcBef>
              <a:buFont typeface="Arial" panose="020B0604020202020204" pitchFamily="34" charset="0"/>
              <a:buChar char="•"/>
              <a:defRPr sz="1800" spc="50" baseline="0"/>
            </a:lvl3pPr>
            <a:lvl4pPr marL="859536" indent="-285750">
              <a:lnSpc>
                <a:spcPct val="100000"/>
              </a:lnSpc>
              <a:spcBef>
                <a:spcPts val="1000"/>
              </a:spcBef>
              <a:buFont typeface="Arial" panose="020B0604020202020204" pitchFamily="34" charset="0"/>
              <a:buChar char="•"/>
              <a:defRPr sz="1800" spc="50" baseline="0"/>
            </a:lvl4pPr>
            <a:lvl5pPr marL="1152144" indent="-285750">
              <a:lnSpc>
                <a:spcPct val="100000"/>
              </a:lnSpc>
              <a:spcBef>
                <a:spcPts val="1000"/>
              </a:spcBef>
              <a:buFont typeface="Arial" panose="020B0604020202020204" pitchFamily="34" charset="0"/>
              <a:buChar char="•"/>
              <a:defRPr sz="1800" spc="50" baseline="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able Placeholder 7">
            <a:extLst>
              <a:ext uri="{FF2B5EF4-FFF2-40B4-BE49-F238E27FC236}">
                <a16:creationId xmlns:a16="http://schemas.microsoft.com/office/drawing/2014/main" id="{C3975522-461E-4D79-B5B9-BF9471B54688}"/>
              </a:ext>
            </a:extLst>
          </p:cNvPr>
          <p:cNvSpPr>
            <a:spLocks noGrp="1"/>
          </p:cNvSpPr>
          <p:nvPr>
            <p:ph type="tbl" sz="quarter" idx="14"/>
          </p:nvPr>
        </p:nvSpPr>
        <p:spPr>
          <a:xfrm>
            <a:off x="4216396" y="895927"/>
            <a:ext cx="7137404" cy="5115889"/>
          </a:xfrm>
        </p:spPr>
        <p:txBody>
          <a:bodyPr>
            <a:normAutofit/>
          </a:bodyPr>
          <a:lstStyle>
            <a:lvl1pPr marL="0" indent="0" algn="ctr">
              <a:buNone/>
              <a:defRPr sz="2000"/>
            </a:lvl1pPr>
          </a:lstStyle>
          <a:p>
            <a:r>
              <a:rPr lang="en-US"/>
              <a:t>Click icon to add table</a:t>
            </a:r>
            <a:endParaRPr lang="en-US" dirty="0"/>
          </a:p>
        </p:txBody>
      </p:sp>
      <p:sp>
        <p:nvSpPr>
          <p:cNvPr id="10" name="Footer Placeholder 4">
            <a:extLst>
              <a:ext uri="{FF2B5EF4-FFF2-40B4-BE49-F238E27FC236}">
                <a16:creationId xmlns:a16="http://schemas.microsoft.com/office/drawing/2014/main" id="{5F91997C-538B-C8B9-14D7-31A1932F69C3}"/>
              </a:ext>
            </a:extLst>
          </p:cNvPr>
          <p:cNvSpPr>
            <a:spLocks noGrp="1"/>
          </p:cNvSpPr>
          <p:nvPr>
            <p:ph type="ftr" sz="quarter" idx="11"/>
          </p:nvPr>
        </p:nvSpPr>
        <p:spPr>
          <a:xfrm>
            <a:off x="731615" y="6356349"/>
            <a:ext cx="3819228" cy="365125"/>
          </a:xfrm>
        </p:spPr>
        <p:txBody>
          <a:bodyPr/>
          <a:lstStyle>
            <a:lvl1pPr algn="l">
              <a:defRPr sz="900"/>
            </a:lvl1pPr>
          </a:lstStyle>
          <a:p>
            <a:r>
              <a:rPr lang="en-US" dirty="0"/>
              <a:t>PRESENTATION TITLE</a:t>
            </a:r>
          </a:p>
        </p:txBody>
      </p:sp>
      <p:sp>
        <p:nvSpPr>
          <p:cNvPr id="11" name="Slide Number Placeholder 5">
            <a:extLst>
              <a:ext uri="{FF2B5EF4-FFF2-40B4-BE49-F238E27FC236}">
                <a16:creationId xmlns:a16="http://schemas.microsoft.com/office/drawing/2014/main" id="{1F777EF4-982E-9337-7E82-31DC723C1273}"/>
              </a:ext>
            </a:extLst>
          </p:cNvPr>
          <p:cNvSpPr>
            <a:spLocks noGrp="1"/>
          </p:cNvSpPr>
          <p:nvPr>
            <p:ph type="sldNum" sz="quarter" idx="12"/>
          </p:nvPr>
        </p:nvSpPr>
        <p:spPr>
          <a:xfrm>
            <a:off x="10373350" y="6356349"/>
            <a:ext cx="987552" cy="365125"/>
          </a:xfrm>
        </p:spPr>
        <p:txBody>
          <a:bodyPr/>
          <a:lstStyle>
            <a:lvl1pPr>
              <a:defRPr sz="900"/>
            </a:lvl1pPr>
          </a:lstStyle>
          <a:p>
            <a:fld id="{A49DFD55-3C28-40EF-9E31-A92D2E4017FF}" type="slidenum">
              <a:rPr lang="en-US" smtClean="0"/>
              <a:pPr/>
              <a:t>‹#›</a:t>
            </a:fld>
            <a:endParaRPr lang="en-US" dirty="0"/>
          </a:p>
        </p:txBody>
      </p:sp>
      <p:grpSp>
        <p:nvGrpSpPr>
          <p:cNvPr id="14" name="Group 13">
            <a:extLst>
              <a:ext uri="{FF2B5EF4-FFF2-40B4-BE49-F238E27FC236}">
                <a16:creationId xmlns:a16="http://schemas.microsoft.com/office/drawing/2014/main" id="{E34303BA-AFB6-0E22-486F-785994E3B7B1}"/>
              </a:ext>
              <a:ext uri="{C183D7F6-B498-43B3-948B-1728B52AA6E4}">
                <adec:decorative xmlns:adec="http://schemas.microsoft.com/office/drawing/2017/decorative" val="1"/>
              </a:ext>
            </a:extLst>
          </p:cNvPr>
          <p:cNvGrpSpPr/>
          <p:nvPr userDrawn="1"/>
        </p:nvGrpSpPr>
        <p:grpSpPr>
          <a:xfrm>
            <a:off x="0" y="0"/>
            <a:ext cx="2327564" cy="1505528"/>
            <a:chOff x="0" y="0"/>
            <a:chExt cx="2238376" cy="3105150"/>
          </a:xfrm>
        </p:grpSpPr>
        <p:cxnSp>
          <p:nvCxnSpPr>
            <p:cNvPr id="15" name="Straight Connector 14">
              <a:extLst>
                <a:ext uri="{FF2B5EF4-FFF2-40B4-BE49-F238E27FC236}">
                  <a16:creationId xmlns:a16="http://schemas.microsoft.com/office/drawing/2014/main" id="{F66E3A08-02EB-7B54-5089-E7A7F19FD725}"/>
                </a:ext>
              </a:extLst>
            </p:cNvPr>
            <p:cNvCxnSpPr>
              <a:cxnSpLocks/>
            </p:cNvCxnSpPr>
            <p:nvPr userDrawn="1"/>
          </p:nvCxnSpPr>
          <p:spPr>
            <a:xfrm flipH="1">
              <a:off x="0" y="0"/>
              <a:ext cx="1238250" cy="310515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814F9BE5-00B2-ADDF-771C-AB098B36C820}"/>
                </a:ext>
              </a:extLst>
            </p:cNvPr>
            <p:cNvCxnSpPr>
              <a:cxnSpLocks/>
            </p:cNvCxnSpPr>
            <p:nvPr userDrawn="1"/>
          </p:nvCxnSpPr>
          <p:spPr>
            <a:xfrm flipH="1">
              <a:off x="0" y="0"/>
              <a:ext cx="2238376" cy="24765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328081630"/>
      </p:ext>
    </p:extLst>
  </p:cSld>
  <p:clrMapOvr>
    <a:overrideClrMapping bg1="lt1" tx1="dk1" bg2="lt2" tx2="dk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wo Content">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F3B5C-31C4-46BA-9FAD-72DF917A84DA}"/>
              </a:ext>
            </a:extLst>
          </p:cNvPr>
          <p:cNvSpPr>
            <a:spLocks noGrp="1"/>
          </p:cNvSpPr>
          <p:nvPr>
            <p:ph type="title" hasCustomPrompt="1"/>
          </p:nvPr>
        </p:nvSpPr>
        <p:spPr>
          <a:xfrm>
            <a:off x="838200" y="337192"/>
            <a:ext cx="5655197" cy="1997867"/>
          </a:xfrm>
        </p:spPr>
        <p:txBody>
          <a:bodyPr anchor="b">
            <a:normAutofit/>
          </a:bodyPr>
          <a:lstStyle>
            <a:lvl1pPr>
              <a:defRPr lang="en-US" sz="2800" kern="1200" spc="150" baseline="0" dirty="0">
                <a:solidFill>
                  <a:schemeClr val="tx1"/>
                </a:solidFill>
                <a:latin typeface="+mj-lt"/>
                <a:ea typeface="+mj-ea"/>
                <a:cs typeface="+mj-cs"/>
              </a:defRPr>
            </a:lvl1pPr>
          </a:lstStyle>
          <a:p>
            <a:r>
              <a:rPr lang="en-US" dirty="0"/>
              <a:t>CLICK TO add title</a:t>
            </a:r>
          </a:p>
        </p:txBody>
      </p:sp>
      <p:sp>
        <p:nvSpPr>
          <p:cNvPr id="3" name="Text Placeholder 2">
            <a:extLst>
              <a:ext uri="{FF2B5EF4-FFF2-40B4-BE49-F238E27FC236}">
                <a16:creationId xmlns:a16="http://schemas.microsoft.com/office/drawing/2014/main" id="{B659CD1F-9DFB-4048-9B9B-2BD7D4EC6400}"/>
              </a:ext>
            </a:extLst>
          </p:cNvPr>
          <p:cNvSpPr>
            <a:spLocks noGrp="1"/>
          </p:cNvSpPr>
          <p:nvPr>
            <p:ph type="body" idx="1" hasCustomPrompt="1"/>
          </p:nvPr>
        </p:nvSpPr>
        <p:spPr>
          <a:xfrm>
            <a:off x="838200" y="2705177"/>
            <a:ext cx="5733772" cy="448990"/>
          </a:xfrm>
        </p:spPr>
        <p:txBody>
          <a:bodyPr anchor="ctr">
            <a:noAutofit/>
          </a:bodyPr>
          <a:lstStyle>
            <a:lvl1pPr marL="0" indent="0">
              <a:buNone/>
              <a:defRPr lang="en-US" sz="1800" b="1" kern="1200" spc="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add text</a:t>
            </a:r>
          </a:p>
        </p:txBody>
      </p:sp>
      <p:sp>
        <p:nvSpPr>
          <p:cNvPr id="4" name="Content Placeholder 3">
            <a:extLst>
              <a:ext uri="{FF2B5EF4-FFF2-40B4-BE49-F238E27FC236}">
                <a16:creationId xmlns:a16="http://schemas.microsoft.com/office/drawing/2014/main" id="{AC9B20CF-6B91-4562-B799-0ABDAEBC0D2A}"/>
              </a:ext>
            </a:extLst>
          </p:cNvPr>
          <p:cNvSpPr>
            <a:spLocks noGrp="1"/>
          </p:cNvSpPr>
          <p:nvPr>
            <p:ph sz="half" idx="2" hasCustomPrompt="1"/>
          </p:nvPr>
        </p:nvSpPr>
        <p:spPr>
          <a:xfrm>
            <a:off x="838199" y="3154166"/>
            <a:ext cx="5733773" cy="3032733"/>
          </a:xfrm>
        </p:spPr>
        <p:txBody>
          <a:bodyPr>
            <a:normAutofit/>
          </a:bodyPr>
          <a:lstStyle>
            <a:lvl1pPr marL="285750" indent="-285750">
              <a:lnSpc>
                <a:spcPct val="100000"/>
              </a:lnSpc>
              <a:buFont typeface="Arial" panose="020B0604020202020204" pitchFamily="34" charset="0"/>
              <a:buChar char="•"/>
              <a:defRPr sz="1800" spc="50" baseline="0"/>
            </a:lvl1pPr>
            <a:lvl2pPr marL="742950" indent="-285750">
              <a:lnSpc>
                <a:spcPct val="100000"/>
              </a:lnSpc>
              <a:buFont typeface="Arial" panose="020B0604020202020204" pitchFamily="34" charset="0"/>
              <a:buChar char="•"/>
              <a:defRPr sz="1800" spc="50" baseline="0"/>
            </a:lvl2pPr>
            <a:lvl3pPr marL="1200150" indent="-285750">
              <a:lnSpc>
                <a:spcPct val="100000"/>
              </a:lnSpc>
              <a:buFont typeface="Arial" panose="020B0604020202020204" pitchFamily="34" charset="0"/>
              <a:buChar char="•"/>
              <a:defRPr sz="1800" spc="50" baseline="0"/>
            </a:lvl3pPr>
            <a:lvl4pPr marL="1657350" indent="-285750">
              <a:lnSpc>
                <a:spcPct val="100000"/>
              </a:lnSpc>
              <a:buFont typeface="Arial" panose="020B0604020202020204" pitchFamily="34" charset="0"/>
              <a:buChar char="•"/>
              <a:defRPr sz="1800" spc="50" baseline="0"/>
            </a:lvl4pPr>
            <a:lvl5pPr marL="2114550" indent="-285750">
              <a:lnSpc>
                <a:spcPct val="100000"/>
              </a:lnSpc>
              <a:buFont typeface="Arial" panose="020B0604020202020204" pitchFamily="34" charset="0"/>
              <a:buChar char="•"/>
              <a:defRPr sz="1800" spc="50" baseline="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B374FC39-67F6-42EA-BCD1-F69AE2F0F22D}"/>
              </a:ext>
            </a:extLst>
          </p:cNvPr>
          <p:cNvSpPr>
            <a:spLocks noGrp="1"/>
          </p:cNvSpPr>
          <p:nvPr>
            <p:ph type="body" sz="quarter" idx="3" hasCustomPrompt="1"/>
          </p:nvPr>
        </p:nvSpPr>
        <p:spPr>
          <a:xfrm>
            <a:off x="7887108" y="2705177"/>
            <a:ext cx="3943627" cy="448989"/>
          </a:xfrm>
        </p:spPr>
        <p:txBody>
          <a:bodyPr anchor="ctr">
            <a:noAutofit/>
          </a:bodyPr>
          <a:lstStyle>
            <a:lvl1pPr marL="0" indent="0">
              <a:buNone/>
              <a:defRPr lang="en-US" sz="1800" b="1" kern="1200" spc="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add text</a:t>
            </a:r>
          </a:p>
        </p:txBody>
      </p:sp>
      <p:sp>
        <p:nvSpPr>
          <p:cNvPr id="7" name="Content Placeholder 3">
            <a:extLst>
              <a:ext uri="{FF2B5EF4-FFF2-40B4-BE49-F238E27FC236}">
                <a16:creationId xmlns:a16="http://schemas.microsoft.com/office/drawing/2014/main" id="{0120DFF5-B64A-9744-4500-1D7BBA19BF1C}"/>
              </a:ext>
            </a:extLst>
          </p:cNvPr>
          <p:cNvSpPr>
            <a:spLocks noGrp="1"/>
          </p:cNvSpPr>
          <p:nvPr>
            <p:ph sz="half" idx="14" hasCustomPrompt="1"/>
          </p:nvPr>
        </p:nvSpPr>
        <p:spPr>
          <a:xfrm>
            <a:off x="7887107" y="3164867"/>
            <a:ext cx="3943627" cy="3032733"/>
          </a:xfrm>
        </p:spPr>
        <p:txBody>
          <a:bodyPr tIns="0">
            <a:normAutofit/>
          </a:bodyPr>
          <a:lstStyle>
            <a:lvl1pPr marL="0" indent="0">
              <a:lnSpc>
                <a:spcPct val="100000"/>
              </a:lnSpc>
              <a:buFont typeface="Arial" panose="020B0604020202020204" pitchFamily="34" charset="0"/>
              <a:buNone/>
              <a:defRPr sz="1800" b="0" spc="50" baseline="0"/>
            </a:lvl1pPr>
            <a:lvl2pPr marL="283464" indent="-285750">
              <a:lnSpc>
                <a:spcPct val="100000"/>
              </a:lnSpc>
              <a:spcBef>
                <a:spcPts val="1000"/>
              </a:spcBef>
              <a:buFont typeface="Arial" panose="020B0604020202020204" pitchFamily="34" charset="0"/>
              <a:buChar char="•"/>
              <a:defRPr sz="1800" spc="50" baseline="0"/>
            </a:lvl2pPr>
            <a:lvl3pPr marL="566928" indent="-285750">
              <a:lnSpc>
                <a:spcPct val="100000"/>
              </a:lnSpc>
              <a:spcBef>
                <a:spcPts val="1000"/>
              </a:spcBef>
              <a:buFont typeface="Arial" panose="020B0604020202020204" pitchFamily="34" charset="0"/>
              <a:buChar char="•"/>
              <a:defRPr sz="1800" spc="50" baseline="0"/>
            </a:lvl3pPr>
            <a:lvl4pPr marL="859536" indent="-285750">
              <a:lnSpc>
                <a:spcPct val="100000"/>
              </a:lnSpc>
              <a:spcBef>
                <a:spcPts val="1000"/>
              </a:spcBef>
              <a:buFont typeface="Arial" panose="020B0604020202020204" pitchFamily="34" charset="0"/>
              <a:buChar char="•"/>
              <a:defRPr sz="1800" spc="50" baseline="0"/>
            </a:lvl4pPr>
            <a:lvl5pPr marL="1152144" indent="-285750">
              <a:lnSpc>
                <a:spcPct val="100000"/>
              </a:lnSpc>
              <a:spcBef>
                <a:spcPts val="1000"/>
              </a:spcBef>
              <a:buFont typeface="Arial" panose="020B0604020202020204" pitchFamily="34" charset="0"/>
              <a:buChar char="•"/>
              <a:defRPr sz="1800" spc="50" baseline="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Footer Placeholder 7">
            <a:extLst>
              <a:ext uri="{FF2B5EF4-FFF2-40B4-BE49-F238E27FC236}">
                <a16:creationId xmlns:a16="http://schemas.microsoft.com/office/drawing/2014/main" id="{CBE560E3-F935-488F-8F0E-191D7B6B54B8}"/>
              </a:ext>
            </a:extLst>
          </p:cNvPr>
          <p:cNvSpPr>
            <a:spLocks noGrp="1"/>
          </p:cNvSpPr>
          <p:nvPr>
            <p:ph type="ftr" sz="quarter" idx="11"/>
          </p:nvPr>
        </p:nvSpPr>
        <p:spPr>
          <a:xfrm>
            <a:off x="843986" y="6356350"/>
            <a:ext cx="4114800" cy="365125"/>
          </a:xfrm>
        </p:spPr>
        <p:txBody>
          <a:bodyPr/>
          <a:lstStyle>
            <a:lvl1pPr algn="l">
              <a:defRPr sz="900"/>
            </a:lvl1pPr>
          </a:lstStyle>
          <a:p>
            <a:r>
              <a:rPr lang="en-US" dirty="0"/>
              <a:t>PRESENTATION TITLE</a:t>
            </a:r>
          </a:p>
        </p:txBody>
      </p:sp>
      <p:sp>
        <p:nvSpPr>
          <p:cNvPr id="9" name="Slide Number Placeholder 8">
            <a:extLst>
              <a:ext uri="{FF2B5EF4-FFF2-40B4-BE49-F238E27FC236}">
                <a16:creationId xmlns:a16="http://schemas.microsoft.com/office/drawing/2014/main" id="{9B9CD8B2-CC23-467F-B0EE-2CC06D6308BD}"/>
              </a:ext>
            </a:extLst>
          </p:cNvPr>
          <p:cNvSpPr>
            <a:spLocks noGrp="1"/>
          </p:cNvSpPr>
          <p:nvPr>
            <p:ph type="sldNum" sz="quarter" idx="12"/>
          </p:nvPr>
        </p:nvSpPr>
        <p:spPr/>
        <p:txBody>
          <a:bodyPr/>
          <a:lstStyle>
            <a:lvl1pPr>
              <a:defRPr sz="900"/>
            </a:lvl1pPr>
          </a:lstStyle>
          <a:p>
            <a:fld id="{A49DFD55-3C28-40EF-9E31-A92D2E4017FF}" type="slidenum">
              <a:rPr lang="en-US" smtClean="0"/>
              <a:pPr/>
              <a:t>‹#›</a:t>
            </a:fld>
            <a:endParaRPr lang="en-US" dirty="0"/>
          </a:p>
        </p:txBody>
      </p:sp>
      <p:pic>
        <p:nvPicPr>
          <p:cNvPr id="13" name="Graphic 12">
            <a:extLst>
              <a:ext uri="{FF2B5EF4-FFF2-40B4-BE49-F238E27FC236}">
                <a16:creationId xmlns:a16="http://schemas.microsoft.com/office/drawing/2014/main" id="{E0588715-35AD-8BE1-A5FC-E28BDD3854A6}"/>
              </a:ext>
              <a:ext uri="{C183D7F6-B498-43B3-948B-1728B52AA6E4}">
                <adec:decorative xmlns:adec="http://schemas.microsoft.com/office/drawing/2017/decorative" val="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18645" t="319" r="28732" b="73496"/>
          <a:stretch/>
        </p:blipFill>
        <p:spPr>
          <a:xfrm rot="10800000" flipH="1">
            <a:off x="6308436" y="-11"/>
            <a:ext cx="5883564" cy="2366424"/>
          </a:xfrm>
          <a:prstGeom prst="rect">
            <a:avLst/>
          </a:prstGeom>
        </p:spPr>
      </p:pic>
    </p:spTree>
    <p:extLst>
      <p:ext uri="{BB962C8B-B14F-4D97-AF65-F5344CB8AC3E}">
        <p14:creationId xmlns:p14="http://schemas.microsoft.com/office/powerpoint/2010/main" val="243245194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able 2">
    <p:bg>
      <p:bgRef idx="1001">
        <a:schemeClr val="bg1"/>
      </p:bgRef>
    </p:bg>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544E9C70-0200-3C21-7766-CB9EA5FBFA88}"/>
              </a:ext>
              <a:ext uri="{C183D7F6-B498-43B3-948B-1728B52AA6E4}">
                <adec:decorative xmlns:adec="http://schemas.microsoft.com/office/drawing/2017/decorative" val="1"/>
              </a:ext>
            </a:extLst>
          </p:cNvPr>
          <p:cNvGrpSpPr/>
          <p:nvPr userDrawn="1"/>
        </p:nvGrpSpPr>
        <p:grpSpPr>
          <a:xfrm>
            <a:off x="0" y="0"/>
            <a:ext cx="2590800" cy="1027906"/>
            <a:chOff x="0" y="0"/>
            <a:chExt cx="2590800" cy="1027906"/>
          </a:xfrm>
        </p:grpSpPr>
        <p:cxnSp>
          <p:nvCxnSpPr>
            <p:cNvPr id="11" name="Straight Connector 10">
              <a:extLst>
                <a:ext uri="{FF2B5EF4-FFF2-40B4-BE49-F238E27FC236}">
                  <a16:creationId xmlns:a16="http://schemas.microsoft.com/office/drawing/2014/main" id="{1D5E4B16-2071-DEE9-BE53-F35AFBEFCA57}"/>
                </a:ext>
              </a:extLst>
            </p:cNvPr>
            <p:cNvCxnSpPr>
              <a:cxnSpLocks/>
            </p:cNvCxnSpPr>
            <p:nvPr userDrawn="1"/>
          </p:nvCxnSpPr>
          <p:spPr>
            <a:xfrm flipV="1">
              <a:off x="0" y="0"/>
              <a:ext cx="2590800" cy="762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1CB2B071-0355-D550-18A8-9D515CA16987}"/>
                </a:ext>
              </a:extLst>
            </p:cNvPr>
            <p:cNvCxnSpPr>
              <a:cxnSpLocks/>
            </p:cNvCxnSpPr>
            <p:nvPr userDrawn="1"/>
          </p:nvCxnSpPr>
          <p:spPr>
            <a:xfrm flipH="1">
              <a:off x="0" y="0"/>
              <a:ext cx="704850" cy="102790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 name="Title 1">
            <a:extLst>
              <a:ext uri="{FF2B5EF4-FFF2-40B4-BE49-F238E27FC236}">
                <a16:creationId xmlns:a16="http://schemas.microsoft.com/office/drawing/2014/main" id="{EE5C4E19-B78B-4E39-B661-7E6A2E6C5002}"/>
              </a:ext>
            </a:extLst>
          </p:cNvPr>
          <p:cNvSpPr>
            <a:spLocks noGrp="1"/>
          </p:cNvSpPr>
          <p:nvPr>
            <p:ph type="title" hasCustomPrompt="1"/>
          </p:nvPr>
        </p:nvSpPr>
        <p:spPr>
          <a:xfrm>
            <a:off x="838200" y="353550"/>
            <a:ext cx="10515600" cy="1325563"/>
          </a:xfrm>
        </p:spPr>
        <p:txBody>
          <a:bodyPr anchor="b">
            <a:normAutofit/>
          </a:bodyPr>
          <a:lstStyle>
            <a:lvl1pPr algn="ctr">
              <a:defRPr lang="en-US" sz="2800" kern="1200" spc="150" baseline="0" dirty="0">
                <a:solidFill>
                  <a:schemeClr val="tx1"/>
                </a:solidFill>
                <a:latin typeface="+mj-lt"/>
                <a:ea typeface="+mj-ea"/>
                <a:cs typeface="+mj-cs"/>
              </a:defRPr>
            </a:lvl1pPr>
          </a:lstStyle>
          <a:p>
            <a:r>
              <a:rPr lang="en-US" dirty="0"/>
              <a:t>CLICK TO add title</a:t>
            </a:r>
          </a:p>
        </p:txBody>
      </p:sp>
      <p:sp>
        <p:nvSpPr>
          <p:cNvPr id="8" name="Table Placeholder 7">
            <a:extLst>
              <a:ext uri="{FF2B5EF4-FFF2-40B4-BE49-F238E27FC236}">
                <a16:creationId xmlns:a16="http://schemas.microsoft.com/office/drawing/2014/main" id="{C3975522-461E-4D79-B5B9-BF9471B54688}"/>
              </a:ext>
            </a:extLst>
          </p:cNvPr>
          <p:cNvSpPr>
            <a:spLocks noGrp="1"/>
          </p:cNvSpPr>
          <p:nvPr>
            <p:ph type="tbl" sz="quarter" idx="14"/>
          </p:nvPr>
        </p:nvSpPr>
        <p:spPr>
          <a:xfrm>
            <a:off x="838200" y="2111381"/>
            <a:ext cx="10515600" cy="3570963"/>
          </a:xfrm>
        </p:spPr>
        <p:txBody>
          <a:bodyPr>
            <a:normAutofit/>
          </a:bodyPr>
          <a:lstStyle>
            <a:lvl1pPr marL="0" indent="0" algn="ctr">
              <a:buNone/>
              <a:defRPr sz="2000"/>
            </a:lvl1pPr>
          </a:lstStyle>
          <a:p>
            <a:r>
              <a:rPr lang="en-US"/>
              <a:t>Click icon to add table</a:t>
            </a:r>
            <a:endParaRPr lang="en-US" dirty="0"/>
          </a:p>
        </p:txBody>
      </p:sp>
      <p:sp>
        <p:nvSpPr>
          <p:cNvPr id="6" name="Footer Placeholder 4">
            <a:extLst>
              <a:ext uri="{FF2B5EF4-FFF2-40B4-BE49-F238E27FC236}">
                <a16:creationId xmlns:a16="http://schemas.microsoft.com/office/drawing/2014/main" id="{BFB554B2-4C33-2975-9F27-94B8AE71DF13}"/>
              </a:ext>
            </a:extLst>
          </p:cNvPr>
          <p:cNvSpPr>
            <a:spLocks noGrp="1"/>
          </p:cNvSpPr>
          <p:nvPr>
            <p:ph type="ftr" sz="quarter" idx="11"/>
          </p:nvPr>
        </p:nvSpPr>
        <p:spPr>
          <a:xfrm>
            <a:off x="838200" y="6356349"/>
            <a:ext cx="3819228" cy="365125"/>
          </a:xfrm>
        </p:spPr>
        <p:txBody>
          <a:bodyPr/>
          <a:lstStyle>
            <a:lvl1pPr algn="l">
              <a:defRPr sz="900"/>
            </a:lvl1pPr>
          </a:lstStyle>
          <a:p>
            <a:r>
              <a:rPr lang="en-US" dirty="0"/>
              <a:t>PRESENTATION TITLE</a:t>
            </a:r>
          </a:p>
        </p:txBody>
      </p:sp>
      <p:sp>
        <p:nvSpPr>
          <p:cNvPr id="7" name="Slide Number Placeholder 5">
            <a:extLst>
              <a:ext uri="{FF2B5EF4-FFF2-40B4-BE49-F238E27FC236}">
                <a16:creationId xmlns:a16="http://schemas.microsoft.com/office/drawing/2014/main" id="{503C6776-E983-2BA3-1054-75996FE0FD22}"/>
              </a:ext>
            </a:extLst>
          </p:cNvPr>
          <p:cNvSpPr>
            <a:spLocks noGrp="1"/>
          </p:cNvSpPr>
          <p:nvPr>
            <p:ph type="sldNum" sz="quarter" idx="12"/>
          </p:nvPr>
        </p:nvSpPr>
        <p:spPr>
          <a:xfrm>
            <a:off x="10373350" y="6356349"/>
            <a:ext cx="987552" cy="365125"/>
          </a:xfrm>
        </p:spPr>
        <p:txBody>
          <a:bodyPr/>
          <a:lstStyle>
            <a:lvl1pPr>
              <a:defRPr sz="900"/>
            </a:lvl1pPr>
          </a:lstStyle>
          <a:p>
            <a:fld id="{A49DFD55-3C28-40EF-9E31-A92D2E4017FF}" type="slidenum">
              <a:rPr lang="en-US" smtClean="0"/>
              <a:pPr/>
              <a:t>‹#›</a:t>
            </a:fld>
            <a:endParaRPr lang="en-US" dirty="0"/>
          </a:p>
        </p:txBody>
      </p:sp>
    </p:spTree>
    <p:extLst>
      <p:ext uri="{BB962C8B-B14F-4D97-AF65-F5344CB8AC3E}">
        <p14:creationId xmlns:p14="http://schemas.microsoft.com/office/powerpoint/2010/main" val="3370680036"/>
      </p:ext>
    </p:extLst>
  </p:cSld>
  <p:clrMapOvr>
    <a:overrideClrMapping bg1="lt1" tx1="dk1" bg2="lt2" tx2="dk2" accent1="accent1" accent2="accent2" accent3="accent3" accent4="accent4" accent5="accent5" accent6="accent6" hlink="hlink" folHlink="folHlink"/>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Closing">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5B3628-62D7-4A6D-A79F-34DE91DBA31E}"/>
              </a:ext>
            </a:extLst>
          </p:cNvPr>
          <p:cNvSpPr>
            <a:spLocks noGrp="1"/>
          </p:cNvSpPr>
          <p:nvPr>
            <p:ph type="ctrTitle" hasCustomPrompt="1"/>
          </p:nvPr>
        </p:nvSpPr>
        <p:spPr>
          <a:xfrm>
            <a:off x="4267200" y="1615736"/>
            <a:ext cx="4179570" cy="1524735"/>
          </a:xfrm>
        </p:spPr>
        <p:txBody>
          <a:bodyPr anchor="b">
            <a:noAutofit/>
          </a:bodyPr>
          <a:lstStyle>
            <a:lvl1pPr algn="l">
              <a:defRPr sz="3600" spc="150" baseline="0">
                <a:solidFill>
                  <a:schemeClr val="bg1"/>
                </a:solidFill>
              </a:defRPr>
            </a:lvl1pPr>
          </a:lstStyle>
          <a:p>
            <a:r>
              <a:rPr lang="en-US" dirty="0"/>
              <a:t>CLICK TO add title</a:t>
            </a:r>
          </a:p>
        </p:txBody>
      </p:sp>
      <p:sp>
        <p:nvSpPr>
          <p:cNvPr id="3" name="Subtitle 2">
            <a:extLst>
              <a:ext uri="{FF2B5EF4-FFF2-40B4-BE49-F238E27FC236}">
                <a16:creationId xmlns:a16="http://schemas.microsoft.com/office/drawing/2014/main" id="{55457758-A125-4CEA-A3D5-CBD010417BD2}"/>
              </a:ext>
            </a:extLst>
          </p:cNvPr>
          <p:cNvSpPr>
            <a:spLocks noGrp="1"/>
          </p:cNvSpPr>
          <p:nvPr>
            <p:ph type="subTitle" idx="1" hasCustomPrompt="1"/>
          </p:nvPr>
        </p:nvSpPr>
        <p:spPr>
          <a:xfrm>
            <a:off x="4267200" y="3238103"/>
            <a:ext cx="4179570" cy="2850181"/>
          </a:xfrm>
        </p:spPr>
        <p:txBody>
          <a:bodyPr>
            <a:normAutofit/>
          </a:bodyPr>
          <a:lstStyle>
            <a:lvl1pPr marL="0" indent="0" algn="l">
              <a:lnSpc>
                <a:spcPct val="150000"/>
              </a:lnSpc>
              <a:buNone/>
              <a:defRPr sz="1800" spc="50" baseline="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pic>
        <p:nvPicPr>
          <p:cNvPr id="6" name="Graphic 5">
            <a:extLst>
              <a:ext uri="{FF2B5EF4-FFF2-40B4-BE49-F238E27FC236}">
                <a16:creationId xmlns:a16="http://schemas.microsoft.com/office/drawing/2014/main" id="{ED3361C9-310A-4255-A94E-B77588962DA5}"/>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0" y="0"/>
            <a:ext cx="3176938" cy="6858000"/>
          </a:xfrm>
          <a:prstGeom prst="rect">
            <a:avLst/>
          </a:prstGeom>
        </p:spPr>
      </p:pic>
      <p:sp>
        <p:nvSpPr>
          <p:cNvPr id="10" name="Footer Placeholder 7">
            <a:extLst>
              <a:ext uri="{FF2B5EF4-FFF2-40B4-BE49-F238E27FC236}">
                <a16:creationId xmlns:a16="http://schemas.microsoft.com/office/drawing/2014/main" id="{6026D44C-0B39-4DE1-A0FC-5615DDAAE3CE}"/>
              </a:ext>
            </a:extLst>
          </p:cNvPr>
          <p:cNvSpPr>
            <a:spLocks noGrp="1"/>
          </p:cNvSpPr>
          <p:nvPr>
            <p:ph type="ftr" sz="quarter" idx="11"/>
          </p:nvPr>
        </p:nvSpPr>
        <p:spPr>
          <a:xfrm>
            <a:off x="4267200" y="6356350"/>
            <a:ext cx="4179570" cy="365125"/>
          </a:xfrm>
        </p:spPr>
        <p:txBody>
          <a:bodyPr/>
          <a:lstStyle>
            <a:lvl1pPr algn="l">
              <a:defRPr sz="900"/>
            </a:lvl1pPr>
          </a:lstStyle>
          <a:p>
            <a:r>
              <a:rPr lang="en-US" dirty="0"/>
              <a:t>PRESENTATION TITLE</a:t>
            </a:r>
          </a:p>
        </p:txBody>
      </p:sp>
      <p:sp>
        <p:nvSpPr>
          <p:cNvPr id="11" name="Slide Number Placeholder 8">
            <a:extLst>
              <a:ext uri="{FF2B5EF4-FFF2-40B4-BE49-F238E27FC236}">
                <a16:creationId xmlns:a16="http://schemas.microsoft.com/office/drawing/2014/main" id="{0F8222B4-B618-42C4-8BDB-D2E4DF2F22C3}"/>
              </a:ext>
            </a:extLst>
          </p:cNvPr>
          <p:cNvSpPr>
            <a:spLocks noGrp="1"/>
          </p:cNvSpPr>
          <p:nvPr>
            <p:ph type="sldNum" sz="quarter" idx="12"/>
          </p:nvPr>
        </p:nvSpPr>
        <p:spPr>
          <a:xfrm>
            <a:off x="9579428" y="6356350"/>
            <a:ext cx="1774371" cy="365125"/>
          </a:xfrm>
        </p:spPr>
        <p:txBody>
          <a:bodyPr/>
          <a:lstStyle>
            <a:lvl1pPr>
              <a:defRPr sz="900"/>
            </a:lvl1pPr>
          </a:lstStyle>
          <a:p>
            <a:fld id="{A49DFD55-3C28-40EF-9E31-A92D2E4017FF}" type="slidenum">
              <a:rPr lang="en-US" smtClean="0"/>
              <a:pPr/>
              <a:t>‹#›</a:t>
            </a:fld>
            <a:endParaRPr lang="en-US" dirty="0"/>
          </a:p>
        </p:txBody>
      </p:sp>
    </p:spTree>
    <p:extLst>
      <p:ext uri="{BB962C8B-B14F-4D97-AF65-F5344CB8AC3E}">
        <p14:creationId xmlns:p14="http://schemas.microsoft.com/office/powerpoint/2010/main" val="129114042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7ED5BBB-DAA9-F4D8-5653-1E174D8D029C}"/>
              </a:ext>
            </a:extLst>
          </p:cNvPr>
          <p:cNvSpPr>
            <a:spLocks noGrp="1"/>
          </p:cNvSpPr>
          <p:nvPr>
            <p:ph type="dt" sz="half" idx="10"/>
          </p:nvPr>
        </p:nvSpPr>
        <p:spPr/>
        <p:txBody>
          <a:bodyPr/>
          <a:lstStyle/>
          <a:p>
            <a:fld id="{859C2BCA-082F-4255-9005-94A03E063B9D}" type="datetimeFigureOut">
              <a:rPr lang="en-NL" smtClean="0"/>
              <a:t>07/11/2024</a:t>
            </a:fld>
            <a:endParaRPr lang="en-NL"/>
          </a:p>
        </p:txBody>
      </p:sp>
      <p:sp>
        <p:nvSpPr>
          <p:cNvPr id="3" name="Footer Placeholder 2">
            <a:extLst>
              <a:ext uri="{FF2B5EF4-FFF2-40B4-BE49-F238E27FC236}">
                <a16:creationId xmlns:a16="http://schemas.microsoft.com/office/drawing/2014/main" id="{74754CFC-2E7F-BC50-E165-F48CA55DD5E4}"/>
              </a:ext>
            </a:extLst>
          </p:cNvPr>
          <p:cNvSpPr>
            <a:spLocks noGrp="1"/>
          </p:cNvSpPr>
          <p:nvPr>
            <p:ph type="ftr" sz="quarter" idx="11"/>
          </p:nvPr>
        </p:nvSpPr>
        <p:spPr/>
        <p:txBody>
          <a:bodyPr/>
          <a:lstStyle/>
          <a:p>
            <a:endParaRPr lang="en-NL"/>
          </a:p>
        </p:txBody>
      </p:sp>
      <p:sp>
        <p:nvSpPr>
          <p:cNvPr id="4" name="Slide Number Placeholder 3">
            <a:extLst>
              <a:ext uri="{FF2B5EF4-FFF2-40B4-BE49-F238E27FC236}">
                <a16:creationId xmlns:a16="http://schemas.microsoft.com/office/drawing/2014/main" id="{ABE63D9F-C797-6B42-0566-609464C2AFE0}"/>
              </a:ext>
            </a:extLst>
          </p:cNvPr>
          <p:cNvSpPr>
            <a:spLocks noGrp="1"/>
          </p:cNvSpPr>
          <p:nvPr>
            <p:ph type="sldNum" sz="quarter" idx="12"/>
          </p:nvPr>
        </p:nvSpPr>
        <p:spPr/>
        <p:txBody>
          <a:bodyPr/>
          <a:lstStyle/>
          <a:p>
            <a:fld id="{DE5F457A-6F21-44FD-9619-CB0DA220E900}" type="slidenum">
              <a:rPr lang="en-NL" smtClean="0"/>
              <a:t>‹#›</a:t>
            </a:fld>
            <a:endParaRPr lang="en-NL"/>
          </a:p>
        </p:txBody>
      </p:sp>
    </p:spTree>
    <p:extLst>
      <p:ext uri="{BB962C8B-B14F-4D97-AF65-F5344CB8AC3E}">
        <p14:creationId xmlns:p14="http://schemas.microsoft.com/office/powerpoint/2010/main" val="329225211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F4C17E5-24ED-44BC-BA50-02EF903552E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4833D101-3AF0-4F06-90ED-B83615C36CE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2AE9FDE-AF95-49F8-A927-35A23C9E653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dirty="0"/>
          </a:p>
        </p:txBody>
      </p:sp>
      <p:sp>
        <p:nvSpPr>
          <p:cNvPr id="5" name="Footer Placeholder 4">
            <a:extLst>
              <a:ext uri="{FF2B5EF4-FFF2-40B4-BE49-F238E27FC236}">
                <a16:creationId xmlns:a16="http://schemas.microsoft.com/office/drawing/2014/main" id="{CC2E900D-8FF9-4E80-860D-89C2D3B4E4E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dirty="0"/>
              <a:t>PRESENTATION TITLE</a:t>
            </a:r>
          </a:p>
        </p:txBody>
      </p:sp>
      <p:sp>
        <p:nvSpPr>
          <p:cNvPr id="6" name="Slide Number Placeholder 5">
            <a:extLst>
              <a:ext uri="{FF2B5EF4-FFF2-40B4-BE49-F238E27FC236}">
                <a16:creationId xmlns:a16="http://schemas.microsoft.com/office/drawing/2014/main" id="{F1A66A0C-1415-46A3-A1FF-BE18C70873E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49DFD55-3C28-40EF-9E31-A92D2E4017FF}" type="slidenum">
              <a:rPr lang="en-US" smtClean="0"/>
              <a:t>‹#›</a:t>
            </a:fld>
            <a:endParaRPr lang="en-US" dirty="0"/>
          </a:p>
        </p:txBody>
      </p:sp>
    </p:spTree>
    <p:extLst>
      <p:ext uri="{BB962C8B-B14F-4D97-AF65-F5344CB8AC3E}">
        <p14:creationId xmlns:p14="http://schemas.microsoft.com/office/powerpoint/2010/main" val="231906122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69" r:id="rId3"/>
    <p:sldLayoutId id="2147483670" r:id="rId4"/>
    <p:sldLayoutId id="2147483651" r:id="rId5"/>
    <p:sldLayoutId id="2147483671" r:id="rId6"/>
    <p:sldLayoutId id="2147483672" r:id="rId7"/>
    <p:sldLayoutId id="2147483673" r:id="rId8"/>
    <p:sldLayoutId id="2147483664" r:id="rId9"/>
    <p:sldLayoutId id="2147483674" r:id="rId10"/>
    <p:sldLayoutId id="2147483653" r:id="rId11"/>
    <p:sldLayoutId id="2147483667" r:id="rId12"/>
    <p:sldLayoutId id="2147483665" r:id="rId13"/>
    <p:sldLayoutId id="2147483675" r:id="rId14"/>
  </p:sldLayoutIdLst>
  <p:hf hdr="0" ftr="0" dt="0"/>
  <p:txStyles>
    <p:titleStyle>
      <a:lvl1pPr algn="l" defTabSz="914400" rtl="0" eaLnBrk="1" latinLnBrk="0" hangingPunct="1">
        <a:lnSpc>
          <a:spcPct val="90000"/>
        </a:lnSpc>
        <a:spcBef>
          <a:spcPct val="0"/>
        </a:spcBef>
        <a:buNone/>
        <a:defRPr sz="4400" kern="1200" cap="all" baseline="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14.png"/><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14.png"/><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14.png"/><Relationship Id="rId1" Type="http://schemas.openxmlformats.org/officeDocument/2006/relationships/slideLayout" Target="../slideLayouts/slideLayout8.xml"/><Relationship Id="rId4" Type="http://schemas.openxmlformats.org/officeDocument/2006/relationships/image" Target="../media/image17.gif"/></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2" Type="http://schemas.openxmlformats.org/officeDocument/2006/relationships/image" Target="../media/image22.jpg"/><Relationship Id="rId1" Type="http://schemas.openxmlformats.org/officeDocument/2006/relationships/slideLayout" Target="../slideLayouts/slideLayout1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4.xml"/></Relationships>
</file>

<file path=ppt/slides/_rels/slide24.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14.xml"/></Relationships>
</file>

<file path=ppt/slides/_rels/slide25.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8.xml.rels><?xml version="1.0" encoding="UTF-8" standalone="yes"?>
<Relationships xmlns="http://schemas.openxmlformats.org/package/2006/relationships"><Relationship Id="rId2" Type="http://schemas.openxmlformats.org/officeDocument/2006/relationships/image" Target="../media/image26.jpeg"/><Relationship Id="rId1" Type="http://schemas.openxmlformats.org/officeDocument/2006/relationships/slideLayout" Target="../slideLayouts/slideLayout14.xml"/></Relationships>
</file>

<file path=ppt/slides/_rels/slide29.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1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1.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8.xml"/></Relationships>
</file>

<file path=ppt/slides/_rels/slide32.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8.xml"/></Relationships>
</file>

<file path=ppt/slides/_rels/slide33.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8.xml"/></Relationships>
</file>

<file path=ppt/slides/_rels/slide34.xml.rels><?xml version="1.0" encoding="UTF-8" standalone="yes"?>
<Relationships xmlns="http://schemas.openxmlformats.org/package/2006/relationships"><Relationship Id="rId8" Type="http://schemas.openxmlformats.org/officeDocument/2006/relationships/customXml" Target="../ink/ink4.xml"/><Relationship Id="rId3" Type="http://schemas.openxmlformats.org/officeDocument/2006/relationships/image" Target="../media/image31.png"/><Relationship Id="rId7" Type="http://schemas.openxmlformats.org/officeDocument/2006/relationships/image" Target="../media/image33.png"/><Relationship Id="rId2" Type="http://schemas.openxmlformats.org/officeDocument/2006/relationships/customXml" Target="../ink/ink1.xml"/><Relationship Id="rId1" Type="http://schemas.openxmlformats.org/officeDocument/2006/relationships/slideLayout" Target="../slideLayouts/slideLayout8.xml"/><Relationship Id="rId6" Type="http://schemas.openxmlformats.org/officeDocument/2006/relationships/customXml" Target="../ink/ink3.xml"/><Relationship Id="rId5" Type="http://schemas.openxmlformats.org/officeDocument/2006/relationships/image" Target="../media/image32.png"/><Relationship Id="rId4" Type="http://schemas.openxmlformats.org/officeDocument/2006/relationships/customXml" Target="../ink/ink2.xml"/><Relationship Id="rId9" Type="http://schemas.openxmlformats.org/officeDocument/2006/relationships/image" Target="../media/image34.png"/></Relationships>
</file>

<file path=ppt/slides/_rels/slide35.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8.xml"/></Relationships>
</file>

<file path=ppt/slides/_rels/slide36.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customXml" Target="../ink/ink5.xml"/><Relationship Id="rId1" Type="http://schemas.openxmlformats.org/officeDocument/2006/relationships/slideLayout" Target="../slideLayouts/slideLayout8.xml"/></Relationships>
</file>

<file path=ppt/slides/_rels/slide37.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customXml" Target="../ink/ink6.xml"/><Relationship Id="rId1" Type="http://schemas.openxmlformats.org/officeDocument/2006/relationships/slideLayout" Target="../slideLayouts/slideLayout8.xml"/></Relationships>
</file>

<file path=ppt/slides/_rels/slide38.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customXml" Target="../ink/ink7.xml"/><Relationship Id="rId1" Type="http://schemas.openxmlformats.org/officeDocument/2006/relationships/slideLayout" Target="../slideLayouts/slideLayout8.xml"/></Relationships>
</file>

<file path=ppt/slides/_rels/slide39.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customXml" Target="../ink/ink8.xml"/><Relationship Id="rId1" Type="http://schemas.openxmlformats.org/officeDocument/2006/relationships/slideLayout" Target="../slideLayouts/slideLayout8.xml"/></Relationships>
</file>

<file path=ppt/slides/_rels/slide40.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customXml" Target="../ink/ink9.xml"/><Relationship Id="rId1" Type="http://schemas.openxmlformats.org/officeDocument/2006/relationships/slideLayout" Target="../slideLayouts/slideLayout8.xml"/></Relationships>
</file>

<file path=ppt/slides/_rels/slide41.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5.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3.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customXml" Target="../ink/ink10.xml"/><Relationship Id="rId1" Type="http://schemas.openxmlformats.org/officeDocument/2006/relationships/slideLayout" Target="../slideLayouts/slideLayout8.xml"/></Relationships>
</file>

<file path=ppt/slides/_rels/slide44.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customXml" Target="../ink/ink11.xml"/><Relationship Id="rId1" Type="http://schemas.openxmlformats.org/officeDocument/2006/relationships/slideLayout" Target="../slideLayouts/slideLayout8.xml"/></Relationships>
</file>

<file path=ppt/slides/_rels/slide45.xml.rels><?xml version="1.0" encoding="UTF-8" standalone="yes"?>
<Relationships xmlns="http://schemas.openxmlformats.org/package/2006/relationships"><Relationship Id="rId3" Type="http://schemas.openxmlformats.org/officeDocument/2006/relationships/customXml" Target="../ink/ink12.xml"/><Relationship Id="rId2" Type="http://schemas.openxmlformats.org/officeDocument/2006/relationships/image" Target="../media/image41.png"/><Relationship Id="rId1" Type="http://schemas.openxmlformats.org/officeDocument/2006/relationships/slideLayout" Target="../slideLayouts/slideLayout8.xml"/><Relationship Id="rId4" Type="http://schemas.openxmlformats.org/officeDocument/2006/relationships/image" Target="../media/image42.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8.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9.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14.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2.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E75451-6A4B-484B-9ED1-353CCE25B0F4}"/>
              </a:ext>
            </a:extLst>
          </p:cNvPr>
          <p:cNvSpPr>
            <a:spLocks noGrp="1"/>
          </p:cNvSpPr>
          <p:nvPr>
            <p:ph type="title"/>
          </p:nvPr>
        </p:nvSpPr>
        <p:spPr>
          <a:xfrm>
            <a:off x="1322318" y="268360"/>
            <a:ext cx="7288282" cy="2121177"/>
          </a:xfrm>
        </p:spPr>
        <p:txBody>
          <a:bodyPr anchor="b">
            <a:normAutofit/>
          </a:bodyPr>
          <a:lstStyle/>
          <a:p>
            <a:r>
              <a:rPr lang="en-NL" sz="4000" dirty="0"/>
              <a:t>HRA Review</a:t>
            </a:r>
            <a:endParaRPr lang="en-US" sz="4000" dirty="0"/>
          </a:p>
        </p:txBody>
      </p:sp>
      <p:pic>
        <p:nvPicPr>
          <p:cNvPr id="3" name="Picture 2" descr="r/statisticsmemes - point estimate">
            <a:extLst>
              <a:ext uri="{FF2B5EF4-FFF2-40B4-BE49-F238E27FC236}">
                <a16:creationId xmlns:a16="http://schemas.microsoft.com/office/drawing/2014/main" id="{FDA0E8D0-1AAF-221A-43FF-6C4E37E2799A}"/>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608013" y="3086404"/>
            <a:ext cx="8281520" cy="3374719"/>
          </a:xfrm>
          <a:prstGeom prst="rect">
            <a:avLst/>
          </a:prstGeom>
          <a:solidFill>
            <a:srgbClr val="FFFFFF"/>
          </a:solidFill>
        </p:spPr>
      </p:pic>
      <p:sp>
        <p:nvSpPr>
          <p:cNvPr id="8" name="Slide Number Placeholder 3">
            <a:extLst>
              <a:ext uri="{FF2B5EF4-FFF2-40B4-BE49-F238E27FC236}">
                <a16:creationId xmlns:a16="http://schemas.microsoft.com/office/drawing/2014/main" id="{F70364B2-336B-54D3-19C1-5B084863D02A}"/>
              </a:ext>
            </a:extLst>
          </p:cNvPr>
          <p:cNvSpPr>
            <a:spLocks noGrp="1"/>
          </p:cNvSpPr>
          <p:nvPr>
            <p:ph type="sldNum" sz="quarter" idx="12"/>
          </p:nvPr>
        </p:nvSpPr>
        <p:spPr>
          <a:xfrm>
            <a:off x="10373350" y="6356349"/>
            <a:ext cx="987552" cy="365125"/>
          </a:xfrm>
        </p:spPr>
        <p:txBody>
          <a:bodyPr/>
          <a:lstStyle/>
          <a:p>
            <a:pPr>
              <a:spcAft>
                <a:spcPts val="600"/>
              </a:spcAft>
            </a:pPr>
            <a:fld id="{A49DFD55-3C28-40EF-9E31-A92D2E4017FF}" type="slidenum">
              <a:rPr lang="en-US" smtClean="0"/>
              <a:pPr>
                <a:spcAft>
                  <a:spcPts val="600"/>
                </a:spcAft>
              </a:pPr>
              <a:t>1</a:t>
            </a:fld>
            <a:endParaRPr lang="en-US"/>
          </a:p>
        </p:txBody>
      </p:sp>
    </p:spTree>
    <p:extLst>
      <p:ext uri="{BB962C8B-B14F-4D97-AF65-F5344CB8AC3E}">
        <p14:creationId xmlns:p14="http://schemas.microsoft.com/office/powerpoint/2010/main" val="258605881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EF5859-10C9-4588-9727-B9362E26C29D}"/>
              </a:ext>
            </a:extLst>
          </p:cNvPr>
          <p:cNvSpPr>
            <a:spLocks noGrp="1"/>
          </p:cNvSpPr>
          <p:nvPr>
            <p:ph type="title"/>
          </p:nvPr>
        </p:nvSpPr>
        <p:spPr>
          <a:xfrm>
            <a:off x="916940" y="660400"/>
            <a:ext cx="3543300" cy="730568"/>
          </a:xfrm>
        </p:spPr>
        <p:txBody>
          <a:bodyPr/>
          <a:lstStyle/>
          <a:p>
            <a:r>
              <a:rPr lang="en-NL" dirty="0"/>
              <a:t>Topics to know</a:t>
            </a:r>
            <a:endParaRPr lang="en-US" dirty="0"/>
          </a:p>
        </p:txBody>
      </p:sp>
      <p:sp>
        <p:nvSpPr>
          <p:cNvPr id="3" name="Content Placeholder 2">
            <a:extLst>
              <a:ext uri="{FF2B5EF4-FFF2-40B4-BE49-F238E27FC236}">
                <a16:creationId xmlns:a16="http://schemas.microsoft.com/office/drawing/2014/main" id="{5671D7E5-EF66-4BCD-8DAA-E9061157F0BE}"/>
              </a:ext>
            </a:extLst>
          </p:cNvPr>
          <p:cNvSpPr>
            <a:spLocks noGrp="1"/>
          </p:cNvSpPr>
          <p:nvPr>
            <p:ph idx="1"/>
          </p:nvPr>
        </p:nvSpPr>
        <p:spPr>
          <a:xfrm>
            <a:off x="916940" y="1778000"/>
            <a:ext cx="3817620" cy="4165603"/>
          </a:xfrm>
        </p:spPr>
        <p:txBody>
          <a:bodyPr>
            <a:normAutofit/>
          </a:bodyPr>
          <a:lstStyle/>
          <a:p>
            <a:r>
              <a:rPr lang="en-NL" dirty="0"/>
              <a:t>Hypotheses &amp; variable types</a:t>
            </a:r>
          </a:p>
          <a:p>
            <a:r>
              <a:rPr lang="en-NL" dirty="0"/>
              <a:t>Sampling, reliability, validity</a:t>
            </a:r>
          </a:p>
          <a:p>
            <a:r>
              <a:rPr lang="en-NL" dirty="0"/>
              <a:t>Type 1 &amp; 2 errors</a:t>
            </a:r>
          </a:p>
          <a:p>
            <a:r>
              <a:rPr lang="en-NL" dirty="0"/>
              <a:t>Confidence intervals</a:t>
            </a:r>
          </a:p>
          <a:p>
            <a:r>
              <a:rPr lang="en-NL" dirty="0"/>
              <a:t>Chi square</a:t>
            </a:r>
          </a:p>
          <a:p>
            <a:r>
              <a:rPr lang="en-NL" dirty="0"/>
              <a:t>Correlation</a:t>
            </a:r>
          </a:p>
          <a:p>
            <a:r>
              <a:rPr lang="en-NL" dirty="0"/>
              <a:t>T-tests</a:t>
            </a:r>
          </a:p>
          <a:p>
            <a:r>
              <a:rPr lang="en-NL" dirty="0"/>
              <a:t>ANOVA</a:t>
            </a:r>
          </a:p>
          <a:p>
            <a:endParaRPr lang="en-NL" dirty="0"/>
          </a:p>
          <a:p>
            <a:endParaRPr lang="en-NL" dirty="0"/>
          </a:p>
          <a:p>
            <a:endParaRPr lang="en-NL" dirty="0"/>
          </a:p>
        </p:txBody>
      </p:sp>
      <p:sp>
        <p:nvSpPr>
          <p:cNvPr id="5" name="Slide Number Placeholder 5">
            <a:extLst>
              <a:ext uri="{FF2B5EF4-FFF2-40B4-BE49-F238E27FC236}">
                <a16:creationId xmlns:a16="http://schemas.microsoft.com/office/drawing/2014/main" id="{B02A8827-B1A1-2D2F-D6DD-E886B886C43E}"/>
              </a:ext>
            </a:extLst>
          </p:cNvPr>
          <p:cNvSpPr>
            <a:spLocks noGrp="1"/>
          </p:cNvSpPr>
          <p:nvPr>
            <p:ph type="sldNum" sz="quarter" idx="12"/>
          </p:nvPr>
        </p:nvSpPr>
        <p:spPr>
          <a:xfrm>
            <a:off x="10373350" y="6356349"/>
            <a:ext cx="987552" cy="365125"/>
          </a:xfrm>
        </p:spPr>
        <p:txBody>
          <a:bodyPr/>
          <a:lstStyle/>
          <a:p>
            <a:fld id="{A49DFD55-3C28-40EF-9E31-A92D2E4017FF}" type="slidenum">
              <a:rPr lang="en-US" smtClean="0"/>
              <a:pPr/>
              <a:t>2</a:t>
            </a:fld>
            <a:endParaRPr lang="en-US" dirty="0"/>
          </a:p>
        </p:txBody>
      </p:sp>
      <p:sp>
        <p:nvSpPr>
          <p:cNvPr id="4" name="Rectangle 3">
            <a:extLst>
              <a:ext uri="{FF2B5EF4-FFF2-40B4-BE49-F238E27FC236}">
                <a16:creationId xmlns:a16="http://schemas.microsoft.com/office/drawing/2014/main" id="{BB9C4E5E-1AA3-8538-594B-B96FF32B5BB3}"/>
              </a:ext>
            </a:extLst>
          </p:cNvPr>
          <p:cNvSpPr/>
          <p:nvPr/>
        </p:nvSpPr>
        <p:spPr>
          <a:xfrm>
            <a:off x="916940" y="1696720"/>
            <a:ext cx="3025140" cy="2174240"/>
          </a:xfrm>
          <a:prstGeom prst="rect">
            <a:avLst/>
          </a:prstGeom>
          <a:noFill/>
          <a:ln w="381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6" name="TextBox 5">
            <a:extLst>
              <a:ext uri="{FF2B5EF4-FFF2-40B4-BE49-F238E27FC236}">
                <a16:creationId xmlns:a16="http://schemas.microsoft.com/office/drawing/2014/main" id="{3ADBF27F-E1E7-C269-2212-ADB274AC0C81}"/>
              </a:ext>
            </a:extLst>
          </p:cNvPr>
          <p:cNvSpPr txBox="1"/>
          <p:nvPr/>
        </p:nvSpPr>
        <p:spPr>
          <a:xfrm>
            <a:off x="4024558" y="1842514"/>
            <a:ext cx="1420004" cy="584775"/>
          </a:xfrm>
          <a:prstGeom prst="rect">
            <a:avLst/>
          </a:prstGeom>
          <a:noFill/>
        </p:spPr>
        <p:txBody>
          <a:bodyPr wrap="none" rtlCol="0">
            <a:spAutoFit/>
          </a:bodyPr>
          <a:lstStyle/>
          <a:p>
            <a:r>
              <a:rPr lang="en-NL" sz="3200" b="1" dirty="0">
                <a:solidFill>
                  <a:srgbClr val="FF0000"/>
                </a:solidFill>
              </a:rPr>
              <a:t>Theory</a:t>
            </a:r>
          </a:p>
        </p:txBody>
      </p:sp>
      <p:sp>
        <p:nvSpPr>
          <p:cNvPr id="7" name="Rectangle 6">
            <a:extLst>
              <a:ext uri="{FF2B5EF4-FFF2-40B4-BE49-F238E27FC236}">
                <a16:creationId xmlns:a16="http://schemas.microsoft.com/office/drawing/2014/main" id="{DE4577F5-1DBC-0957-BECE-41B2BC434A9E}"/>
              </a:ext>
            </a:extLst>
          </p:cNvPr>
          <p:cNvSpPr/>
          <p:nvPr/>
        </p:nvSpPr>
        <p:spPr>
          <a:xfrm>
            <a:off x="916940" y="3962400"/>
            <a:ext cx="3025140" cy="1910080"/>
          </a:xfrm>
          <a:prstGeom prst="rect">
            <a:avLst/>
          </a:prstGeom>
          <a:noFill/>
          <a:ln w="38100">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8" name="TextBox 7">
            <a:extLst>
              <a:ext uri="{FF2B5EF4-FFF2-40B4-BE49-F238E27FC236}">
                <a16:creationId xmlns:a16="http://schemas.microsoft.com/office/drawing/2014/main" id="{E6EAAE49-4E03-69A8-F354-BFFED44B8C2A}"/>
              </a:ext>
            </a:extLst>
          </p:cNvPr>
          <p:cNvSpPr txBox="1"/>
          <p:nvPr/>
        </p:nvSpPr>
        <p:spPr>
          <a:xfrm>
            <a:off x="4035885" y="3843972"/>
            <a:ext cx="4120230" cy="830997"/>
          </a:xfrm>
          <a:prstGeom prst="rect">
            <a:avLst/>
          </a:prstGeom>
          <a:noFill/>
        </p:spPr>
        <p:txBody>
          <a:bodyPr wrap="none" rtlCol="0">
            <a:spAutoFit/>
          </a:bodyPr>
          <a:lstStyle/>
          <a:p>
            <a:r>
              <a:rPr lang="en-NL" sz="2400" b="1" dirty="0">
                <a:solidFill>
                  <a:srgbClr val="92D050"/>
                </a:solidFill>
              </a:rPr>
              <a:t>Data assumptions</a:t>
            </a:r>
          </a:p>
          <a:p>
            <a:r>
              <a:rPr lang="en-NL" sz="2400" b="1" dirty="0">
                <a:solidFill>
                  <a:srgbClr val="92D050"/>
                </a:solidFill>
              </a:rPr>
              <a:t>When do you use these tests?</a:t>
            </a:r>
          </a:p>
        </p:txBody>
      </p:sp>
    </p:spTree>
    <p:extLst>
      <p:ext uri="{BB962C8B-B14F-4D97-AF65-F5344CB8AC3E}">
        <p14:creationId xmlns:p14="http://schemas.microsoft.com/office/powerpoint/2010/main" val="17132195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8"/>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p:bldP spid="7" grpId="0" animBg="1"/>
      <p:bldP spid="8"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27D9B3-B64F-656A-0D99-161A6C0F518F}"/>
              </a:ext>
            </a:extLst>
          </p:cNvPr>
          <p:cNvSpPr>
            <a:spLocks noGrp="1"/>
          </p:cNvSpPr>
          <p:nvPr>
            <p:ph type="title"/>
          </p:nvPr>
        </p:nvSpPr>
        <p:spPr>
          <a:xfrm>
            <a:off x="1341120" y="558801"/>
            <a:ext cx="9953308" cy="1780860"/>
          </a:xfrm>
        </p:spPr>
        <p:txBody>
          <a:bodyPr/>
          <a:lstStyle/>
          <a:p>
            <a:r>
              <a:rPr lang="en-NL" dirty="0"/>
              <a:t>Variable types:</a:t>
            </a:r>
            <a:endParaRPr lang="en-US" dirty="0"/>
          </a:p>
        </p:txBody>
      </p:sp>
      <p:sp>
        <p:nvSpPr>
          <p:cNvPr id="68" name="Slide Number Placeholder 67">
            <a:extLst>
              <a:ext uri="{FF2B5EF4-FFF2-40B4-BE49-F238E27FC236}">
                <a16:creationId xmlns:a16="http://schemas.microsoft.com/office/drawing/2014/main" id="{AA0ACADD-CC4E-851C-DA07-C22DB97FA23E}"/>
              </a:ext>
            </a:extLst>
          </p:cNvPr>
          <p:cNvSpPr>
            <a:spLocks noGrp="1"/>
          </p:cNvSpPr>
          <p:nvPr>
            <p:ph type="sldNum" sz="quarter" idx="13"/>
          </p:nvPr>
        </p:nvSpPr>
        <p:spPr>
          <a:xfrm>
            <a:off x="10373350" y="6356349"/>
            <a:ext cx="987552" cy="365125"/>
          </a:xfrm>
        </p:spPr>
        <p:txBody>
          <a:bodyPr/>
          <a:lstStyle/>
          <a:p>
            <a:fld id="{A49DFD55-3C28-40EF-9E31-A92D2E4017FF}" type="slidenum">
              <a:rPr lang="en-US" smtClean="0"/>
              <a:pPr/>
              <a:t>3</a:t>
            </a:fld>
            <a:endParaRPr lang="en-US" dirty="0"/>
          </a:p>
        </p:txBody>
      </p:sp>
      <p:sp>
        <p:nvSpPr>
          <p:cNvPr id="4" name="Text Placeholder 3">
            <a:extLst>
              <a:ext uri="{FF2B5EF4-FFF2-40B4-BE49-F238E27FC236}">
                <a16:creationId xmlns:a16="http://schemas.microsoft.com/office/drawing/2014/main" id="{1C514A28-14F0-69D6-545F-5B3266510DE6}"/>
              </a:ext>
            </a:extLst>
          </p:cNvPr>
          <p:cNvSpPr>
            <a:spLocks noGrp="1"/>
          </p:cNvSpPr>
          <p:nvPr>
            <p:ph type="body" idx="1"/>
          </p:nvPr>
        </p:nvSpPr>
        <p:spPr>
          <a:xfrm>
            <a:off x="3379469" y="2475102"/>
            <a:ext cx="6517005" cy="772923"/>
          </a:xfrm>
        </p:spPr>
        <p:txBody>
          <a:bodyPr>
            <a:normAutofit/>
          </a:bodyPr>
          <a:lstStyle/>
          <a:p>
            <a:r>
              <a:rPr lang="en-NL" sz="2400" dirty="0"/>
              <a:t>What types of Variables are there?</a:t>
            </a:r>
          </a:p>
        </p:txBody>
      </p:sp>
      <p:sp>
        <p:nvSpPr>
          <p:cNvPr id="6" name="Content Placeholder 5">
            <a:extLst>
              <a:ext uri="{FF2B5EF4-FFF2-40B4-BE49-F238E27FC236}">
                <a16:creationId xmlns:a16="http://schemas.microsoft.com/office/drawing/2014/main" id="{66E5AB72-302B-A43E-9B51-EF0FC486A5B1}"/>
              </a:ext>
            </a:extLst>
          </p:cNvPr>
          <p:cNvSpPr>
            <a:spLocks noGrp="1"/>
          </p:cNvSpPr>
          <p:nvPr>
            <p:ph sz="half" idx="15"/>
          </p:nvPr>
        </p:nvSpPr>
        <p:spPr>
          <a:xfrm>
            <a:off x="3998594" y="3248025"/>
            <a:ext cx="2878455" cy="3051174"/>
          </a:xfrm>
        </p:spPr>
        <p:txBody>
          <a:bodyPr>
            <a:normAutofit/>
          </a:bodyPr>
          <a:lstStyle/>
          <a:p>
            <a:r>
              <a:rPr lang="en-NL" sz="2400" dirty="0"/>
              <a:t>Categorical</a:t>
            </a:r>
          </a:p>
          <a:p>
            <a:pPr lvl="4" indent="-342900">
              <a:buFont typeface="Arial" panose="020B0604020202020204" pitchFamily="34" charset="0"/>
              <a:buChar char="•"/>
            </a:pPr>
            <a:r>
              <a:rPr lang="en-NL" sz="2400" dirty="0"/>
              <a:t>Nominal</a:t>
            </a:r>
          </a:p>
          <a:p>
            <a:pPr lvl="4" indent="-342900">
              <a:buFont typeface="Arial" panose="020B0604020202020204" pitchFamily="34" charset="0"/>
              <a:buChar char="•"/>
            </a:pPr>
            <a:r>
              <a:rPr lang="en-NL" sz="2400" dirty="0"/>
              <a:t>Ordinal</a:t>
            </a:r>
          </a:p>
          <a:p>
            <a:r>
              <a:rPr lang="en-NL" sz="2400" dirty="0"/>
              <a:t>Continuous</a:t>
            </a:r>
          </a:p>
          <a:p>
            <a:pPr lvl="4" indent="-342900">
              <a:buFont typeface="Arial" panose="020B0604020202020204" pitchFamily="34" charset="0"/>
              <a:buChar char="•"/>
            </a:pPr>
            <a:r>
              <a:rPr lang="en-NL" sz="2400" dirty="0"/>
              <a:t>Interval</a:t>
            </a:r>
          </a:p>
          <a:p>
            <a:pPr lvl="4" indent="-342900">
              <a:buFont typeface="Arial" panose="020B0604020202020204" pitchFamily="34" charset="0"/>
              <a:buChar char="•"/>
            </a:pPr>
            <a:r>
              <a:rPr lang="en-NL" sz="2400" dirty="0"/>
              <a:t>Ratio</a:t>
            </a:r>
          </a:p>
        </p:txBody>
      </p:sp>
    </p:spTree>
    <p:extLst>
      <p:ext uri="{BB962C8B-B14F-4D97-AF65-F5344CB8AC3E}">
        <p14:creationId xmlns:p14="http://schemas.microsoft.com/office/powerpoint/2010/main" val="6369298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6">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3B7AB0-522D-0001-4D5B-83856B80C409}"/>
              </a:ext>
            </a:extLst>
          </p:cNvPr>
          <p:cNvSpPr>
            <a:spLocks noGrp="1"/>
          </p:cNvSpPr>
          <p:nvPr>
            <p:ph type="title"/>
          </p:nvPr>
        </p:nvSpPr>
        <p:spPr>
          <a:xfrm>
            <a:off x="1322318" y="46797"/>
            <a:ext cx="7288282" cy="998887"/>
          </a:xfrm>
        </p:spPr>
        <p:txBody>
          <a:bodyPr/>
          <a:lstStyle/>
          <a:p>
            <a:r>
              <a:rPr lang="en-NL" dirty="0"/>
              <a:t>Identify what we are measuring</a:t>
            </a:r>
          </a:p>
        </p:txBody>
      </p:sp>
      <p:sp>
        <p:nvSpPr>
          <p:cNvPr id="3" name="Content Placeholder 2">
            <a:extLst>
              <a:ext uri="{FF2B5EF4-FFF2-40B4-BE49-F238E27FC236}">
                <a16:creationId xmlns:a16="http://schemas.microsoft.com/office/drawing/2014/main" id="{55250EFE-02F6-1CB7-E95E-DB996276B3EF}"/>
              </a:ext>
            </a:extLst>
          </p:cNvPr>
          <p:cNvSpPr>
            <a:spLocks noGrp="1"/>
          </p:cNvSpPr>
          <p:nvPr>
            <p:ph sz="half" idx="2"/>
          </p:nvPr>
        </p:nvSpPr>
        <p:spPr>
          <a:xfrm>
            <a:off x="1322318" y="1667703"/>
            <a:ext cx="7288212" cy="1075497"/>
          </a:xfrm>
        </p:spPr>
        <p:txBody>
          <a:bodyPr/>
          <a:lstStyle/>
          <a:p>
            <a:pPr marL="342900" indent="-342900">
              <a:buAutoNum type="arabicParenR"/>
            </a:pPr>
            <a:r>
              <a:rPr lang="en-NL" dirty="0"/>
              <a:t>We want people to be more active. In order to accomplish this, we first need a baseline measurement. We need to record how many steps the students at HMSM take on average. </a:t>
            </a:r>
          </a:p>
          <a:p>
            <a:pPr marL="342900" indent="-342900">
              <a:buAutoNum type="arabicParenR"/>
            </a:pPr>
            <a:endParaRPr lang="en-NL" dirty="0"/>
          </a:p>
        </p:txBody>
      </p:sp>
      <p:sp>
        <p:nvSpPr>
          <p:cNvPr id="4" name="Slide Number Placeholder 3">
            <a:extLst>
              <a:ext uri="{FF2B5EF4-FFF2-40B4-BE49-F238E27FC236}">
                <a16:creationId xmlns:a16="http://schemas.microsoft.com/office/drawing/2014/main" id="{2598364C-DD56-9ECC-BF2D-1C85F76CACAA}"/>
              </a:ext>
            </a:extLst>
          </p:cNvPr>
          <p:cNvSpPr>
            <a:spLocks noGrp="1"/>
          </p:cNvSpPr>
          <p:nvPr>
            <p:ph type="sldNum" sz="quarter" idx="12"/>
          </p:nvPr>
        </p:nvSpPr>
        <p:spPr/>
        <p:txBody>
          <a:bodyPr/>
          <a:lstStyle/>
          <a:p>
            <a:fld id="{A49DFD55-3C28-40EF-9E31-A92D2E4017FF}" type="slidenum">
              <a:rPr lang="en-US" smtClean="0"/>
              <a:pPr/>
              <a:t>4</a:t>
            </a:fld>
            <a:endParaRPr lang="en-US" dirty="0"/>
          </a:p>
        </p:txBody>
      </p:sp>
      <p:sp>
        <p:nvSpPr>
          <p:cNvPr id="5" name="Content Placeholder 2">
            <a:extLst>
              <a:ext uri="{FF2B5EF4-FFF2-40B4-BE49-F238E27FC236}">
                <a16:creationId xmlns:a16="http://schemas.microsoft.com/office/drawing/2014/main" id="{EF8AD63F-FB45-251A-1FD0-E1DFC73A8C11}"/>
              </a:ext>
            </a:extLst>
          </p:cNvPr>
          <p:cNvSpPr txBox="1">
            <a:spLocks/>
          </p:cNvSpPr>
          <p:nvPr/>
        </p:nvSpPr>
        <p:spPr>
          <a:xfrm>
            <a:off x="1322318" y="3223099"/>
            <a:ext cx="7288212" cy="1075497"/>
          </a:xfrm>
          <a:prstGeom prst="rect">
            <a:avLst/>
          </a:prstGeom>
        </p:spPr>
        <p:txBody>
          <a:bodyPr vert="horz" lIns="91440" tIns="45720" rIns="91440" bIns="45720" rtlCol="0">
            <a:normAutofit/>
          </a:bodyPr>
          <a:lstStyle>
            <a:lvl1pPr marL="0" indent="0" algn="l" defTabSz="914400" rtl="0" eaLnBrk="1" latinLnBrk="0" hangingPunct="1">
              <a:lnSpc>
                <a:spcPct val="100000"/>
              </a:lnSpc>
              <a:spcBef>
                <a:spcPts val="1000"/>
              </a:spcBef>
              <a:buFont typeface="Arial" panose="020B0604020202020204" pitchFamily="34" charset="0"/>
              <a:buNone/>
              <a:defRPr sz="1800" b="1" kern="1200" spc="50" baseline="0">
                <a:solidFill>
                  <a:schemeClr val="tx1"/>
                </a:solidFill>
                <a:latin typeface="+mn-lt"/>
                <a:ea typeface="+mn-ea"/>
                <a:cs typeface="+mn-cs"/>
              </a:defRPr>
            </a:lvl1pPr>
            <a:lvl2pPr marL="283464" indent="-285750" algn="l" defTabSz="914400" rtl="0" eaLnBrk="1" latinLnBrk="0" hangingPunct="1">
              <a:lnSpc>
                <a:spcPct val="100000"/>
              </a:lnSpc>
              <a:spcBef>
                <a:spcPts val="1000"/>
              </a:spcBef>
              <a:buFont typeface="Arial" panose="020B0604020202020204" pitchFamily="34" charset="0"/>
              <a:buChar char="•"/>
              <a:defRPr sz="1800" kern="1200" spc="50" baseline="0">
                <a:solidFill>
                  <a:schemeClr val="tx1"/>
                </a:solidFill>
                <a:latin typeface="+mn-lt"/>
                <a:ea typeface="+mn-ea"/>
                <a:cs typeface="+mn-cs"/>
              </a:defRPr>
            </a:lvl2pPr>
            <a:lvl3pPr marL="566928" indent="-285750" algn="l" defTabSz="914400" rtl="0" eaLnBrk="1" latinLnBrk="0" hangingPunct="1">
              <a:lnSpc>
                <a:spcPct val="100000"/>
              </a:lnSpc>
              <a:spcBef>
                <a:spcPts val="1000"/>
              </a:spcBef>
              <a:buFont typeface="Arial" panose="020B0604020202020204" pitchFamily="34" charset="0"/>
              <a:buChar char="•"/>
              <a:defRPr sz="1800" kern="1200" spc="50" baseline="0">
                <a:solidFill>
                  <a:schemeClr val="tx1"/>
                </a:solidFill>
                <a:latin typeface="+mn-lt"/>
                <a:ea typeface="+mn-ea"/>
                <a:cs typeface="+mn-cs"/>
              </a:defRPr>
            </a:lvl3pPr>
            <a:lvl4pPr marL="859536" indent="-285750" algn="l" defTabSz="914400" rtl="0" eaLnBrk="1" latinLnBrk="0" hangingPunct="1">
              <a:lnSpc>
                <a:spcPct val="100000"/>
              </a:lnSpc>
              <a:spcBef>
                <a:spcPts val="1000"/>
              </a:spcBef>
              <a:buFont typeface="Arial" panose="020B0604020202020204" pitchFamily="34" charset="0"/>
              <a:buChar char="•"/>
              <a:defRPr sz="1800" kern="1200" spc="50" baseline="0">
                <a:solidFill>
                  <a:schemeClr val="tx1"/>
                </a:solidFill>
                <a:latin typeface="+mn-lt"/>
                <a:ea typeface="+mn-ea"/>
                <a:cs typeface="+mn-cs"/>
              </a:defRPr>
            </a:lvl4pPr>
            <a:lvl5pPr marL="1143000" indent="-285750" algn="l" defTabSz="914400" rtl="0" eaLnBrk="1" latinLnBrk="0" hangingPunct="1">
              <a:lnSpc>
                <a:spcPct val="100000"/>
              </a:lnSpc>
              <a:spcBef>
                <a:spcPts val="1000"/>
              </a:spcBef>
              <a:buFont typeface="Arial" panose="020B0604020202020204" pitchFamily="34" charset="0"/>
              <a:buChar char="•"/>
              <a:defRPr sz="1800" kern="1200" spc="5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buFont typeface="+mj-lt"/>
              <a:buAutoNum type="arabicParenR" startAt="2"/>
            </a:pPr>
            <a:r>
              <a:rPr lang="en-NL" dirty="0"/>
              <a:t>Pineapple on pizza is very divisive. We’d like to find out just how many people actually like pineapple on pizza. </a:t>
            </a:r>
          </a:p>
        </p:txBody>
      </p:sp>
      <p:sp>
        <p:nvSpPr>
          <p:cNvPr id="6" name="Content Placeholder 2">
            <a:extLst>
              <a:ext uri="{FF2B5EF4-FFF2-40B4-BE49-F238E27FC236}">
                <a16:creationId xmlns:a16="http://schemas.microsoft.com/office/drawing/2014/main" id="{2BA1CAB9-985E-4C8E-F42F-9D4E1541A445}"/>
              </a:ext>
            </a:extLst>
          </p:cNvPr>
          <p:cNvSpPr txBox="1">
            <a:spLocks/>
          </p:cNvSpPr>
          <p:nvPr/>
        </p:nvSpPr>
        <p:spPr>
          <a:xfrm>
            <a:off x="1322318" y="4567517"/>
            <a:ext cx="7288212" cy="1075497"/>
          </a:xfrm>
          <a:prstGeom prst="rect">
            <a:avLst/>
          </a:prstGeom>
        </p:spPr>
        <p:txBody>
          <a:bodyPr vert="horz" lIns="91440" tIns="45720" rIns="91440" bIns="45720" rtlCol="0">
            <a:normAutofit/>
          </a:bodyPr>
          <a:lstStyle>
            <a:lvl1pPr marL="0" indent="0" algn="l" defTabSz="914400" rtl="0" eaLnBrk="1" latinLnBrk="0" hangingPunct="1">
              <a:lnSpc>
                <a:spcPct val="100000"/>
              </a:lnSpc>
              <a:spcBef>
                <a:spcPts val="1000"/>
              </a:spcBef>
              <a:buFont typeface="Arial" panose="020B0604020202020204" pitchFamily="34" charset="0"/>
              <a:buNone/>
              <a:defRPr sz="1800" b="1" kern="1200" spc="50" baseline="0">
                <a:solidFill>
                  <a:schemeClr val="tx1"/>
                </a:solidFill>
                <a:latin typeface="+mn-lt"/>
                <a:ea typeface="+mn-ea"/>
                <a:cs typeface="+mn-cs"/>
              </a:defRPr>
            </a:lvl1pPr>
            <a:lvl2pPr marL="283464" indent="-285750" algn="l" defTabSz="914400" rtl="0" eaLnBrk="1" latinLnBrk="0" hangingPunct="1">
              <a:lnSpc>
                <a:spcPct val="100000"/>
              </a:lnSpc>
              <a:spcBef>
                <a:spcPts val="1000"/>
              </a:spcBef>
              <a:buFont typeface="Arial" panose="020B0604020202020204" pitchFamily="34" charset="0"/>
              <a:buChar char="•"/>
              <a:defRPr sz="1800" kern="1200" spc="50" baseline="0">
                <a:solidFill>
                  <a:schemeClr val="tx1"/>
                </a:solidFill>
                <a:latin typeface="+mn-lt"/>
                <a:ea typeface="+mn-ea"/>
                <a:cs typeface="+mn-cs"/>
              </a:defRPr>
            </a:lvl2pPr>
            <a:lvl3pPr marL="566928" indent="-285750" algn="l" defTabSz="914400" rtl="0" eaLnBrk="1" latinLnBrk="0" hangingPunct="1">
              <a:lnSpc>
                <a:spcPct val="100000"/>
              </a:lnSpc>
              <a:spcBef>
                <a:spcPts val="1000"/>
              </a:spcBef>
              <a:buFont typeface="Arial" panose="020B0604020202020204" pitchFamily="34" charset="0"/>
              <a:buChar char="•"/>
              <a:defRPr sz="1800" kern="1200" spc="50" baseline="0">
                <a:solidFill>
                  <a:schemeClr val="tx1"/>
                </a:solidFill>
                <a:latin typeface="+mn-lt"/>
                <a:ea typeface="+mn-ea"/>
                <a:cs typeface="+mn-cs"/>
              </a:defRPr>
            </a:lvl3pPr>
            <a:lvl4pPr marL="859536" indent="-285750" algn="l" defTabSz="914400" rtl="0" eaLnBrk="1" latinLnBrk="0" hangingPunct="1">
              <a:lnSpc>
                <a:spcPct val="100000"/>
              </a:lnSpc>
              <a:spcBef>
                <a:spcPts val="1000"/>
              </a:spcBef>
              <a:buFont typeface="Arial" panose="020B0604020202020204" pitchFamily="34" charset="0"/>
              <a:buChar char="•"/>
              <a:defRPr sz="1800" kern="1200" spc="50" baseline="0">
                <a:solidFill>
                  <a:schemeClr val="tx1"/>
                </a:solidFill>
                <a:latin typeface="+mn-lt"/>
                <a:ea typeface="+mn-ea"/>
                <a:cs typeface="+mn-cs"/>
              </a:defRPr>
            </a:lvl4pPr>
            <a:lvl5pPr marL="1143000" indent="-285750" algn="l" defTabSz="914400" rtl="0" eaLnBrk="1" latinLnBrk="0" hangingPunct="1">
              <a:lnSpc>
                <a:spcPct val="100000"/>
              </a:lnSpc>
              <a:spcBef>
                <a:spcPts val="1000"/>
              </a:spcBef>
              <a:buFont typeface="Arial" panose="020B0604020202020204" pitchFamily="34" charset="0"/>
              <a:buChar char="•"/>
              <a:defRPr sz="1800" kern="1200" spc="5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buFont typeface="+mj-lt"/>
              <a:buAutoNum type="arabicParenR" startAt="3"/>
            </a:pPr>
            <a:r>
              <a:rPr lang="en-NL" dirty="0"/>
              <a:t>You want to monitor just how long people spend on an app.</a:t>
            </a:r>
          </a:p>
        </p:txBody>
      </p:sp>
      <p:sp>
        <p:nvSpPr>
          <p:cNvPr id="7" name="Content Placeholder 2">
            <a:extLst>
              <a:ext uri="{FF2B5EF4-FFF2-40B4-BE49-F238E27FC236}">
                <a16:creationId xmlns:a16="http://schemas.microsoft.com/office/drawing/2014/main" id="{F32B93FD-A1AF-709F-FF98-4FFE825E5AC0}"/>
              </a:ext>
            </a:extLst>
          </p:cNvPr>
          <p:cNvSpPr txBox="1">
            <a:spLocks/>
          </p:cNvSpPr>
          <p:nvPr/>
        </p:nvSpPr>
        <p:spPr>
          <a:xfrm>
            <a:off x="1322318" y="5632773"/>
            <a:ext cx="7288212" cy="585596"/>
          </a:xfrm>
          <a:prstGeom prst="rect">
            <a:avLst/>
          </a:prstGeom>
        </p:spPr>
        <p:txBody>
          <a:bodyPr vert="horz" lIns="91440" tIns="45720" rIns="91440" bIns="45720" rtlCol="0">
            <a:normAutofit lnSpcReduction="10000"/>
          </a:bodyPr>
          <a:lstStyle>
            <a:lvl1pPr marL="0" indent="0" algn="l" defTabSz="914400" rtl="0" eaLnBrk="1" latinLnBrk="0" hangingPunct="1">
              <a:lnSpc>
                <a:spcPct val="100000"/>
              </a:lnSpc>
              <a:spcBef>
                <a:spcPts val="1000"/>
              </a:spcBef>
              <a:buFont typeface="Arial" panose="020B0604020202020204" pitchFamily="34" charset="0"/>
              <a:buNone/>
              <a:defRPr sz="1800" b="1" kern="1200" spc="50" baseline="0">
                <a:solidFill>
                  <a:schemeClr val="tx1"/>
                </a:solidFill>
                <a:latin typeface="+mn-lt"/>
                <a:ea typeface="+mn-ea"/>
                <a:cs typeface="+mn-cs"/>
              </a:defRPr>
            </a:lvl1pPr>
            <a:lvl2pPr marL="283464" indent="-285750" algn="l" defTabSz="914400" rtl="0" eaLnBrk="1" latinLnBrk="0" hangingPunct="1">
              <a:lnSpc>
                <a:spcPct val="100000"/>
              </a:lnSpc>
              <a:spcBef>
                <a:spcPts val="1000"/>
              </a:spcBef>
              <a:buFont typeface="Arial" panose="020B0604020202020204" pitchFamily="34" charset="0"/>
              <a:buChar char="•"/>
              <a:defRPr sz="1800" kern="1200" spc="50" baseline="0">
                <a:solidFill>
                  <a:schemeClr val="tx1"/>
                </a:solidFill>
                <a:latin typeface="+mn-lt"/>
                <a:ea typeface="+mn-ea"/>
                <a:cs typeface="+mn-cs"/>
              </a:defRPr>
            </a:lvl2pPr>
            <a:lvl3pPr marL="566928" indent="-285750" algn="l" defTabSz="914400" rtl="0" eaLnBrk="1" latinLnBrk="0" hangingPunct="1">
              <a:lnSpc>
                <a:spcPct val="100000"/>
              </a:lnSpc>
              <a:spcBef>
                <a:spcPts val="1000"/>
              </a:spcBef>
              <a:buFont typeface="Arial" panose="020B0604020202020204" pitchFamily="34" charset="0"/>
              <a:buChar char="•"/>
              <a:defRPr sz="1800" kern="1200" spc="50" baseline="0">
                <a:solidFill>
                  <a:schemeClr val="tx1"/>
                </a:solidFill>
                <a:latin typeface="+mn-lt"/>
                <a:ea typeface="+mn-ea"/>
                <a:cs typeface="+mn-cs"/>
              </a:defRPr>
            </a:lvl3pPr>
            <a:lvl4pPr marL="859536" indent="-285750" algn="l" defTabSz="914400" rtl="0" eaLnBrk="1" latinLnBrk="0" hangingPunct="1">
              <a:lnSpc>
                <a:spcPct val="100000"/>
              </a:lnSpc>
              <a:spcBef>
                <a:spcPts val="1000"/>
              </a:spcBef>
              <a:buFont typeface="Arial" panose="020B0604020202020204" pitchFamily="34" charset="0"/>
              <a:buChar char="•"/>
              <a:defRPr sz="1800" kern="1200" spc="50" baseline="0">
                <a:solidFill>
                  <a:schemeClr val="tx1"/>
                </a:solidFill>
                <a:latin typeface="+mn-lt"/>
                <a:ea typeface="+mn-ea"/>
                <a:cs typeface="+mn-cs"/>
              </a:defRPr>
            </a:lvl4pPr>
            <a:lvl5pPr marL="1143000" indent="-285750" algn="l" defTabSz="914400" rtl="0" eaLnBrk="1" latinLnBrk="0" hangingPunct="1">
              <a:lnSpc>
                <a:spcPct val="100000"/>
              </a:lnSpc>
              <a:spcBef>
                <a:spcPts val="1000"/>
              </a:spcBef>
              <a:buFont typeface="Arial" panose="020B0604020202020204" pitchFamily="34" charset="0"/>
              <a:buChar char="•"/>
              <a:defRPr sz="1800" kern="1200" spc="5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buFont typeface="+mj-lt"/>
              <a:buAutoNum type="arabicParenR" startAt="4"/>
            </a:pPr>
            <a:r>
              <a:rPr lang="en-NL" dirty="0"/>
              <a:t>An employment agency wants to find out the level of education of their successfully placed candidates.</a:t>
            </a:r>
          </a:p>
        </p:txBody>
      </p:sp>
      <p:sp>
        <p:nvSpPr>
          <p:cNvPr id="8" name="TextBox 7">
            <a:extLst>
              <a:ext uri="{FF2B5EF4-FFF2-40B4-BE49-F238E27FC236}">
                <a16:creationId xmlns:a16="http://schemas.microsoft.com/office/drawing/2014/main" id="{E3C144DD-612E-8B0E-9A32-D1E8F5BAD074}"/>
              </a:ext>
            </a:extLst>
          </p:cNvPr>
          <p:cNvSpPr txBox="1"/>
          <p:nvPr/>
        </p:nvSpPr>
        <p:spPr>
          <a:xfrm>
            <a:off x="2133601" y="2665102"/>
            <a:ext cx="990600" cy="400110"/>
          </a:xfrm>
          <a:prstGeom prst="rect">
            <a:avLst/>
          </a:prstGeom>
          <a:noFill/>
        </p:spPr>
        <p:txBody>
          <a:bodyPr wrap="square" rtlCol="0">
            <a:spAutoFit/>
          </a:bodyPr>
          <a:lstStyle/>
          <a:p>
            <a:r>
              <a:rPr lang="en-NL" sz="2000" b="1" dirty="0">
                <a:solidFill>
                  <a:srgbClr val="C00000"/>
                </a:solidFill>
              </a:rPr>
              <a:t>Ratio     </a:t>
            </a:r>
          </a:p>
        </p:txBody>
      </p:sp>
      <p:sp>
        <p:nvSpPr>
          <p:cNvPr id="9" name="TextBox 8">
            <a:extLst>
              <a:ext uri="{FF2B5EF4-FFF2-40B4-BE49-F238E27FC236}">
                <a16:creationId xmlns:a16="http://schemas.microsoft.com/office/drawing/2014/main" id="{0BC531E8-F197-986E-6EF4-15D212900B7E}"/>
              </a:ext>
            </a:extLst>
          </p:cNvPr>
          <p:cNvSpPr txBox="1"/>
          <p:nvPr/>
        </p:nvSpPr>
        <p:spPr>
          <a:xfrm>
            <a:off x="2133601" y="3995857"/>
            <a:ext cx="1304924" cy="400110"/>
          </a:xfrm>
          <a:prstGeom prst="rect">
            <a:avLst/>
          </a:prstGeom>
          <a:noFill/>
        </p:spPr>
        <p:txBody>
          <a:bodyPr wrap="square" rtlCol="0">
            <a:spAutoFit/>
          </a:bodyPr>
          <a:lstStyle/>
          <a:p>
            <a:r>
              <a:rPr lang="en-NL" sz="2000" b="1" dirty="0">
                <a:solidFill>
                  <a:srgbClr val="C00000"/>
                </a:solidFill>
              </a:rPr>
              <a:t>Nominal     </a:t>
            </a:r>
          </a:p>
        </p:txBody>
      </p:sp>
      <p:sp>
        <p:nvSpPr>
          <p:cNvPr id="10" name="TextBox 9">
            <a:extLst>
              <a:ext uri="{FF2B5EF4-FFF2-40B4-BE49-F238E27FC236}">
                <a16:creationId xmlns:a16="http://schemas.microsoft.com/office/drawing/2014/main" id="{02AB2817-351E-F719-89DC-B2DC6793EE23}"/>
              </a:ext>
            </a:extLst>
          </p:cNvPr>
          <p:cNvSpPr txBox="1"/>
          <p:nvPr/>
        </p:nvSpPr>
        <p:spPr>
          <a:xfrm>
            <a:off x="2133601" y="5059868"/>
            <a:ext cx="1304924" cy="400110"/>
          </a:xfrm>
          <a:prstGeom prst="rect">
            <a:avLst/>
          </a:prstGeom>
          <a:noFill/>
        </p:spPr>
        <p:txBody>
          <a:bodyPr wrap="square" rtlCol="0">
            <a:spAutoFit/>
          </a:bodyPr>
          <a:lstStyle/>
          <a:p>
            <a:r>
              <a:rPr lang="en-NL" sz="2000" b="1" dirty="0">
                <a:solidFill>
                  <a:srgbClr val="C00000"/>
                </a:solidFill>
              </a:rPr>
              <a:t>Ratio     </a:t>
            </a:r>
          </a:p>
        </p:txBody>
      </p:sp>
      <p:sp>
        <p:nvSpPr>
          <p:cNvPr id="11" name="TextBox 10">
            <a:extLst>
              <a:ext uri="{FF2B5EF4-FFF2-40B4-BE49-F238E27FC236}">
                <a16:creationId xmlns:a16="http://schemas.microsoft.com/office/drawing/2014/main" id="{12FF346D-5EE0-ABA9-FC74-DD817F2AE060}"/>
              </a:ext>
            </a:extLst>
          </p:cNvPr>
          <p:cNvSpPr txBox="1"/>
          <p:nvPr/>
        </p:nvSpPr>
        <p:spPr>
          <a:xfrm>
            <a:off x="2133601" y="6411093"/>
            <a:ext cx="1304924" cy="400110"/>
          </a:xfrm>
          <a:prstGeom prst="rect">
            <a:avLst/>
          </a:prstGeom>
          <a:noFill/>
        </p:spPr>
        <p:txBody>
          <a:bodyPr wrap="square" rtlCol="0">
            <a:spAutoFit/>
          </a:bodyPr>
          <a:lstStyle/>
          <a:p>
            <a:r>
              <a:rPr lang="en-NL" sz="2000" b="1" dirty="0">
                <a:solidFill>
                  <a:srgbClr val="C00000"/>
                </a:solidFill>
              </a:rPr>
              <a:t>Ordinal     </a:t>
            </a:r>
          </a:p>
        </p:txBody>
      </p:sp>
      <p:sp>
        <p:nvSpPr>
          <p:cNvPr id="12" name="TextBox 11">
            <a:extLst>
              <a:ext uri="{FF2B5EF4-FFF2-40B4-BE49-F238E27FC236}">
                <a16:creationId xmlns:a16="http://schemas.microsoft.com/office/drawing/2014/main" id="{6AFB1645-566A-9527-FE6D-CADF06C6C8FB}"/>
              </a:ext>
            </a:extLst>
          </p:cNvPr>
          <p:cNvSpPr txBox="1"/>
          <p:nvPr/>
        </p:nvSpPr>
        <p:spPr>
          <a:xfrm>
            <a:off x="4966424" y="2669497"/>
            <a:ext cx="990600" cy="400110"/>
          </a:xfrm>
          <a:prstGeom prst="rect">
            <a:avLst/>
          </a:prstGeom>
          <a:noFill/>
        </p:spPr>
        <p:txBody>
          <a:bodyPr wrap="square" rtlCol="0">
            <a:spAutoFit/>
          </a:bodyPr>
          <a:lstStyle/>
          <a:p>
            <a:r>
              <a:rPr lang="en-NL" sz="2000" b="1" dirty="0">
                <a:solidFill>
                  <a:srgbClr val="C00000"/>
                </a:solidFill>
              </a:rPr>
              <a:t>µ     </a:t>
            </a:r>
          </a:p>
        </p:txBody>
      </p:sp>
      <p:sp>
        <p:nvSpPr>
          <p:cNvPr id="13" name="TextBox 12">
            <a:extLst>
              <a:ext uri="{FF2B5EF4-FFF2-40B4-BE49-F238E27FC236}">
                <a16:creationId xmlns:a16="http://schemas.microsoft.com/office/drawing/2014/main" id="{8DA8E940-95BD-8625-3941-2EF1809E67F6}"/>
              </a:ext>
            </a:extLst>
          </p:cNvPr>
          <p:cNvSpPr txBox="1"/>
          <p:nvPr/>
        </p:nvSpPr>
        <p:spPr>
          <a:xfrm>
            <a:off x="5033927" y="5059868"/>
            <a:ext cx="990600" cy="400110"/>
          </a:xfrm>
          <a:prstGeom prst="rect">
            <a:avLst/>
          </a:prstGeom>
          <a:noFill/>
        </p:spPr>
        <p:txBody>
          <a:bodyPr wrap="square" rtlCol="0">
            <a:spAutoFit/>
          </a:bodyPr>
          <a:lstStyle/>
          <a:p>
            <a:r>
              <a:rPr lang="en-NL" sz="2000" b="1" dirty="0">
                <a:solidFill>
                  <a:srgbClr val="C00000"/>
                </a:solidFill>
              </a:rPr>
              <a:t>µ     </a:t>
            </a:r>
          </a:p>
        </p:txBody>
      </p:sp>
      <p:sp>
        <p:nvSpPr>
          <p:cNvPr id="14" name="TextBox 13">
            <a:extLst>
              <a:ext uri="{FF2B5EF4-FFF2-40B4-BE49-F238E27FC236}">
                <a16:creationId xmlns:a16="http://schemas.microsoft.com/office/drawing/2014/main" id="{B2E04D9F-866A-9B77-EF73-62C61C6F08C3}"/>
              </a:ext>
            </a:extLst>
          </p:cNvPr>
          <p:cNvSpPr txBox="1"/>
          <p:nvPr/>
        </p:nvSpPr>
        <p:spPr>
          <a:xfrm>
            <a:off x="4966424" y="4001501"/>
            <a:ext cx="990600" cy="400110"/>
          </a:xfrm>
          <a:prstGeom prst="rect">
            <a:avLst/>
          </a:prstGeom>
          <a:noFill/>
        </p:spPr>
        <p:txBody>
          <a:bodyPr wrap="square" rtlCol="0">
            <a:spAutoFit/>
          </a:bodyPr>
          <a:lstStyle/>
          <a:p>
            <a:r>
              <a:rPr lang="en-NL" sz="2000" b="1" dirty="0">
                <a:solidFill>
                  <a:srgbClr val="C00000"/>
                </a:solidFill>
                <a:latin typeface="Calibri" panose="020F0502020204030204" pitchFamily="34" charset="0"/>
                <a:cs typeface="Calibri" panose="020F0502020204030204" pitchFamily="34" charset="0"/>
              </a:rPr>
              <a:t>π</a:t>
            </a:r>
            <a:r>
              <a:rPr lang="en-NL" sz="2000" b="1" dirty="0">
                <a:solidFill>
                  <a:srgbClr val="C00000"/>
                </a:solidFill>
              </a:rPr>
              <a:t>     </a:t>
            </a:r>
          </a:p>
        </p:txBody>
      </p:sp>
      <p:sp>
        <p:nvSpPr>
          <p:cNvPr id="15" name="TextBox 14">
            <a:extLst>
              <a:ext uri="{FF2B5EF4-FFF2-40B4-BE49-F238E27FC236}">
                <a16:creationId xmlns:a16="http://schemas.microsoft.com/office/drawing/2014/main" id="{F23938FF-75CB-19F0-E396-B0053497E8A2}"/>
              </a:ext>
            </a:extLst>
          </p:cNvPr>
          <p:cNvSpPr txBox="1"/>
          <p:nvPr/>
        </p:nvSpPr>
        <p:spPr>
          <a:xfrm>
            <a:off x="5033927" y="6354680"/>
            <a:ext cx="990600" cy="400110"/>
          </a:xfrm>
          <a:prstGeom prst="rect">
            <a:avLst/>
          </a:prstGeom>
          <a:noFill/>
        </p:spPr>
        <p:txBody>
          <a:bodyPr wrap="square" rtlCol="0">
            <a:spAutoFit/>
          </a:bodyPr>
          <a:lstStyle/>
          <a:p>
            <a:r>
              <a:rPr lang="en-NL" sz="2000" b="1" dirty="0">
                <a:solidFill>
                  <a:srgbClr val="C00000"/>
                </a:solidFill>
                <a:latin typeface="Calibri" panose="020F0502020204030204" pitchFamily="34" charset="0"/>
                <a:cs typeface="Calibri" panose="020F0502020204030204" pitchFamily="34" charset="0"/>
              </a:rPr>
              <a:t>π</a:t>
            </a:r>
            <a:r>
              <a:rPr lang="en-NL" sz="2000" b="1" dirty="0">
                <a:solidFill>
                  <a:srgbClr val="C00000"/>
                </a:solidFill>
              </a:rPr>
              <a:t>     </a:t>
            </a:r>
          </a:p>
        </p:txBody>
      </p:sp>
    </p:spTree>
    <p:extLst>
      <p:ext uri="{BB962C8B-B14F-4D97-AF65-F5344CB8AC3E}">
        <p14:creationId xmlns:p14="http://schemas.microsoft.com/office/powerpoint/2010/main" val="40641459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6"/>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0"/>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3"/>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7"/>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1"/>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8" grpId="0"/>
      <p:bldP spid="9" grpId="0"/>
      <p:bldP spid="10" grpId="0"/>
      <p:bldP spid="11" grpId="0"/>
      <p:bldP spid="12" grpId="0"/>
      <p:bldP spid="13" grpId="0"/>
      <p:bldP spid="14" grpId="0"/>
      <p:bldP spid="15"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72545D-1339-7B10-2687-20B2AAB68C40}"/>
              </a:ext>
            </a:extLst>
          </p:cNvPr>
          <p:cNvSpPr>
            <a:spLocks noGrp="1"/>
          </p:cNvSpPr>
          <p:nvPr>
            <p:ph type="title"/>
          </p:nvPr>
        </p:nvSpPr>
        <p:spPr>
          <a:xfrm>
            <a:off x="1341120" y="558801"/>
            <a:ext cx="9841230" cy="1003299"/>
          </a:xfrm>
        </p:spPr>
        <p:txBody>
          <a:bodyPr/>
          <a:lstStyle/>
          <a:p>
            <a:r>
              <a:rPr lang="en-NL" dirty="0"/>
              <a:t>Making statistical hypotheses</a:t>
            </a:r>
          </a:p>
        </p:txBody>
      </p:sp>
      <p:sp>
        <p:nvSpPr>
          <p:cNvPr id="7" name="Slide Number Placeholder 6">
            <a:extLst>
              <a:ext uri="{FF2B5EF4-FFF2-40B4-BE49-F238E27FC236}">
                <a16:creationId xmlns:a16="http://schemas.microsoft.com/office/drawing/2014/main" id="{0B906B55-1D9E-3432-8471-D7043C718B79}"/>
              </a:ext>
            </a:extLst>
          </p:cNvPr>
          <p:cNvSpPr>
            <a:spLocks noGrp="1"/>
          </p:cNvSpPr>
          <p:nvPr>
            <p:ph type="sldNum" sz="quarter" idx="13"/>
          </p:nvPr>
        </p:nvSpPr>
        <p:spPr/>
        <p:txBody>
          <a:bodyPr/>
          <a:lstStyle/>
          <a:p>
            <a:fld id="{A49DFD55-3C28-40EF-9E31-A92D2E4017FF}" type="slidenum">
              <a:rPr lang="en-US" smtClean="0"/>
              <a:pPr/>
              <a:t>5</a:t>
            </a:fld>
            <a:endParaRPr lang="en-US" dirty="0"/>
          </a:p>
        </p:txBody>
      </p:sp>
      <p:pic>
        <p:nvPicPr>
          <p:cNvPr id="11" name="Graphic 10" descr="Confused person with solid fill">
            <a:extLst>
              <a:ext uri="{FF2B5EF4-FFF2-40B4-BE49-F238E27FC236}">
                <a16:creationId xmlns:a16="http://schemas.microsoft.com/office/drawing/2014/main" id="{1FBB94AA-0C25-92D8-4E67-A8F5DFC54A40}"/>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4591050" y="3606801"/>
            <a:ext cx="1962150" cy="1962150"/>
          </a:xfrm>
          <a:prstGeom prst="rect">
            <a:avLst/>
          </a:prstGeom>
        </p:spPr>
      </p:pic>
      <p:sp>
        <p:nvSpPr>
          <p:cNvPr id="12" name="Speech Bubble: Oval 11">
            <a:extLst>
              <a:ext uri="{FF2B5EF4-FFF2-40B4-BE49-F238E27FC236}">
                <a16:creationId xmlns:a16="http://schemas.microsoft.com/office/drawing/2014/main" id="{DA777499-864F-3DEC-759D-A9E0A502A349}"/>
              </a:ext>
            </a:extLst>
          </p:cNvPr>
          <p:cNvSpPr/>
          <p:nvPr/>
        </p:nvSpPr>
        <p:spPr>
          <a:xfrm>
            <a:off x="5257800" y="1790700"/>
            <a:ext cx="4029075" cy="1473199"/>
          </a:xfrm>
          <a:prstGeom prst="wedgeEllipseCallout">
            <a:avLst>
              <a:gd name="adj1" fmla="val -32717"/>
              <a:gd name="adj2" fmla="val 80308"/>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NL" dirty="0"/>
              <a:t>Oh no, I’m a manager and have to make decisions.</a:t>
            </a:r>
          </a:p>
        </p:txBody>
      </p:sp>
      <p:sp>
        <p:nvSpPr>
          <p:cNvPr id="13" name="TextBox 12">
            <a:extLst>
              <a:ext uri="{FF2B5EF4-FFF2-40B4-BE49-F238E27FC236}">
                <a16:creationId xmlns:a16="http://schemas.microsoft.com/office/drawing/2014/main" id="{E43008C5-3F2F-9D04-C36A-2398B03CC7AA}"/>
              </a:ext>
            </a:extLst>
          </p:cNvPr>
          <p:cNvSpPr txBox="1"/>
          <p:nvPr/>
        </p:nvSpPr>
        <p:spPr>
          <a:xfrm>
            <a:off x="4781967" y="3742061"/>
            <a:ext cx="410690" cy="523220"/>
          </a:xfrm>
          <a:prstGeom prst="rect">
            <a:avLst/>
          </a:prstGeom>
          <a:noFill/>
        </p:spPr>
        <p:txBody>
          <a:bodyPr wrap="none" rtlCol="0">
            <a:spAutoFit/>
          </a:bodyPr>
          <a:lstStyle/>
          <a:p>
            <a:r>
              <a:rPr lang="en-NL" sz="2800" b="1" dirty="0"/>
              <a:t>A</a:t>
            </a:r>
          </a:p>
        </p:txBody>
      </p:sp>
      <p:sp>
        <p:nvSpPr>
          <p:cNvPr id="14" name="TextBox 13">
            <a:extLst>
              <a:ext uri="{FF2B5EF4-FFF2-40B4-BE49-F238E27FC236}">
                <a16:creationId xmlns:a16="http://schemas.microsoft.com/office/drawing/2014/main" id="{7971B9A4-4BAC-AE19-84FC-A86980A44348}"/>
              </a:ext>
            </a:extLst>
          </p:cNvPr>
          <p:cNvSpPr txBox="1"/>
          <p:nvPr/>
        </p:nvSpPr>
        <p:spPr>
          <a:xfrm>
            <a:off x="5991225" y="3697614"/>
            <a:ext cx="396262" cy="523220"/>
          </a:xfrm>
          <a:prstGeom prst="rect">
            <a:avLst/>
          </a:prstGeom>
          <a:noFill/>
        </p:spPr>
        <p:txBody>
          <a:bodyPr wrap="none" rtlCol="0">
            <a:spAutoFit/>
          </a:bodyPr>
          <a:lstStyle/>
          <a:p>
            <a:r>
              <a:rPr lang="en-NL" sz="2800" b="1" dirty="0"/>
              <a:t>B</a:t>
            </a:r>
          </a:p>
        </p:txBody>
      </p:sp>
    </p:spTree>
    <p:extLst>
      <p:ext uri="{BB962C8B-B14F-4D97-AF65-F5344CB8AC3E}">
        <p14:creationId xmlns:p14="http://schemas.microsoft.com/office/powerpoint/2010/main" val="39440579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72545D-1339-7B10-2687-20B2AAB68C40}"/>
              </a:ext>
            </a:extLst>
          </p:cNvPr>
          <p:cNvSpPr>
            <a:spLocks noGrp="1"/>
          </p:cNvSpPr>
          <p:nvPr>
            <p:ph type="title"/>
          </p:nvPr>
        </p:nvSpPr>
        <p:spPr>
          <a:xfrm>
            <a:off x="1341120" y="558801"/>
            <a:ext cx="9841230" cy="1003299"/>
          </a:xfrm>
        </p:spPr>
        <p:txBody>
          <a:bodyPr/>
          <a:lstStyle/>
          <a:p>
            <a:r>
              <a:rPr lang="en-NL" dirty="0"/>
              <a:t>Making statistical hypotheses</a:t>
            </a:r>
          </a:p>
        </p:txBody>
      </p:sp>
      <p:sp>
        <p:nvSpPr>
          <p:cNvPr id="7" name="Slide Number Placeholder 6">
            <a:extLst>
              <a:ext uri="{FF2B5EF4-FFF2-40B4-BE49-F238E27FC236}">
                <a16:creationId xmlns:a16="http://schemas.microsoft.com/office/drawing/2014/main" id="{0B906B55-1D9E-3432-8471-D7043C718B79}"/>
              </a:ext>
            </a:extLst>
          </p:cNvPr>
          <p:cNvSpPr>
            <a:spLocks noGrp="1"/>
          </p:cNvSpPr>
          <p:nvPr>
            <p:ph type="sldNum" sz="quarter" idx="13"/>
          </p:nvPr>
        </p:nvSpPr>
        <p:spPr/>
        <p:txBody>
          <a:bodyPr/>
          <a:lstStyle/>
          <a:p>
            <a:fld id="{A49DFD55-3C28-40EF-9E31-A92D2E4017FF}" type="slidenum">
              <a:rPr lang="en-US" smtClean="0"/>
              <a:pPr/>
              <a:t>6</a:t>
            </a:fld>
            <a:endParaRPr lang="en-US" dirty="0"/>
          </a:p>
        </p:txBody>
      </p:sp>
      <p:pic>
        <p:nvPicPr>
          <p:cNvPr id="11" name="Graphic 10" descr="Confused person with solid fill">
            <a:extLst>
              <a:ext uri="{FF2B5EF4-FFF2-40B4-BE49-F238E27FC236}">
                <a16:creationId xmlns:a16="http://schemas.microsoft.com/office/drawing/2014/main" id="{1FBB94AA-0C25-92D8-4E67-A8F5DFC54A40}"/>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7981950" y="3429000"/>
            <a:ext cx="1962150" cy="1962150"/>
          </a:xfrm>
          <a:prstGeom prst="rect">
            <a:avLst/>
          </a:prstGeom>
        </p:spPr>
      </p:pic>
      <p:sp>
        <p:nvSpPr>
          <p:cNvPr id="13" name="TextBox 12">
            <a:extLst>
              <a:ext uri="{FF2B5EF4-FFF2-40B4-BE49-F238E27FC236}">
                <a16:creationId xmlns:a16="http://schemas.microsoft.com/office/drawing/2014/main" id="{E43008C5-3F2F-9D04-C36A-2398B03CC7AA}"/>
              </a:ext>
            </a:extLst>
          </p:cNvPr>
          <p:cNvSpPr txBox="1"/>
          <p:nvPr/>
        </p:nvSpPr>
        <p:spPr>
          <a:xfrm>
            <a:off x="8094578" y="3697614"/>
            <a:ext cx="410690" cy="523220"/>
          </a:xfrm>
          <a:prstGeom prst="rect">
            <a:avLst/>
          </a:prstGeom>
          <a:noFill/>
        </p:spPr>
        <p:txBody>
          <a:bodyPr wrap="none" rtlCol="0">
            <a:spAutoFit/>
          </a:bodyPr>
          <a:lstStyle/>
          <a:p>
            <a:r>
              <a:rPr lang="en-NL" sz="2800" b="1" dirty="0"/>
              <a:t>A</a:t>
            </a:r>
          </a:p>
        </p:txBody>
      </p:sp>
      <p:sp>
        <p:nvSpPr>
          <p:cNvPr id="14" name="TextBox 13">
            <a:extLst>
              <a:ext uri="{FF2B5EF4-FFF2-40B4-BE49-F238E27FC236}">
                <a16:creationId xmlns:a16="http://schemas.microsoft.com/office/drawing/2014/main" id="{7971B9A4-4BAC-AE19-84FC-A86980A44348}"/>
              </a:ext>
            </a:extLst>
          </p:cNvPr>
          <p:cNvSpPr txBox="1"/>
          <p:nvPr/>
        </p:nvSpPr>
        <p:spPr>
          <a:xfrm>
            <a:off x="9439275" y="3697614"/>
            <a:ext cx="396262" cy="523220"/>
          </a:xfrm>
          <a:prstGeom prst="rect">
            <a:avLst/>
          </a:prstGeom>
          <a:noFill/>
        </p:spPr>
        <p:txBody>
          <a:bodyPr wrap="none" rtlCol="0">
            <a:spAutoFit/>
          </a:bodyPr>
          <a:lstStyle/>
          <a:p>
            <a:r>
              <a:rPr lang="en-NL" sz="2800" b="1" dirty="0"/>
              <a:t>B</a:t>
            </a:r>
          </a:p>
        </p:txBody>
      </p:sp>
      <p:sp>
        <p:nvSpPr>
          <p:cNvPr id="3" name="TextBox 2">
            <a:extLst>
              <a:ext uri="{FF2B5EF4-FFF2-40B4-BE49-F238E27FC236}">
                <a16:creationId xmlns:a16="http://schemas.microsoft.com/office/drawing/2014/main" id="{A4F80C28-0F69-6819-9FA8-6CA3A9DC7F2F}"/>
              </a:ext>
            </a:extLst>
          </p:cNvPr>
          <p:cNvSpPr txBox="1"/>
          <p:nvPr/>
        </p:nvSpPr>
        <p:spPr>
          <a:xfrm>
            <a:off x="1628775" y="2790825"/>
            <a:ext cx="5419168" cy="1323439"/>
          </a:xfrm>
          <a:prstGeom prst="rect">
            <a:avLst/>
          </a:prstGeom>
          <a:noFill/>
        </p:spPr>
        <p:txBody>
          <a:bodyPr wrap="square" rtlCol="0">
            <a:spAutoFit/>
          </a:bodyPr>
          <a:lstStyle/>
          <a:p>
            <a:r>
              <a:rPr lang="en-NL" sz="2000" dirty="0"/>
              <a:t>We are always choosing between two options. </a:t>
            </a:r>
          </a:p>
          <a:p>
            <a:endParaRPr lang="en-NL" sz="2000" dirty="0"/>
          </a:p>
          <a:p>
            <a:pPr marL="800100" lvl="1" indent="-342900">
              <a:buFont typeface="+mj-lt"/>
              <a:buAutoNum type="arabicPeriod"/>
            </a:pPr>
            <a:r>
              <a:rPr lang="en-NL" sz="2000" dirty="0"/>
              <a:t>The null hypothesis</a:t>
            </a:r>
          </a:p>
          <a:p>
            <a:pPr marL="800100" lvl="1" indent="-342900">
              <a:buFont typeface="+mj-lt"/>
              <a:buAutoNum type="arabicPeriod"/>
            </a:pPr>
            <a:r>
              <a:rPr lang="en-NL" sz="2000" dirty="0"/>
              <a:t>The alternate hypothesis</a:t>
            </a:r>
          </a:p>
        </p:txBody>
      </p:sp>
    </p:spTree>
    <p:extLst>
      <p:ext uri="{BB962C8B-B14F-4D97-AF65-F5344CB8AC3E}">
        <p14:creationId xmlns:p14="http://schemas.microsoft.com/office/powerpoint/2010/main" val="204141790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72545D-1339-7B10-2687-20B2AAB68C40}"/>
              </a:ext>
            </a:extLst>
          </p:cNvPr>
          <p:cNvSpPr>
            <a:spLocks noGrp="1"/>
          </p:cNvSpPr>
          <p:nvPr>
            <p:ph type="title"/>
          </p:nvPr>
        </p:nvSpPr>
        <p:spPr>
          <a:xfrm>
            <a:off x="1341120" y="558801"/>
            <a:ext cx="9841230" cy="1003299"/>
          </a:xfrm>
        </p:spPr>
        <p:txBody>
          <a:bodyPr/>
          <a:lstStyle/>
          <a:p>
            <a:r>
              <a:rPr lang="en-NL" dirty="0"/>
              <a:t>Making statistical hypotheses</a:t>
            </a:r>
          </a:p>
        </p:txBody>
      </p:sp>
      <p:sp>
        <p:nvSpPr>
          <p:cNvPr id="7" name="Slide Number Placeholder 6">
            <a:extLst>
              <a:ext uri="{FF2B5EF4-FFF2-40B4-BE49-F238E27FC236}">
                <a16:creationId xmlns:a16="http://schemas.microsoft.com/office/drawing/2014/main" id="{0B906B55-1D9E-3432-8471-D7043C718B79}"/>
              </a:ext>
            </a:extLst>
          </p:cNvPr>
          <p:cNvSpPr>
            <a:spLocks noGrp="1"/>
          </p:cNvSpPr>
          <p:nvPr>
            <p:ph type="sldNum" sz="quarter" idx="13"/>
          </p:nvPr>
        </p:nvSpPr>
        <p:spPr/>
        <p:txBody>
          <a:bodyPr/>
          <a:lstStyle/>
          <a:p>
            <a:fld id="{A49DFD55-3C28-40EF-9E31-A92D2E4017FF}" type="slidenum">
              <a:rPr lang="en-US" smtClean="0"/>
              <a:pPr/>
              <a:t>7</a:t>
            </a:fld>
            <a:endParaRPr lang="en-US" dirty="0"/>
          </a:p>
        </p:txBody>
      </p:sp>
      <p:sp>
        <p:nvSpPr>
          <p:cNvPr id="3" name="TextBox 2">
            <a:extLst>
              <a:ext uri="{FF2B5EF4-FFF2-40B4-BE49-F238E27FC236}">
                <a16:creationId xmlns:a16="http://schemas.microsoft.com/office/drawing/2014/main" id="{A4F80C28-0F69-6819-9FA8-6CA3A9DC7F2F}"/>
              </a:ext>
            </a:extLst>
          </p:cNvPr>
          <p:cNvSpPr txBox="1"/>
          <p:nvPr/>
        </p:nvSpPr>
        <p:spPr>
          <a:xfrm>
            <a:off x="1717230" y="2266860"/>
            <a:ext cx="5419168" cy="830997"/>
          </a:xfrm>
          <a:prstGeom prst="rect">
            <a:avLst/>
          </a:prstGeom>
          <a:noFill/>
        </p:spPr>
        <p:txBody>
          <a:bodyPr wrap="square" rtlCol="0">
            <a:spAutoFit/>
          </a:bodyPr>
          <a:lstStyle/>
          <a:p>
            <a:r>
              <a:rPr lang="en-NL" sz="2400" b="1" dirty="0"/>
              <a:t>The alternate hypothesis (H</a:t>
            </a:r>
            <a:r>
              <a:rPr lang="en-NL" sz="2400" b="1" baseline="-25000" dirty="0"/>
              <a:t>1</a:t>
            </a:r>
            <a:r>
              <a:rPr lang="en-NL" sz="2400" b="1" dirty="0"/>
              <a:t> or H</a:t>
            </a:r>
            <a:r>
              <a:rPr lang="en-NL" sz="2400" b="1" baseline="-25000" dirty="0"/>
              <a:t>a</a:t>
            </a:r>
            <a:r>
              <a:rPr lang="en-NL" sz="2400" b="1" dirty="0"/>
              <a:t>)</a:t>
            </a:r>
          </a:p>
          <a:p>
            <a:endParaRPr lang="en-NL" sz="2400" b="1" dirty="0"/>
          </a:p>
        </p:txBody>
      </p:sp>
      <p:sp>
        <p:nvSpPr>
          <p:cNvPr id="4" name="TextBox 3">
            <a:extLst>
              <a:ext uri="{FF2B5EF4-FFF2-40B4-BE49-F238E27FC236}">
                <a16:creationId xmlns:a16="http://schemas.microsoft.com/office/drawing/2014/main" id="{83FB1C2D-82F3-5FC4-50E9-BE1A7A709F57}"/>
              </a:ext>
            </a:extLst>
          </p:cNvPr>
          <p:cNvSpPr txBox="1"/>
          <p:nvPr/>
        </p:nvSpPr>
        <p:spPr>
          <a:xfrm>
            <a:off x="1921821" y="3297504"/>
            <a:ext cx="5238750" cy="923330"/>
          </a:xfrm>
          <a:prstGeom prst="rect">
            <a:avLst/>
          </a:prstGeom>
          <a:noFill/>
        </p:spPr>
        <p:txBody>
          <a:bodyPr wrap="square" rtlCol="0">
            <a:spAutoFit/>
          </a:bodyPr>
          <a:lstStyle/>
          <a:p>
            <a:r>
              <a:rPr lang="en-NL" dirty="0"/>
              <a:t>This is the reason you are doing research. It’s what you think, what you assume, what motivates you to think that something is perhaps different.</a:t>
            </a:r>
          </a:p>
        </p:txBody>
      </p:sp>
      <p:pic>
        <p:nvPicPr>
          <p:cNvPr id="1026" name="Picture 2" descr="Challenging the Status Quo">
            <a:extLst>
              <a:ext uri="{FF2B5EF4-FFF2-40B4-BE49-F238E27FC236}">
                <a16:creationId xmlns:a16="http://schemas.microsoft.com/office/drawing/2014/main" id="{C7AA5C72-94B9-76D1-88A7-6017D0C26DD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255821" y="4027821"/>
            <a:ext cx="5031429" cy="2830179"/>
          </a:xfrm>
          <a:prstGeom prst="rect">
            <a:avLst/>
          </a:prstGeom>
          <a:noFill/>
          <a:extLst>
            <a:ext uri="{909E8E84-426E-40DD-AFC4-6F175D3DCCD1}">
              <a14:hiddenFill xmlns:a14="http://schemas.microsoft.com/office/drawing/2010/main">
                <a:solidFill>
                  <a:srgbClr val="FFFFFF"/>
                </a:solidFill>
              </a14:hiddenFill>
            </a:ext>
          </a:extLst>
        </p:spPr>
      </p:pic>
      <p:cxnSp>
        <p:nvCxnSpPr>
          <p:cNvPr id="6" name="Straight Arrow Connector 5">
            <a:extLst>
              <a:ext uri="{FF2B5EF4-FFF2-40B4-BE49-F238E27FC236}">
                <a16:creationId xmlns:a16="http://schemas.microsoft.com/office/drawing/2014/main" id="{C6AFC28F-5C05-2C39-271F-9A0399B60C55}"/>
              </a:ext>
            </a:extLst>
          </p:cNvPr>
          <p:cNvCxnSpPr/>
          <p:nvPr/>
        </p:nvCxnSpPr>
        <p:spPr>
          <a:xfrm>
            <a:off x="9848850" y="2409825"/>
            <a:ext cx="1085850" cy="2438400"/>
          </a:xfrm>
          <a:prstGeom prst="straightConnector1">
            <a:avLst/>
          </a:prstGeom>
          <a:ln w="57150">
            <a:solidFill>
              <a:srgbClr val="C0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366472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72545D-1339-7B10-2687-20B2AAB68C40}"/>
              </a:ext>
            </a:extLst>
          </p:cNvPr>
          <p:cNvSpPr>
            <a:spLocks noGrp="1"/>
          </p:cNvSpPr>
          <p:nvPr>
            <p:ph type="title"/>
          </p:nvPr>
        </p:nvSpPr>
        <p:spPr>
          <a:xfrm>
            <a:off x="1341120" y="558801"/>
            <a:ext cx="9841230" cy="1003299"/>
          </a:xfrm>
        </p:spPr>
        <p:txBody>
          <a:bodyPr/>
          <a:lstStyle/>
          <a:p>
            <a:r>
              <a:rPr lang="en-NL" dirty="0"/>
              <a:t>Making statistical hypotheses</a:t>
            </a:r>
          </a:p>
        </p:txBody>
      </p:sp>
      <p:sp>
        <p:nvSpPr>
          <p:cNvPr id="7" name="Slide Number Placeholder 6">
            <a:extLst>
              <a:ext uri="{FF2B5EF4-FFF2-40B4-BE49-F238E27FC236}">
                <a16:creationId xmlns:a16="http://schemas.microsoft.com/office/drawing/2014/main" id="{0B906B55-1D9E-3432-8471-D7043C718B79}"/>
              </a:ext>
            </a:extLst>
          </p:cNvPr>
          <p:cNvSpPr>
            <a:spLocks noGrp="1"/>
          </p:cNvSpPr>
          <p:nvPr>
            <p:ph type="sldNum" sz="quarter" idx="13"/>
          </p:nvPr>
        </p:nvSpPr>
        <p:spPr/>
        <p:txBody>
          <a:bodyPr/>
          <a:lstStyle/>
          <a:p>
            <a:fld id="{A49DFD55-3C28-40EF-9E31-A92D2E4017FF}" type="slidenum">
              <a:rPr lang="en-US" smtClean="0"/>
              <a:pPr/>
              <a:t>8</a:t>
            </a:fld>
            <a:endParaRPr lang="en-US" dirty="0"/>
          </a:p>
        </p:txBody>
      </p:sp>
      <p:sp>
        <p:nvSpPr>
          <p:cNvPr id="3" name="TextBox 2">
            <a:extLst>
              <a:ext uri="{FF2B5EF4-FFF2-40B4-BE49-F238E27FC236}">
                <a16:creationId xmlns:a16="http://schemas.microsoft.com/office/drawing/2014/main" id="{A4F80C28-0F69-6819-9FA8-6CA3A9DC7F2F}"/>
              </a:ext>
            </a:extLst>
          </p:cNvPr>
          <p:cNvSpPr txBox="1"/>
          <p:nvPr/>
        </p:nvSpPr>
        <p:spPr>
          <a:xfrm>
            <a:off x="1717230" y="2266860"/>
            <a:ext cx="5419168" cy="830997"/>
          </a:xfrm>
          <a:prstGeom prst="rect">
            <a:avLst/>
          </a:prstGeom>
          <a:noFill/>
        </p:spPr>
        <p:txBody>
          <a:bodyPr wrap="square" rtlCol="0">
            <a:spAutoFit/>
          </a:bodyPr>
          <a:lstStyle/>
          <a:p>
            <a:r>
              <a:rPr lang="en-NL" sz="2400" b="1" dirty="0"/>
              <a:t>The null hypothesis (H</a:t>
            </a:r>
            <a:r>
              <a:rPr lang="en-NL" sz="2400" b="1" baseline="-25000" dirty="0"/>
              <a:t>1</a:t>
            </a:r>
            <a:r>
              <a:rPr lang="en-NL" sz="2400" b="1" dirty="0"/>
              <a:t> or H</a:t>
            </a:r>
            <a:r>
              <a:rPr lang="en-NL" sz="2400" b="1" baseline="-25000" dirty="0"/>
              <a:t>a</a:t>
            </a:r>
            <a:r>
              <a:rPr lang="en-NL" sz="2400" b="1" dirty="0"/>
              <a:t>)</a:t>
            </a:r>
          </a:p>
          <a:p>
            <a:endParaRPr lang="en-NL" sz="2400" b="1" dirty="0"/>
          </a:p>
        </p:txBody>
      </p:sp>
      <p:sp>
        <p:nvSpPr>
          <p:cNvPr id="4" name="TextBox 3">
            <a:extLst>
              <a:ext uri="{FF2B5EF4-FFF2-40B4-BE49-F238E27FC236}">
                <a16:creationId xmlns:a16="http://schemas.microsoft.com/office/drawing/2014/main" id="{83FB1C2D-82F3-5FC4-50E9-BE1A7A709F57}"/>
              </a:ext>
            </a:extLst>
          </p:cNvPr>
          <p:cNvSpPr txBox="1"/>
          <p:nvPr/>
        </p:nvSpPr>
        <p:spPr>
          <a:xfrm>
            <a:off x="1921821" y="3297504"/>
            <a:ext cx="5238750" cy="923330"/>
          </a:xfrm>
          <a:prstGeom prst="rect">
            <a:avLst/>
          </a:prstGeom>
          <a:noFill/>
        </p:spPr>
        <p:txBody>
          <a:bodyPr wrap="square" rtlCol="0">
            <a:spAutoFit/>
          </a:bodyPr>
          <a:lstStyle/>
          <a:p>
            <a:r>
              <a:rPr lang="en-NL" dirty="0"/>
              <a:t>This is always the opposite of the alternate hypothesis. All outcomes must be accounted for in the hypotheses pair.</a:t>
            </a:r>
          </a:p>
        </p:txBody>
      </p:sp>
      <p:sp>
        <p:nvSpPr>
          <p:cNvPr id="5" name="TextBox 4">
            <a:extLst>
              <a:ext uri="{FF2B5EF4-FFF2-40B4-BE49-F238E27FC236}">
                <a16:creationId xmlns:a16="http://schemas.microsoft.com/office/drawing/2014/main" id="{FD8B94DF-43A7-1C22-D775-9234C5B044E8}"/>
              </a:ext>
            </a:extLst>
          </p:cNvPr>
          <p:cNvSpPr txBox="1"/>
          <p:nvPr/>
        </p:nvSpPr>
        <p:spPr>
          <a:xfrm>
            <a:off x="3936054" y="4505325"/>
            <a:ext cx="3714750" cy="1569660"/>
          </a:xfrm>
          <a:prstGeom prst="rect">
            <a:avLst/>
          </a:prstGeom>
          <a:noFill/>
        </p:spPr>
        <p:txBody>
          <a:bodyPr wrap="square" rtlCol="0">
            <a:spAutoFit/>
          </a:bodyPr>
          <a:lstStyle/>
          <a:p>
            <a:r>
              <a:rPr lang="en-NL" sz="3200" b="1" dirty="0"/>
              <a:t>&lt;    with    </a:t>
            </a:r>
            <a:r>
              <a:rPr lang="en-NL" sz="3200" b="1" dirty="0">
                <a:latin typeface="Calibri" panose="020F0502020204030204" pitchFamily="34" charset="0"/>
                <a:cs typeface="Calibri" panose="020F0502020204030204" pitchFamily="34" charset="0"/>
              </a:rPr>
              <a:t>≥</a:t>
            </a:r>
          </a:p>
          <a:p>
            <a:r>
              <a:rPr lang="en-NL" sz="3200" b="1" dirty="0">
                <a:latin typeface="Calibri" panose="020F0502020204030204" pitchFamily="34" charset="0"/>
                <a:cs typeface="Calibri" panose="020F0502020204030204" pitchFamily="34" charset="0"/>
              </a:rPr>
              <a:t>≤     with     &gt;</a:t>
            </a:r>
          </a:p>
          <a:p>
            <a:r>
              <a:rPr lang="en-NL" sz="3200" b="1" dirty="0">
                <a:latin typeface="Calibri" panose="020F0502020204030204" pitchFamily="34" charset="0"/>
                <a:cs typeface="Calibri" panose="020F0502020204030204" pitchFamily="34" charset="0"/>
              </a:rPr>
              <a:t>=     with     ≠</a:t>
            </a:r>
            <a:endParaRPr lang="en-NL" sz="3200" b="1" dirty="0"/>
          </a:p>
        </p:txBody>
      </p:sp>
      <p:pic>
        <p:nvPicPr>
          <p:cNvPr id="6" name="Picture 2" descr="Challenging the Status Quo">
            <a:extLst>
              <a:ext uri="{FF2B5EF4-FFF2-40B4-BE49-F238E27FC236}">
                <a16:creationId xmlns:a16="http://schemas.microsoft.com/office/drawing/2014/main" id="{E0888D49-943A-5BED-8D63-836128C84E9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255821" y="4027821"/>
            <a:ext cx="5031429" cy="2830179"/>
          </a:xfrm>
          <a:prstGeom prst="rect">
            <a:avLst/>
          </a:prstGeom>
          <a:noFill/>
          <a:extLst>
            <a:ext uri="{909E8E84-426E-40DD-AFC4-6F175D3DCCD1}">
              <a14:hiddenFill xmlns:a14="http://schemas.microsoft.com/office/drawing/2010/main">
                <a:solidFill>
                  <a:srgbClr val="FFFFFF"/>
                </a:solidFill>
              </a14:hiddenFill>
            </a:ext>
          </a:extLst>
        </p:spPr>
      </p:pic>
      <p:cxnSp>
        <p:nvCxnSpPr>
          <p:cNvPr id="8" name="Straight Arrow Connector 7">
            <a:extLst>
              <a:ext uri="{FF2B5EF4-FFF2-40B4-BE49-F238E27FC236}">
                <a16:creationId xmlns:a16="http://schemas.microsoft.com/office/drawing/2014/main" id="{28267D5C-0B04-624F-DF6F-380D07167CCC}"/>
              </a:ext>
            </a:extLst>
          </p:cNvPr>
          <p:cNvCxnSpPr/>
          <p:nvPr/>
        </p:nvCxnSpPr>
        <p:spPr>
          <a:xfrm>
            <a:off x="7107879" y="3297504"/>
            <a:ext cx="1085850" cy="2438400"/>
          </a:xfrm>
          <a:prstGeom prst="straightConnector1">
            <a:avLst/>
          </a:prstGeom>
          <a:ln w="57150">
            <a:solidFill>
              <a:srgbClr val="C0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5779260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3B7AB0-522D-0001-4D5B-83856B80C409}"/>
              </a:ext>
            </a:extLst>
          </p:cNvPr>
          <p:cNvSpPr>
            <a:spLocks noGrp="1"/>
          </p:cNvSpPr>
          <p:nvPr>
            <p:ph type="title"/>
          </p:nvPr>
        </p:nvSpPr>
        <p:spPr>
          <a:xfrm>
            <a:off x="1322318" y="46797"/>
            <a:ext cx="7288282" cy="998887"/>
          </a:xfrm>
        </p:spPr>
        <p:txBody>
          <a:bodyPr/>
          <a:lstStyle/>
          <a:p>
            <a:r>
              <a:rPr lang="en-NL" dirty="0"/>
              <a:t>Make statistical hypotheses</a:t>
            </a:r>
          </a:p>
        </p:txBody>
      </p:sp>
      <p:sp>
        <p:nvSpPr>
          <p:cNvPr id="3" name="Content Placeholder 2">
            <a:extLst>
              <a:ext uri="{FF2B5EF4-FFF2-40B4-BE49-F238E27FC236}">
                <a16:creationId xmlns:a16="http://schemas.microsoft.com/office/drawing/2014/main" id="{55250EFE-02F6-1CB7-E95E-DB996276B3EF}"/>
              </a:ext>
            </a:extLst>
          </p:cNvPr>
          <p:cNvSpPr>
            <a:spLocks noGrp="1"/>
          </p:cNvSpPr>
          <p:nvPr>
            <p:ph sz="half" idx="2"/>
          </p:nvPr>
        </p:nvSpPr>
        <p:spPr>
          <a:xfrm>
            <a:off x="1322318" y="1667703"/>
            <a:ext cx="7288212" cy="1075497"/>
          </a:xfrm>
        </p:spPr>
        <p:txBody>
          <a:bodyPr/>
          <a:lstStyle/>
          <a:p>
            <a:pPr marL="342900" indent="-342900">
              <a:buAutoNum type="arabicParenR"/>
            </a:pPr>
            <a:r>
              <a:rPr lang="en-NL" dirty="0"/>
              <a:t>We want people to be more active. Students currently walk on average 8000 steps a day. A step competition is started to see if daily steps will increase.</a:t>
            </a:r>
          </a:p>
          <a:p>
            <a:pPr marL="342900" indent="-342900">
              <a:buAutoNum type="arabicParenR"/>
            </a:pPr>
            <a:endParaRPr lang="en-NL" dirty="0"/>
          </a:p>
        </p:txBody>
      </p:sp>
      <p:sp>
        <p:nvSpPr>
          <p:cNvPr id="4" name="Slide Number Placeholder 3">
            <a:extLst>
              <a:ext uri="{FF2B5EF4-FFF2-40B4-BE49-F238E27FC236}">
                <a16:creationId xmlns:a16="http://schemas.microsoft.com/office/drawing/2014/main" id="{2598364C-DD56-9ECC-BF2D-1C85F76CACAA}"/>
              </a:ext>
            </a:extLst>
          </p:cNvPr>
          <p:cNvSpPr>
            <a:spLocks noGrp="1"/>
          </p:cNvSpPr>
          <p:nvPr>
            <p:ph type="sldNum" sz="quarter" idx="12"/>
          </p:nvPr>
        </p:nvSpPr>
        <p:spPr/>
        <p:txBody>
          <a:bodyPr/>
          <a:lstStyle/>
          <a:p>
            <a:fld id="{A49DFD55-3C28-40EF-9E31-A92D2E4017FF}" type="slidenum">
              <a:rPr lang="en-US" smtClean="0"/>
              <a:pPr/>
              <a:t>9</a:t>
            </a:fld>
            <a:endParaRPr lang="en-US" dirty="0"/>
          </a:p>
        </p:txBody>
      </p:sp>
      <p:sp>
        <p:nvSpPr>
          <p:cNvPr id="5" name="Content Placeholder 2">
            <a:extLst>
              <a:ext uri="{FF2B5EF4-FFF2-40B4-BE49-F238E27FC236}">
                <a16:creationId xmlns:a16="http://schemas.microsoft.com/office/drawing/2014/main" id="{EF8AD63F-FB45-251A-1FD0-E1DFC73A8C11}"/>
              </a:ext>
            </a:extLst>
          </p:cNvPr>
          <p:cNvSpPr txBox="1">
            <a:spLocks/>
          </p:cNvSpPr>
          <p:nvPr/>
        </p:nvSpPr>
        <p:spPr>
          <a:xfrm>
            <a:off x="1322318" y="3223099"/>
            <a:ext cx="7288212" cy="1075497"/>
          </a:xfrm>
          <a:prstGeom prst="rect">
            <a:avLst/>
          </a:prstGeom>
        </p:spPr>
        <p:txBody>
          <a:bodyPr vert="horz" lIns="91440" tIns="45720" rIns="91440" bIns="45720" rtlCol="0">
            <a:normAutofit/>
          </a:bodyPr>
          <a:lstStyle>
            <a:lvl1pPr marL="0" indent="0" algn="l" defTabSz="914400" rtl="0" eaLnBrk="1" latinLnBrk="0" hangingPunct="1">
              <a:lnSpc>
                <a:spcPct val="100000"/>
              </a:lnSpc>
              <a:spcBef>
                <a:spcPts val="1000"/>
              </a:spcBef>
              <a:buFont typeface="Arial" panose="020B0604020202020204" pitchFamily="34" charset="0"/>
              <a:buNone/>
              <a:defRPr sz="1800" b="1" kern="1200" spc="50" baseline="0">
                <a:solidFill>
                  <a:schemeClr val="tx1"/>
                </a:solidFill>
                <a:latin typeface="+mn-lt"/>
                <a:ea typeface="+mn-ea"/>
                <a:cs typeface="+mn-cs"/>
              </a:defRPr>
            </a:lvl1pPr>
            <a:lvl2pPr marL="283464" indent="-285750" algn="l" defTabSz="914400" rtl="0" eaLnBrk="1" latinLnBrk="0" hangingPunct="1">
              <a:lnSpc>
                <a:spcPct val="100000"/>
              </a:lnSpc>
              <a:spcBef>
                <a:spcPts val="1000"/>
              </a:spcBef>
              <a:buFont typeface="Arial" panose="020B0604020202020204" pitchFamily="34" charset="0"/>
              <a:buChar char="•"/>
              <a:defRPr sz="1800" kern="1200" spc="50" baseline="0">
                <a:solidFill>
                  <a:schemeClr val="tx1"/>
                </a:solidFill>
                <a:latin typeface="+mn-lt"/>
                <a:ea typeface="+mn-ea"/>
                <a:cs typeface="+mn-cs"/>
              </a:defRPr>
            </a:lvl2pPr>
            <a:lvl3pPr marL="566928" indent="-285750" algn="l" defTabSz="914400" rtl="0" eaLnBrk="1" latinLnBrk="0" hangingPunct="1">
              <a:lnSpc>
                <a:spcPct val="100000"/>
              </a:lnSpc>
              <a:spcBef>
                <a:spcPts val="1000"/>
              </a:spcBef>
              <a:buFont typeface="Arial" panose="020B0604020202020204" pitchFamily="34" charset="0"/>
              <a:buChar char="•"/>
              <a:defRPr sz="1800" kern="1200" spc="50" baseline="0">
                <a:solidFill>
                  <a:schemeClr val="tx1"/>
                </a:solidFill>
                <a:latin typeface="+mn-lt"/>
                <a:ea typeface="+mn-ea"/>
                <a:cs typeface="+mn-cs"/>
              </a:defRPr>
            </a:lvl3pPr>
            <a:lvl4pPr marL="859536" indent="-285750" algn="l" defTabSz="914400" rtl="0" eaLnBrk="1" latinLnBrk="0" hangingPunct="1">
              <a:lnSpc>
                <a:spcPct val="100000"/>
              </a:lnSpc>
              <a:spcBef>
                <a:spcPts val="1000"/>
              </a:spcBef>
              <a:buFont typeface="Arial" panose="020B0604020202020204" pitchFamily="34" charset="0"/>
              <a:buChar char="•"/>
              <a:defRPr sz="1800" kern="1200" spc="50" baseline="0">
                <a:solidFill>
                  <a:schemeClr val="tx1"/>
                </a:solidFill>
                <a:latin typeface="+mn-lt"/>
                <a:ea typeface="+mn-ea"/>
                <a:cs typeface="+mn-cs"/>
              </a:defRPr>
            </a:lvl4pPr>
            <a:lvl5pPr marL="1143000" indent="-285750" algn="l" defTabSz="914400" rtl="0" eaLnBrk="1" latinLnBrk="0" hangingPunct="1">
              <a:lnSpc>
                <a:spcPct val="100000"/>
              </a:lnSpc>
              <a:spcBef>
                <a:spcPts val="1000"/>
              </a:spcBef>
              <a:buFont typeface="Arial" panose="020B0604020202020204" pitchFamily="34" charset="0"/>
              <a:buChar char="•"/>
              <a:defRPr sz="1800" kern="1200" spc="5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buFont typeface="+mj-lt"/>
              <a:buAutoNum type="arabicParenR" startAt="2"/>
            </a:pPr>
            <a:r>
              <a:rPr lang="en-NL" dirty="0"/>
              <a:t>It is believed that 30% of people like pineapple on pizza. I think this is wrong. I buy pizza and see how much of each pizza gets eaten. </a:t>
            </a:r>
          </a:p>
        </p:txBody>
      </p:sp>
      <p:sp>
        <p:nvSpPr>
          <p:cNvPr id="6" name="Content Placeholder 2">
            <a:extLst>
              <a:ext uri="{FF2B5EF4-FFF2-40B4-BE49-F238E27FC236}">
                <a16:creationId xmlns:a16="http://schemas.microsoft.com/office/drawing/2014/main" id="{2BA1CAB9-985E-4C8E-F42F-9D4E1541A445}"/>
              </a:ext>
            </a:extLst>
          </p:cNvPr>
          <p:cNvSpPr txBox="1">
            <a:spLocks/>
          </p:cNvSpPr>
          <p:nvPr/>
        </p:nvSpPr>
        <p:spPr>
          <a:xfrm>
            <a:off x="1322318" y="4567517"/>
            <a:ext cx="7288212" cy="1075497"/>
          </a:xfrm>
          <a:prstGeom prst="rect">
            <a:avLst/>
          </a:prstGeom>
        </p:spPr>
        <p:txBody>
          <a:bodyPr vert="horz" lIns="91440" tIns="45720" rIns="91440" bIns="45720" rtlCol="0">
            <a:normAutofit/>
          </a:bodyPr>
          <a:lstStyle>
            <a:lvl1pPr marL="0" indent="0" algn="l" defTabSz="914400" rtl="0" eaLnBrk="1" latinLnBrk="0" hangingPunct="1">
              <a:lnSpc>
                <a:spcPct val="100000"/>
              </a:lnSpc>
              <a:spcBef>
                <a:spcPts val="1000"/>
              </a:spcBef>
              <a:buFont typeface="Arial" panose="020B0604020202020204" pitchFamily="34" charset="0"/>
              <a:buNone/>
              <a:defRPr sz="1800" b="1" kern="1200" spc="50" baseline="0">
                <a:solidFill>
                  <a:schemeClr val="tx1"/>
                </a:solidFill>
                <a:latin typeface="+mn-lt"/>
                <a:ea typeface="+mn-ea"/>
                <a:cs typeface="+mn-cs"/>
              </a:defRPr>
            </a:lvl1pPr>
            <a:lvl2pPr marL="283464" indent="-285750" algn="l" defTabSz="914400" rtl="0" eaLnBrk="1" latinLnBrk="0" hangingPunct="1">
              <a:lnSpc>
                <a:spcPct val="100000"/>
              </a:lnSpc>
              <a:spcBef>
                <a:spcPts val="1000"/>
              </a:spcBef>
              <a:buFont typeface="Arial" panose="020B0604020202020204" pitchFamily="34" charset="0"/>
              <a:buChar char="•"/>
              <a:defRPr sz="1800" kern="1200" spc="50" baseline="0">
                <a:solidFill>
                  <a:schemeClr val="tx1"/>
                </a:solidFill>
                <a:latin typeface="+mn-lt"/>
                <a:ea typeface="+mn-ea"/>
                <a:cs typeface="+mn-cs"/>
              </a:defRPr>
            </a:lvl2pPr>
            <a:lvl3pPr marL="566928" indent="-285750" algn="l" defTabSz="914400" rtl="0" eaLnBrk="1" latinLnBrk="0" hangingPunct="1">
              <a:lnSpc>
                <a:spcPct val="100000"/>
              </a:lnSpc>
              <a:spcBef>
                <a:spcPts val="1000"/>
              </a:spcBef>
              <a:buFont typeface="Arial" panose="020B0604020202020204" pitchFamily="34" charset="0"/>
              <a:buChar char="•"/>
              <a:defRPr sz="1800" kern="1200" spc="50" baseline="0">
                <a:solidFill>
                  <a:schemeClr val="tx1"/>
                </a:solidFill>
                <a:latin typeface="+mn-lt"/>
                <a:ea typeface="+mn-ea"/>
                <a:cs typeface="+mn-cs"/>
              </a:defRPr>
            </a:lvl3pPr>
            <a:lvl4pPr marL="859536" indent="-285750" algn="l" defTabSz="914400" rtl="0" eaLnBrk="1" latinLnBrk="0" hangingPunct="1">
              <a:lnSpc>
                <a:spcPct val="100000"/>
              </a:lnSpc>
              <a:spcBef>
                <a:spcPts val="1000"/>
              </a:spcBef>
              <a:buFont typeface="Arial" panose="020B0604020202020204" pitchFamily="34" charset="0"/>
              <a:buChar char="•"/>
              <a:defRPr sz="1800" kern="1200" spc="50" baseline="0">
                <a:solidFill>
                  <a:schemeClr val="tx1"/>
                </a:solidFill>
                <a:latin typeface="+mn-lt"/>
                <a:ea typeface="+mn-ea"/>
                <a:cs typeface="+mn-cs"/>
              </a:defRPr>
            </a:lvl4pPr>
            <a:lvl5pPr marL="1143000" indent="-285750" algn="l" defTabSz="914400" rtl="0" eaLnBrk="1" latinLnBrk="0" hangingPunct="1">
              <a:lnSpc>
                <a:spcPct val="100000"/>
              </a:lnSpc>
              <a:spcBef>
                <a:spcPts val="1000"/>
              </a:spcBef>
              <a:buFont typeface="Arial" panose="020B0604020202020204" pitchFamily="34" charset="0"/>
              <a:buChar char="•"/>
              <a:defRPr sz="1800" kern="1200" spc="5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buFont typeface="+mj-lt"/>
              <a:buAutoNum type="arabicParenR" startAt="3"/>
            </a:pPr>
            <a:r>
              <a:rPr lang="en-NL" dirty="0"/>
              <a:t>Students spend an average of 6 hours a day on TikTok. We wonder if that decreases during exam week.</a:t>
            </a:r>
          </a:p>
        </p:txBody>
      </p:sp>
      <p:sp>
        <p:nvSpPr>
          <p:cNvPr id="7" name="Content Placeholder 2">
            <a:extLst>
              <a:ext uri="{FF2B5EF4-FFF2-40B4-BE49-F238E27FC236}">
                <a16:creationId xmlns:a16="http://schemas.microsoft.com/office/drawing/2014/main" id="{F32B93FD-A1AF-709F-FF98-4FFE825E5AC0}"/>
              </a:ext>
            </a:extLst>
          </p:cNvPr>
          <p:cNvSpPr txBox="1">
            <a:spLocks/>
          </p:cNvSpPr>
          <p:nvPr/>
        </p:nvSpPr>
        <p:spPr>
          <a:xfrm>
            <a:off x="1322318" y="5632773"/>
            <a:ext cx="7288212" cy="585596"/>
          </a:xfrm>
          <a:prstGeom prst="rect">
            <a:avLst/>
          </a:prstGeom>
        </p:spPr>
        <p:txBody>
          <a:bodyPr vert="horz" lIns="91440" tIns="45720" rIns="91440" bIns="45720" rtlCol="0">
            <a:normAutofit lnSpcReduction="10000"/>
          </a:bodyPr>
          <a:lstStyle>
            <a:lvl1pPr marL="0" indent="0" algn="l" defTabSz="914400" rtl="0" eaLnBrk="1" latinLnBrk="0" hangingPunct="1">
              <a:lnSpc>
                <a:spcPct val="100000"/>
              </a:lnSpc>
              <a:spcBef>
                <a:spcPts val="1000"/>
              </a:spcBef>
              <a:buFont typeface="Arial" panose="020B0604020202020204" pitchFamily="34" charset="0"/>
              <a:buNone/>
              <a:defRPr sz="1800" b="1" kern="1200" spc="50" baseline="0">
                <a:solidFill>
                  <a:schemeClr val="tx1"/>
                </a:solidFill>
                <a:latin typeface="+mn-lt"/>
                <a:ea typeface="+mn-ea"/>
                <a:cs typeface="+mn-cs"/>
              </a:defRPr>
            </a:lvl1pPr>
            <a:lvl2pPr marL="283464" indent="-285750" algn="l" defTabSz="914400" rtl="0" eaLnBrk="1" latinLnBrk="0" hangingPunct="1">
              <a:lnSpc>
                <a:spcPct val="100000"/>
              </a:lnSpc>
              <a:spcBef>
                <a:spcPts val="1000"/>
              </a:spcBef>
              <a:buFont typeface="Arial" panose="020B0604020202020204" pitchFamily="34" charset="0"/>
              <a:buChar char="•"/>
              <a:defRPr sz="1800" kern="1200" spc="50" baseline="0">
                <a:solidFill>
                  <a:schemeClr val="tx1"/>
                </a:solidFill>
                <a:latin typeface="+mn-lt"/>
                <a:ea typeface="+mn-ea"/>
                <a:cs typeface="+mn-cs"/>
              </a:defRPr>
            </a:lvl2pPr>
            <a:lvl3pPr marL="566928" indent="-285750" algn="l" defTabSz="914400" rtl="0" eaLnBrk="1" latinLnBrk="0" hangingPunct="1">
              <a:lnSpc>
                <a:spcPct val="100000"/>
              </a:lnSpc>
              <a:spcBef>
                <a:spcPts val="1000"/>
              </a:spcBef>
              <a:buFont typeface="Arial" panose="020B0604020202020204" pitchFamily="34" charset="0"/>
              <a:buChar char="•"/>
              <a:defRPr sz="1800" kern="1200" spc="50" baseline="0">
                <a:solidFill>
                  <a:schemeClr val="tx1"/>
                </a:solidFill>
                <a:latin typeface="+mn-lt"/>
                <a:ea typeface="+mn-ea"/>
                <a:cs typeface="+mn-cs"/>
              </a:defRPr>
            </a:lvl3pPr>
            <a:lvl4pPr marL="859536" indent="-285750" algn="l" defTabSz="914400" rtl="0" eaLnBrk="1" latinLnBrk="0" hangingPunct="1">
              <a:lnSpc>
                <a:spcPct val="100000"/>
              </a:lnSpc>
              <a:spcBef>
                <a:spcPts val="1000"/>
              </a:spcBef>
              <a:buFont typeface="Arial" panose="020B0604020202020204" pitchFamily="34" charset="0"/>
              <a:buChar char="•"/>
              <a:defRPr sz="1800" kern="1200" spc="50" baseline="0">
                <a:solidFill>
                  <a:schemeClr val="tx1"/>
                </a:solidFill>
                <a:latin typeface="+mn-lt"/>
                <a:ea typeface="+mn-ea"/>
                <a:cs typeface="+mn-cs"/>
              </a:defRPr>
            </a:lvl4pPr>
            <a:lvl5pPr marL="1143000" indent="-285750" algn="l" defTabSz="914400" rtl="0" eaLnBrk="1" latinLnBrk="0" hangingPunct="1">
              <a:lnSpc>
                <a:spcPct val="100000"/>
              </a:lnSpc>
              <a:spcBef>
                <a:spcPts val="1000"/>
              </a:spcBef>
              <a:buFont typeface="Arial" panose="020B0604020202020204" pitchFamily="34" charset="0"/>
              <a:buChar char="•"/>
              <a:defRPr sz="1800" kern="1200" spc="5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buFont typeface="+mj-lt"/>
              <a:buAutoNum type="arabicParenR" startAt="4"/>
            </a:pPr>
            <a:r>
              <a:rPr lang="en-NL" dirty="0"/>
              <a:t>An employment agency believes more of their successfully placed candidates have a higher education. </a:t>
            </a:r>
          </a:p>
        </p:txBody>
      </p:sp>
      <p:sp>
        <p:nvSpPr>
          <p:cNvPr id="8" name="TextBox 7">
            <a:extLst>
              <a:ext uri="{FF2B5EF4-FFF2-40B4-BE49-F238E27FC236}">
                <a16:creationId xmlns:a16="http://schemas.microsoft.com/office/drawing/2014/main" id="{E3C144DD-612E-8B0E-9A32-D1E8F5BAD074}"/>
              </a:ext>
            </a:extLst>
          </p:cNvPr>
          <p:cNvSpPr txBox="1"/>
          <p:nvPr/>
        </p:nvSpPr>
        <p:spPr>
          <a:xfrm>
            <a:off x="1924116" y="2639507"/>
            <a:ext cx="1714499" cy="400110"/>
          </a:xfrm>
          <a:prstGeom prst="rect">
            <a:avLst/>
          </a:prstGeom>
          <a:noFill/>
        </p:spPr>
        <p:txBody>
          <a:bodyPr wrap="square" rtlCol="0">
            <a:spAutoFit/>
          </a:bodyPr>
          <a:lstStyle/>
          <a:p>
            <a:r>
              <a:rPr lang="en-NL" sz="2000" b="1" dirty="0">
                <a:solidFill>
                  <a:srgbClr val="C00000"/>
                </a:solidFill>
              </a:rPr>
              <a:t>H0: µ </a:t>
            </a:r>
            <a:r>
              <a:rPr lang="en-NL" sz="2000" b="1" dirty="0">
                <a:solidFill>
                  <a:srgbClr val="C00000"/>
                </a:solidFill>
                <a:latin typeface="Calibri" panose="020F0502020204030204" pitchFamily="34" charset="0"/>
                <a:cs typeface="Calibri" panose="020F0502020204030204" pitchFamily="34" charset="0"/>
              </a:rPr>
              <a:t>≤</a:t>
            </a:r>
            <a:r>
              <a:rPr lang="en-NL" sz="2000" b="1" dirty="0">
                <a:solidFill>
                  <a:srgbClr val="C00000"/>
                </a:solidFill>
              </a:rPr>
              <a:t> 8000 </a:t>
            </a:r>
          </a:p>
        </p:txBody>
      </p:sp>
      <p:sp>
        <p:nvSpPr>
          <p:cNvPr id="15" name="TextBox 14">
            <a:extLst>
              <a:ext uri="{FF2B5EF4-FFF2-40B4-BE49-F238E27FC236}">
                <a16:creationId xmlns:a16="http://schemas.microsoft.com/office/drawing/2014/main" id="{F23938FF-75CB-19F0-E396-B0053497E8A2}"/>
              </a:ext>
            </a:extLst>
          </p:cNvPr>
          <p:cNvSpPr txBox="1"/>
          <p:nvPr/>
        </p:nvSpPr>
        <p:spPr>
          <a:xfrm>
            <a:off x="5033927" y="6354680"/>
            <a:ext cx="3719550" cy="400110"/>
          </a:xfrm>
          <a:prstGeom prst="rect">
            <a:avLst/>
          </a:prstGeom>
          <a:noFill/>
        </p:spPr>
        <p:txBody>
          <a:bodyPr wrap="square" rtlCol="0">
            <a:spAutoFit/>
          </a:bodyPr>
          <a:lstStyle/>
          <a:p>
            <a:r>
              <a:rPr lang="en-NL" sz="2000" b="1" dirty="0">
                <a:solidFill>
                  <a:srgbClr val="C00000"/>
                </a:solidFill>
                <a:latin typeface="Calibri" panose="020F0502020204030204" pitchFamily="34" charset="0"/>
                <a:cs typeface="Calibri" panose="020F0502020204030204" pitchFamily="34" charset="0"/>
              </a:rPr>
              <a:t>H1: </a:t>
            </a:r>
            <a:r>
              <a:rPr lang="el-GR" sz="2000" b="1" dirty="0">
                <a:solidFill>
                  <a:srgbClr val="C00000"/>
                </a:solidFill>
                <a:latin typeface="Calibri" panose="020F0502020204030204" pitchFamily="34" charset="0"/>
                <a:cs typeface="Calibri" panose="020F0502020204030204" pitchFamily="34" charset="0"/>
              </a:rPr>
              <a:t>π</a:t>
            </a:r>
            <a:r>
              <a:rPr lang="en-NL" sz="2000" b="1" dirty="0">
                <a:solidFill>
                  <a:srgbClr val="C00000"/>
                </a:solidFill>
                <a:latin typeface="Calibri" panose="020F0502020204030204" pitchFamily="34" charset="0"/>
                <a:cs typeface="Calibri" panose="020F0502020204030204" pitchFamily="34" charset="0"/>
              </a:rPr>
              <a:t> degree &gt; </a:t>
            </a:r>
            <a:r>
              <a:rPr lang="el-GR" sz="2000" b="1" dirty="0">
                <a:solidFill>
                  <a:srgbClr val="C00000"/>
                </a:solidFill>
                <a:latin typeface="Calibri" panose="020F0502020204030204" pitchFamily="34" charset="0"/>
                <a:cs typeface="Calibri" panose="020F0502020204030204" pitchFamily="34" charset="0"/>
              </a:rPr>
              <a:t>π</a:t>
            </a:r>
            <a:r>
              <a:rPr lang="en-NL" sz="2000" b="1" dirty="0">
                <a:solidFill>
                  <a:srgbClr val="C00000"/>
                </a:solidFill>
                <a:latin typeface="Calibri" panose="020F0502020204030204" pitchFamily="34" charset="0"/>
                <a:cs typeface="Calibri" panose="020F0502020204030204" pitchFamily="34" charset="0"/>
              </a:rPr>
              <a:t> no degree</a:t>
            </a:r>
            <a:r>
              <a:rPr lang="en-NL" sz="2000" b="1" dirty="0">
                <a:solidFill>
                  <a:srgbClr val="C00000"/>
                </a:solidFill>
              </a:rPr>
              <a:t>    </a:t>
            </a:r>
          </a:p>
        </p:txBody>
      </p:sp>
      <p:sp>
        <p:nvSpPr>
          <p:cNvPr id="16" name="TextBox 15">
            <a:extLst>
              <a:ext uri="{FF2B5EF4-FFF2-40B4-BE49-F238E27FC236}">
                <a16:creationId xmlns:a16="http://schemas.microsoft.com/office/drawing/2014/main" id="{F2231DF8-3504-0CAC-22CC-A500FF5719A5}"/>
              </a:ext>
            </a:extLst>
          </p:cNvPr>
          <p:cNvSpPr txBox="1"/>
          <p:nvPr/>
        </p:nvSpPr>
        <p:spPr>
          <a:xfrm>
            <a:off x="4797752" y="2677606"/>
            <a:ext cx="1714499" cy="400110"/>
          </a:xfrm>
          <a:prstGeom prst="rect">
            <a:avLst/>
          </a:prstGeom>
          <a:noFill/>
        </p:spPr>
        <p:txBody>
          <a:bodyPr wrap="square" rtlCol="0">
            <a:spAutoFit/>
          </a:bodyPr>
          <a:lstStyle/>
          <a:p>
            <a:r>
              <a:rPr lang="en-NL" sz="2000" b="1" dirty="0">
                <a:solidFill>
                  <a:srgbClr val="C00000"/>
                </a:solidFill>
              </a:rPr>
              <a:t>H1: µ </a:t>
            </a:r>
            <a:r>
              <a:rPr lang="en-NL" sz="2000" b="1" dirty="0">
                <a:solidFill>
                  <a:srgbClr val="C00000"/>
                </a:solidFill>
                <a:latin typeface="Calibri" panose="020F0502020204030204" pitchFamily="34" charset="0"/>
                <a:cs typeface="Calibri" panose="020F0502020204030204" pitchFamily="34" charset="0"/>
              </a:rPr>
              <a:t>&gt;</a:t>
            </a:r>
            <a:r>
              <a:rPr lang="en-NL" sz="2000" b="1" dirty="0">
                <a:solidFill>
                  <a:srgbClr val="C00000"/>
                </a:solidFill>
              </a:rPr>
              <a:t> 8000 </a:t>
            </a:r>
          </a:p>
        </p:txBody>
      </p:sp>
      <p:sp>
        <p:nvSpPr>
          <p:cNvPr id="17" name="TextBox 16">
            <a:extLst>
              <a:ext uri="{FF2B5EF4-FFF2-40B4-BE49-F238E27FC236}">
                <a16:creationId xmlns:a16="http://schemas.microsoft.com/office/drawing/2014/main" id="{D83837E6-D142-3016-0523-77E4702F027D}"/>
              </a:ext>
            </a:extLst>
          </p:cNvPr>
          <p:cNvSpPr txBox="1"/>
          <p:nvPr/>
        </p:nvSpPr>
        <p:spPr>
          <a:xfrm>
            <a:off x="1924117" y="4091210"/>
            <a:ext cx="1714499" cy="400110"/>
          </a:xfrm>
          <a:prstGeom prst="rect">
            <a:avLst/>
          </a:prstGeom>
          <a:noFill/>
        </p:spPr>
        <p:txBody>
          <a:bodyPr wrap="square" rtlCol="0">
            <a:spAutoFit/>
          </a:bodyPr>
          <a:lstStyle/>
          <a:p>
            <a:r>
              <a:rPr lang="en-NL" sz="2000" b="1" dirty="0">
                <a:solidFill>
                  <a:srgbClr val="C00000"/>
                </a:solidFill>
              </a:rPr>
              <a:t>H0: </a:t>
            </a:r>
            <a:r>
              <a:rPr lang="en-NL" sz="2000" b="1" dirty="0">
                <a:solidFill>
                  <a:srgbClr val="C00000"/>
                </a:solidFill>
                <a:latin typeface="Calibri" panose="020F0502020204030204" pitchFamily="34" charset="0"/>
                <a:cs typeface="Calibri" panose="020F0502020204030204" pitchFamily="34" charset="0"/>
              </a:rPr>
              <a:t>π</a:t>
            </a:r>
            <a:r>
              <a:rPr lang="en-NL" sz="2000" b="1" dirty="0">
                <a:solidFill>
                  <a:srgbClr val="C00000"/>
                </a:solidFill>
              </a:rPr>
              <a:t> </a:t>
            </a:r>
            <a:r>
              <a:rPr lang="en-NL" sz="2000" b="1" dirty="0">
                <a:solidFill>
                  <a:srgbClr val="C00000"/>
                </a:solidFill>
                <a:latin typeface="Calibri" panose="020F0502020204030204" pitchFamily="34" charset="0"/>
                <a:cs typeface="Calibri" panose="020F0502020204030204" pitchFamily="34" charset="0"/>
              </a:rPr>
              <a:t>=</a:t>
            </a:r>
            <a:r>
              <a:rPr lang="en-NL" sz="2000" b="1" dirty="0">
                <a:solidFill>
                  <a:srgbClr val="C00000"/>
                </a:solidFill>
              </a:rPr>
              <a:t> 0.3 </a:t>
            </a:r>
          </a:p>
        </p:txBody>
      </p:sp>
      <p:sp>
        <p:nvSpPr>
          <p:cNvPr id="18" name="TextBox 17">
            <a:extLst>
              <a:ext uri="{FF2B5EF4-FFF2-40B4-BE49-F238E27FC236}">
                <a16:creationId xmlns:a16="http://schemas.microsoft.com/office/drawing/2014/main" id="{F541745E-E642-6DC1-E233-53F710D64CA5}"/>
              </a:ext>
            </a:extLst>
          </p:cNvPr>
          <p:cNvSpPr txBox="1"/>
          <p:nvPr/>
        </p:nvSpPr>
        <p:spPr>
          <a:xfrm>
            <a:off x="4838699" y="3994848"/>
            <a:ext cx="1714499" cy="400110"/>
          </a:xfrm>
          <a:prstGeom prst="rect">
            <a:avLst/>
          </a:prstGeom>
          <a:noFill/>
        </p:spPr>
        <p:txBody>
          <a:bodyPr wrap="square" rtlCol="0">
            <a:spAutoFit/>
          </a:bodyPr>
          <a:lstStyle/>
          <a:p>
            <a:r>
              <a:rPr lang="en-NL" sz="2000" b="1" dirty="0">
                <a:solidFill>
                  <a:srgbClr val="C00000"/>
                </a:solidFill>
              </a:rPr>
              <a:t>H1: </a:t>
            </a:r>
            <a:r>
              <a:rPr lang="en-NL" sz="2000" b="1" dirty="0">
                <a:solidFill>
                  <a:srgbClr val="C00000"/>
                </a:solidFill>
                <a:latin typeface="Calibri" panose="020F0502020204030204" pitchFamily="34" charset="0"/>
                <a:cs typeface="Calibri" panose="020F0502020204030204" pitchFamily="34" charset="0"/>
              </a:rPr>
              <a:t>π</a:t>
            </a:r>
            <a:r>
              <a:rPr lang="en-NL" sz="2000" b="1" dirty="0">
                <a:solidFill>
                  <a:srgbClr val="C00000"/>
                </a:solidFill>
              </a:rPr>
              <a:t> </a:t>
            </a:r>
            <a:r>
              <a:rPr lang="en-NL" sz="2000" b="1" dirty="0">
                <a:solidFill>
                  <a:srgbClr val="C00000"/>
                </a:solidFill>
                <a:latin typeface="Calibri" panose="020F0502020204030204" pitchFamily="34" charset="0"/>
                <a:cs typeface="Calibri" panose="020F0502020204030204" pitchFamily="34" charset="0"/>
              </a:rPr>
              <a:t>≠</a:t>
            </a:r>
            <a:r>
              <a:rPr lang="en-NL" sz="2000" b="1" dirty="0">
                <a:solidFill>
                  <a:srgbClr val="C00000"/>
                </a:solidFill>
              </a:rPr>
              <a:t> 0.3 </a:t>
            </a:r>
          </a:p>
        </p:txBody>
      </p:sp>
      <p:sp>
        <p:nvSpPr>
          <p:cNvPr id="19" name="TextBox 18">
            <a:extLst>
              <a:ext uri="{FF2B5EF4-FFF2-40B4-BE49-F238E27FC236}">
                <a16:creationId xmlns:a16="http://schemas.microsoft.com/office/drawing/2014/main" id="{3C5781CB-2F39-6357-C7F3-BCF342F43C6A}"/>
              </a:ext>
            </a:extLst>
          </p:cNvPr>
          <p:cNvSpPr txBox="1"/>
          <p:nvPr/>
        </p:nvSpPr>
        <p:spPr>
          <a:xfrm>
            <a:off x="1928813" y="5192198"/>
            <a:ext cx="1714499" cy="400110"/>
          </a:xfrm>
          <a:prstGeom prst="rect">
            <a:avLst/>
          </a:prstGeom>
          <a:noFill/>
        </p:spPr>
        <p:txBody>
          <a:bodyPr wrap="square" rtlCol="0">
            <a:spAutoFit/>
          </a:bodyPr>
          <a:lstStyle/>
          <a:p>
            <a:r>
              <a:rPr lang="en-NL" sz="2000" b="1" dirty="0">
                <a:solidFill>
                  <a:srgbClr val="C00000"/>
                </a:solidFill>
              </a:rPr>
              <a:t>H0: µ </a:t>
            </a:r>
            <a:r>
              <a:rPr lang="en-NL" sz="2000" b="1" dirty="0">
                <a:solidFill>
                  <a:srgbClr val="C00000"/>
                </a:solidFill>
                <a:latin typeface="Calibri" panose="020F0502020204030204" pitchFamily="34" charset="0"/>
                <a:cs typeface="Calibri" panose="020F0502020204030204" pitchFamily="34" charset="0"/>
              </a:rPr>
              <a:t>≥</a:t>
            </a:r>
            <a:r>
              <a:rPr lang="en-NL" sz="2000" b="1" dirty="0">
                <a:solidFill>
                  <a:srgbClr val="C00000"/>
                </a:solidFill>
              </a:rPr>
              <a:t> 6 </a:t>
            </a:r>
          </a:p>
        </p:txBody>
      </p:sp>
      <p:sp>
        <p:nvSpPr>
          <p:cNvPr id="20" name="TextBox 19">
            <a:extLst>
              <a:ext uri="{FF2B5EF4-FFF2-40B4-BE49-F238E27FC236}">
                <a16:creationId xmlns:a16="http://schemas.microsoft.com/office/drawing/2014/main" id="{1F5B8B25-EFAC-E192-AF9C-72927C8965D4}"/>
              </a:ext>
            </a:extLst>
          </p:cNvPr>
          <p:cNvSpPr txBox="1"/>
          <p:nvPr/>
        </p:nvSpPr>
        <p:spPr>
          <a:xfrm>
            <a:off x="4966424" y="5242904"/>
            <a:ext cx="1714499" cy="400110"/>
          </a:xfrm>
          <a:prstGeom prst="rect">
            <a:avLst/>
          </a:prstGeom>
          <a:noFill/>
        </p:spPr>
        <p:txBody>
          <a:bodyPr wrap="square" rtlCol="0">
            <a:spAutoFit/>
          </a:bodyPr>
          <a:lstStyle/>
          <a:p>
            <a:r>
              <a:rPr lang="en-NL" sz="2000" b="1" dirty="0">
                <a:solidFill>
                  <a:srgbClr val="C00000"/>
                </a:solidFill>
              </a:rPr>
              <a:t>H1: µ </a:t>
            </a:r>
            <a:r>
              <a:rPr lang="en-NL" sz="2000" b="1" dirty="0">
                <a:solidFill>
                  <a:srgbClr val="C00000"/>
                </a:solidFill>
                <a:latin typeface="Calibri" panose="020F0502020204030204" pitchFamily="34" charset="0"/>
                <a:cs typeface="Calibri" panose="020F0502020204030204" pitchFamily="34" charset="0"/>
              </a:rPr>
              <a:t>&lt;</a:t>
            </a:r>
            <a:r>
              <a:rPr lang="en-NL" sz="2000" b="1" dirty="0">
                <a:solidFill>
                  <a:srgbClr val="C00000"/>
                </a:solidFill>
              </a:rPr>
              <a:t> 6 </a:t>
            </a:r>
          </a:p>
        </p:txBody>
      </p:sp>
      <p:sp>
        <p:nvSpPr>
          <p:cNvPr id="21" name="TextBox 20">
            <a:extLst>
              <a:ext uri="{FF2B5EF4-FFF2-40B4-BE49-F238E27FC236}">
                <a16:creationId xmlns:a16="http://schemas.microsoft.com/office/drawing/2014/main" id="{D0E35277-89BE-B187-F3B2-9A74E0473241}"/>
              </a:ext>
            </a:extLst>
          </p:cNvPr>
          <p:cNvSpPr txBox="1"/>
          <p:nvPr/>
        </p:nvSpPr>
        <p:spPr>
          <a:xfrm>
            <a:off x="1554279" y="6354680"/>
            <a:ext cx="3719550" cy="400110"/>
          </a:xfrm>
          <a:prstGeom prst="rect">
            <a:avLst/>
          </a:prstGeom>
          <a:noFill/>
        </p:spPr>
        <p:txBody>
          <a:bodyPr wrap="square" rtlCol="0">
            <a:spAutoFit/>
          </a:bodyPr>
          <a:lstStyle/>
          <a:p>
            <a:r>
              <a:rPr lang="en-NL" sz="2000" b="1" dirty="0">
                <a:solidFill>
                  <a:srgbClr val="C00000"/>
                </a:solidFill>
                <a:latin typeface="Calibri" panose="020F0502020204030204" pitchFamily="34" charset="0"/>
                <a:cs typeface="Calibri" panose="020F0502020204030204" pitchFamily="34" charset="0"/>
              </a:rPr>
              <a:t>H0: </a:t>
            </a:r>
            <a:r>
              <a:rPr lang="el-GR" sz="2000" b="1" dirty="0">
                <a:solidFill>
                  <a:srgbClr val="C00000"/>
                </a:solidFill>
                <a:latin typeface="Calibri" panose="020F0502020204030204" pitchFamily="34" charset="0"/>
                <a:cs typeface="Calibri" panose="020F0502020204030204" pitchFamily="34" charset="0"/>
              </a:rPr>
              <a:t>π</a:t>
            </a:r>
            <a:r>
              <a:rPr lang="en-NL" sz="2000" b="1" dirty="0">
                <a:solidFill>
                  <a:srgbClr val="C00000"/>
                </a:solidFill>
                <a:latin typeface="Calibri" panose="020F0502020204030204" pitchFamily="34" charset="0"/>
                <a:cs typeface="Calibri" panose="020F0502020204030204" pitchFamily="34" charset="0"/>
              </a:rPr>
              <a:t> degree ≤ </a:t>
            </a:r>
            <a:r>
              <a:rPr lang="el-GR" sz="2000" b="1" dirty="0">
                <a:solidFill>
                  <a:srgbClr val="C00000"/>
                </a:solidFill>
                <a:latin typeface="Calibri" panose="020F0502020204030204" pitchFamily="34" charset="0"/>
                <a:cs typeface="Calibri" panose="020F0502020204030204" pitchFamily="34" charset="0"/>
              </a:rPr>
              <a:t>π</a:t>
            </a:r>
            <a:r>
              <a:rPr lang="en-NL" sz="2000" b="1" dirty="0">
                <a:solidFill>
                  <a:srgbClr val="C00000"/>
                </a:solidFill>
                <a:latin typeface="Calibri" panose="020F0502020204030204" pitchFamily="34" charset="0"/>
                <a:cs typeface="Calibri" panose="020F0502020204030204" pitchFamily="34" charset="0"/>
              </a:rPr>
              <a:t> no degree</a:t>
            </a:r>
            <a:r>
              <a:rPr lang="en-NL" sz="2000" b="1" dirty="0">
                <a:solidFill>
                  <a:srgbClr val="C00000"/>
                </a:solidFill>
              </a:rPr>
              <a:t>    </a:t>
            </a:r>
          </a:p>
        </p:txBody>
      </p:sp>
    </p:spTree>
    <p:extLst>
      <p:ext uri="{BB962C8B-B14F-4D97-AF65-F5344CB8AC3E}">
        <p14:creationId xmlns:p14="http://schemas.microsoft.com/office/powerpoint/2010/main" val="13038414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6"/>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0"/>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9"/>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7"/>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5"/>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8" grpId="0"/>
      <p:bldP spid="15" grpId="0"/>
      <p:bldP spid="16" grpId="0"/>
      <p:bldP spid="17" grpId="0"/>
      <p:bldP spid="18" grpId="0"/>
      <p:bldP spid="19" grpId="0"/>
      <p:bldP spid="20" grpId="0"/>
      <p:bldP spid="21"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72545D-1339-7B10-2687-20B2AAB68C40}"/>
              </a:ext>
            </a:extLst>
          </p:cNvPr>
          <p:cNvSpPr>
            <a:spLocks noGrp="1"/>
          </p:cNvSpPr>
          <p:nvPr>
            <p:ph type="title"/>
          </p:nvPr>
        </p:nvSpPr>
        <p:spPr>
          <a:xfrm>
            <a:off x="1341120" y="558801"/>
            <a:ext cx="9841230" cy="1003299"/>
          </a:xfrm>
        </p:spPr>
        <p:txBody>
          <a:bodyPr/>
          <a:lstStyle/>
          <a:p>
            <a:r>
              <a:rPr lang="en-NL" dirty="0"/>
              <a:t>So now you have two options to choose from</a:t>
            </a:r>
          </a:p>
        </p:txBody>
      </p:sp>
      <p:sp>
        <p:nvSpPr>
          <p:cNvPr id="7" name="Slide Number Placeholder 6">
            <a:extLst>
              <a:ext uri="{FF2B5EF4-FFF2-40B4-BE49-F238E27FC236}">
                <a16:creationId xmlns:a16="http://schemas.microsoft.com/office/drawing/2014/main" id="{0B906B55-1D9E-3432-8471-D7043C718B79}"/>
              </a:ext>
            </a:extLst>
          </p:cNvPr>
          <p:cNvSpPr>
            <a:spLocks noGrp="1"/>
          </p:cNvSpPr>
          <p:nvPr>
            <p:ph type="sldNum" sz="quarter" idx="13"/>
          </p:nvPr>
        </p:nvSpPr>
        <p:spPr/>
        <p:txBody>
          <a:bodyPr/>
          <a:lstStyle/>
          <a:p>
            <a:fld id="{A49DFD55-3C28-40EF-9E31-A92D2E4017FF}" type="slidenum">
              <a:rPr lang="en-US" smtClean="0"/>
              <a:pPr/>
              <a:t>10</a:t>
            </a:fld>
            <a:endParaRPr lang="en-US" dirty="0"/>
          </a:p>
        </p:txBody>
      </p:sp>
      <p:pic>
        <p:nvPicPr>
          <p:cNvPr id="11" name="Graphic 10" descr="Confused person with solid fill">
            <a:extLst>
              <a:ext uri="{FF2B5EF4-FFF2-40B4-BE49-F238E27FC236}">
                <a16:creationId xmlns:a16="http://schemas.microsoft.com/office/drawing/2014/main" id="{1FBB94AA-0C25-92D8-4E67-A8F5DFC54A40}"/>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4591050" y="3606801"/>
            <a:ext cx="1962150" cy="1962150"/>
          </a:xfrm>
          <a:prstGeom prst="rect">
            <a:avLst/>
          </a:prstGeom>
        </p:spPr>
      </p:pic>
      <p:sp>
        <p:nvSpPr>
          <p:cNvPr id="12" name="Speech Bubble: Oval 11">
            <a:extLst>
              <a:ext uri="{FF2B5EF4-FFF2-40B4-BE49-F238E27FC236}">
                <a16:creationId xmlns:a16="http://schemas.microsoft.com/office/drawing/2014/main" id="{DA777499-864F-3DEC-759D-A9E0A502A349}"/>
              </a:ext>
            </a:extLst>
          </p:cNvPr>
          <p:cNvSpPr/>
          <p:nvPr/>
        </p:nvSpPr>
        <p:spPr>
          <a:xfrm>
            <a:off x="5257800" y="1790700"/>
            <a:ext cx="4029075" cy="1473199"/>
          </a:xfrm>
          <a:prstGeom prst="wedgeEllipseCallout">
            <a:avLst>
              <a:gd name="adj1" fmla="val -32717"/>
              <a:gd name="adj2" fmla="val 80308"/>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NL" dirty="0"/>
              <a:t>How do I know which one is correct?</a:t>
            </a:r>
          </a:p>
        </p:txBody>
      </p:sp>
      <p:sp>
        <p:nvSpPr>
          <p:cNvPr id="13" name="TextBox 12">
            <a:extLst>
              <a:ext uri="{FF2B5EF4-FFF2-40B4-BE49-F238E27FC236}">
                <a16:creationId xmlns:a16="http://schemas.microsoft.com/office/drawing/2014/main" id="{E43008C5-3F2F-9D04-C36A-2398B03CC7AA}"/>
              </a:ext>
            </a:extLst>
          </p:cNvPr>
          <p:cNvSpPr txBox="1"/>
          <p:nvPr/>
        </p:nvSpPr>
        <p:spPr>
          <a:xfrm>
            <a:off x="4781967" y="3742061"/>
            <a:ext cx="410690" cy="523220"/>
          </a:xfrm>
          <a:prstGeom prst="rect">
            <a:avLst/>
          </a:prstGeom>
          <a:noFill/>
        </p:spPr>
        <p:txBody>
          <a:bodyPr wrap="none" rtlCol="0">
            <a:spAutoFit/>
          </a:bodyPr>
          <a:lstStyle/>
          <a:p>
            <a:r>
              <a:rPr lang="en-NL" sz="2800" b="1" dirty="0"/>
              <a:t>A</a:t>
            </a:r>
          </a:p>
        </p:txBody>
      </p:sp>
      <p:sp>
        <p:nvSpPr>
          <p:cNvPr id="14" name="TextBox 13">
            <a:extLst>
              <a:ext uri="{FF2B5EF4-FFF2-40B4-BE49-F238E27FC236}">
                <a16:creationId xmlns:a16="http://schemas.microsoft.com/office/drawing/2014/main" id="{7971B9A4-4BAC-AE19-84FC-A86980A44348}"/>
              </a:ext>
            </a:extLst>
          </p:cNvPr>
          <p:cNvSpPr txBox="1"/>
          <p:nvPr/>
        </p:nvSpPr>
        <p:spPr>
          <a:xfrm>
            <a:off x="5991225" y="3697614"/>
            <a:ext cx="396262" cy="523220"/>
          </a:xfrm>
          <a:prstGeom prst="rect">
            <a:avLst/>
          </a:prstGeom>
          <a:noFill/>
        </p:spPr>
        <p:txBody>
          <a:bodyPr wrap="none" rtlCol="0">
            <a:spAutoFit/>
          </a:bodyPr>
          <a:lstStyle/>
          <a:p>
            <a:r>
              <a:rPr lang="en-NL" sz="2800" b="1" dirty="0"/>
              <a:t>B</a:t>
            </a:r>
          </a:p>
        </p:txBody>
      </p:sp>
      <p:pic>
        <p:nvPicPr>
          <p:cNvPr id="2050" name="Picture 2">
            <a:extLst>
              <a:ext uri="{FF2B5EF4-FFF2-40B4-BE49-F238E27FC236}">
                <a16:creationId xmlns:a16="http://schemas.microsoft.com/office/drawing/2014/main" id="{ADB56F00-C013-3E82-B1DB-CA157A90584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flipH="1">
            <a:off x="18159" y="1863724"/>
            <a:ext cx="2886966" cy="2800350"/>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A53CE075-871F-9394-C44C-FAA0E708F542}"/>
              </a:ext>
            </a:extLst>
          </p:cNvPr>
          <p:cNvSpPr txBox="1"/>
          <p:nvPr/>
        </p:nvSpPr>
        <p:spPr>
          <a:xfrm>
            <a:off x="318307" y="5689175"/>
            <a:ext cx="4613827" cy="923330"/>
          </a:xfrm>
          <a:prstGeom prst="rect">
            <a:avLst/>
          </a:prstGeom>
          <a:noFill/>
        </p:spPr>
        <p:txBody>
          <a:bodyPr wrap="none" rtlCol="0">
            <a:spAutoFit/>
          </a:bodyPr>
          <a:lstStyle/>
          <a:p>
            <a:r>
              <a:rPr lang="en-NL" dirty="0"/>
              <a:t>Flip a coin? </a:t>
            </a:r>
            <a:r>
              <a:rPr lang="en-GB" dirty="0"/>
              <a:t>P</a:t>
            </a:r>
            <a:r>
              <a:rPr lang="en-NL" dirty="0"/>
              <a:t> = 0.5</a:t>
            </a:r>
          </a:p>
          <a:p>
            <a:r>
              <a:rPr lang="en-NL" dirty="0"/>
              <a:t>You have a 50/50 chance of being right, with</a:t>
            </a:r>
          </a:p>
          <a:p>
            <a:r>
              <a:rPr lang="en-NL" dirty="0"/>
              <a:t>either hypothesis.</a:t>
            </a:r>
          </a:p>
        </p:txBody>
      </p:sp>
      <p:sp>
        <p:nvSpPr>
          <p:cNvPr id="4" name="TextBox 3">
            <a:extLst>
              <a:ext uri="{FF2B5EF4-FFF2-40B4-BE49-F238E27FC236}">
                <a16:creationId xmlns:a16="http://schemas.microsoft.com/office/drawing/2014/main" id="{AD75C9B5-79C6-D726-B44B-930B6D13DCD5}"/>
              </a:ext>
            </a:extLst>
          </p:cNvPr>
          <p:cNvSpPr txBox="1"/>
          <p:nvPr/>
        </p:nvSpPr>
        <p:spPr>
          <a:xfrm>
            <a:off x="7427781" y="5311518"/>
            <a:ext cx="4031488" cy="830997"/>
          </a:xfrm>
          <a:prstGeom prst="rect">
            <a:avLst/>
          </a:prstGeom>
          <a:noFill/>
        </p:spPr>
        <p:txBody>
          <a:bodyPr wrap="none" rtlCol="0">
            <a:spAutoFit/>
          </a:bodyPr>
          <a:lstStyle/>
          <a:p>
            <a:r>
              <a:rPr lang="en-NL" dirty="0"/>
              <a:t>Use a statistical test. If </a:t>
            </a:r>
            <a:r>
              <a:rPr lang="en-NL" sz="2800" b="1" u="sng" dirty="0">
                <a:solidFill>
                  <a:schemeClr val="accent5">
                    <a:lumMod val="50000"/>
                  </a:schemeClr>
                </a:solidFill>
              </a:rPr>
              <a:t>p &lt; 0.05</a:t>
            </a:r>
            <a:endParaRPr lang="en-NL" b="1" u="sng" dirty="0">
              <a:solidFill>
                <a:schemeClr val="accent5">
                  <a:lumMod val="50000"/>
                </a:schemeClr>
              </a:solidFill>
            </a:endParaRPr>
          </a:p>
          <a:p>
            <a:r>
              <a:rPr lang="en-NL" sz="2000" b="1" u="sng" dirty="0">
                <a:solidFill>
                  <a:srgbClr val="C00000"/>
                </a:solidFill>
              </a:rPr>
              <a:t>you are 95% certain in choosing H1</a:t>
            </a:r>
          </a:p>
        </p:txBody>
      </p:sp>
      <p:sp>
        <p:nvSpPr>
          <p:cNvPr id="5" name="TextBox 4">
            <a:extLst>
              <a:ext uri="{FF2B5EF4-FFF2-40B4-BE49-F238E27FC236}">
                <a16:creationId xmlns:a16="http://schemas.microsoft.com/office/drawing/2014/main" id="{D7D33044-FCE4-76A1-909C-22141575D1CA}"/>
              </a:ext>
            </a:extLst>
          </p:cNvPr>
          <p:cNvSpPr txBox="1"/>
          <p:nvPr/>
        </p:nvSpPr>
        <p:spPr>
          <a:xfrm>
            <a:off x="5267325" y="6010534"/>
            <a:ext cx="577402" cy="461665"/>
          </a:xfrm>
          <a:prstGeom prst="rect">
            <a:avLst/>
          </a:prstGeom>
          <a:noFill/>
        </p:spPr>
        <p:txBody>
          <a:bodyPr wrap="none" rtlCol="0">
            <a:spAutoFit/>
          </a:bodyPr>
          <a:lstStyle/>
          <a:p>
            <a:r>
              <a:rPr lang="en-NL" sz="2400" b="1" dirty="0"/>
              <a:t>OR</a:t>
            </a:r>
          </a:p>
        </p:txBody>
      </p:sp>
    </p:spTree>
    <p:extLst>
      <p:ext uri="{BB962C8B-B14F-4D97-AF65-F5344CB8AC3E}">
        <p14:creationId xmlns:p14="http://schemas.microsoft.com/office/powerpoint/2010/main" val="26930571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050"/>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5"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3DB48C-6ADE-D726-C786-2FE7FF9E43B8}"/>
              </a:ext>
            </a:extLst>
          </p:cNvPr>
          <p:cNvSpPr>
            <a:spLocks noGrp="1"/>
          </p:cNvSpPr>
          <p:nvPr>
            <p:ph type="title"/>
          </p:nvPr>
        </p:nvSpPr>
        <p:spPr>
          <a:xfrm>
            <a:off x="1119346" y="136526"/>
            <a:ext cx="9953308" cy="1780860"/>
          </a:xfrm>
        </p:spPr>
        <p:txBody>
          <a:bodyPr>
            <a:normAutofit/>
          </a:bodyPr>
          <a:lstStyle/>
          <a:p>
            <a:r>
              <a:rPr lang="en-NL" sz="2400" dirty="0"/>
              <a:t>So you want to use a statistical test.... Good choice</a:t>
            </a:r>
          </a:p>
        </p:txBody>
      </p:sp>
      <p:sp>
        <p:nvSpPr>
          <p:cNvPr id="3" name="Text Placeholder 2">
            <a:extLst>
              <a:ext uri="{FF2B5EF4-FFF2-40B4-BE49-F238E27FC236}">
                <a16:creationId xmlns:a16="http://schemas.microsoft.com/office/drawing/2014/main" id="{C5F73B50-ACFE-20FF-3649-DF06A8DD8625}"/>
              </a:ext>
            </a:extLst>
          </p:cNvPr>
          <p:cNvSpPr>
            <a:spLocks noGrp="1"/>
          </p:cNvSpPr>
          <p:nvPr>
            <p:ph type="body" idx="1"/>
          </p:nvPr>
        </p:nvSpPr>
        <p:spPr>
          <a:xfrm>
            <a:off x="1341119" y="2257425"/>
            <a:ext cx="4135756" cy="609599"/>
          </a:xfrm>
        </p:spPr>
        <p:txBody>
          <a:bodyPr>
            <a:normAutofit/>
          </a:bodyPr>
          <a:lstStyle/>
          <a:p>
            <a:r>
              <a:rPr lang="en-NL" dirty="0"/>
              <a:t>First, we’re going to need some data. We collect this through sampling.</a:t>
            </a:r>
          </a:p>
        </p:txBody>
      </p:sp>
      <p:sp>
        <p:nvSpPr>
          <p:cNvPr id="4" name="Content Placeholder 3">
            <a:extLst>
              <a:ext uri="{FF2B5EF4-FFF2-40B4-BE49-F238E27FC236}">
                <a16:creationId xmlns:a16="http://schemas.microsoft.com/office/drawing/2014/main" id="{09F99E63-85D7-A2D3-10DB-430B8E9C47FD}"/>
              </a:ext>
            </a:extLst>
          </p:cNvPr>
          <p:cNvSpPr>
            <a:spLocks noGrp="1"/>
          </p:cNvSpPr>
          <p:nvPr>
            <p:ph sz="half" idx="15"/>
          </p:nvPr>
        </p:nvSpPr>
        <p:spPr>
          <a:xfrm>
            <a:off x="1598294" y="3030085"/>
            <a:ext cx="4107180" cy="2907164"/>
          </a:xfrm>
        </p:spPr>
        <p:txBody>
          <a:bodyPr/>
          <a:lstStyle/>
          <a:p>
            <a:r>
              <a:rPr lang="en-NL" dirty="0"/>
              <a:t>Probability sampling</a:t>
            </a:r>
          </a:p>
          <a:p>
            <a:endParaRPr lang="en-NL" dirty="0"/>
          </a:p>
          <a:p>
            <a:pPr lvl="2">
              <a:buFont typeface="+mj-lt"/>
              <a:buAutoNum type="alphaLcPeriod"/>
            </a:pPr>
            <a:r>
              <a:rPr lang="en-NL" dirty="0"/>
              <a:t>Simple Random sampling</a:t>
            </a:r>
          </a:p>
          <a:p>
            <a:pPr lvl="2">
              <a:buFont typeface="+mj-lt"/>
              <a:buAutoNum type="alphaLcPeriod"/>
            </a:pPr>
            <a:r>
              <a:rPr lang="en-NL" dirty="0"/>
              <a:t>Systematic sampling</a:t>
            </a:r>
          </a:p>
          <a:p>
            <a:pPr lvl="2">
              <a:buFont typeface="+mj-lt"/>
              <a:buAutoNum type="alphaLcPeriod"/>
            </a:pPr>
            <a:r>
              <a:rPr lang="en-NL" dirty="0"/>
              <a:t>Stratified sampling</a:t>
            </a:r>
          </a:p>
          <a:p>
            <a:pPr lvl="2">
              <a:buFont typeface="+mj-lt"/>
              <a:buAutoNum type="alphaLcPeriod"/>
            </a:pPr>
            <a:r>
              <a:rPr lang="en-NL" dirty="0"/>
              <a:t>Cluster sampling</a:t>
            </a:r>
          </a:p>
        </p:txBody>
      </p:sp>
      <p:sp>
        <p:nvSpPr>
          <p:cNvPr id="7" name="Slide Number Placeholder 6">
            <a:extLst>
              <a:ext uri="{FF2B5EF4-FFF2-40B4-BE49-F238E27FC236}">
                <a16:creationId xmlns:a16="http://schemas.microsoft.com/office/drawing/2014/main" id="{C74ED57A-7F84-9679-E634-21E6E5167E23}"/>
              </a:ext>
            </a:extLst>
          </p:cNvPr>
          <p:cNvSpPr>
            <a:spLocks noGrp="1"/>
          </p:cNvSpPr>
          <p:nvPr>
            <p:ph type="sldNum" sz="quarter" idx="13"/>
          </p:nvPr>
        </p:nvSpPr>
        <p:spPr/>
        <p:txBody>
          <a:bodyPr/>
          <a:lstStyle/>
          <a:p>
            <a:fld id="{A49DFD55-3C28-40EF-9E31-A92D2E4017FF}" type="slidenum">
              <a:rPr lang="en-US" smtClean="0"/>
              <a:pPr/>
              <a:t>11</a:t>
            </a:fld>
            <a:endParaRPr lang="en-US" dirty="0"/>
          </a:p>
        </p:txBody>
      </p:sp>
      <p:sp>
        <p:nvSpPr>
          <p:cNvPr id="8" name="Content Placeholder 3">
            <a:extLst>
              <a:ext uri="{FF2B5EF4-FFF2-40B4-BE49-F238E27FC236}">
                <a16:creationId xmlns:a16="http://schemas.microsoft.com/office/drawing/2014/main" id="{8BFF9A3A-5B33-FF45-BF9E-9FCC4E24B3B8}"/>
              </a:ext>
            </a:extLst>
          </p:cNvPr>
          <p:cNvSpPr txBox="1">
            <a:spLocks/>
          </p:cNvSpPr>
          <p:nvPr/>
        </p:nvSpPr>
        <p:spPr>
          <a:xfrm>
            <a:off x="6656070" y="3030085"/>
            <a:ext cx="4107180" cy="2907164"/>
          </a:xfrm>
          <a:prstGeom prst="rect">
            <a:avLst/>
          </a:prstGeom>
        </p:spPr>
        <p:txBody>
          <a:bodyPr vert="horz" lIns="91440" tIns="0" rIns="91440" bIns="45720" rtlCol="0">
            <a:normAutofit/>
          </a:bodyPr>
          <a:lstStyle>
            <a:lvl1pPr marL="283464" indent="-283464" algn="l" defTabSz="914400" rtl="0" eaLnBrk="1" latinLnBrk="0" hangingPunct="1">
              <a:lnSpc>
                <a:spcPct val="100000"/>
              </a:lnSpc>
              <a:spcBef>
                <a:spcPts val="1000"/>
              </a:spcBef>
              <a:buFont typeface="+mj-lt"/>
              <a:buAutoNum type="arabicPeriod"/>
              <a:defRPr sz="1800" b="0" kern="1200" spc="50" baseline="0">
                <a:solidFill>
                  <a:schemeClr val="tx1"/>
                </a:solidFill>
                <a:latin typeface="+mn-lt"/>
                <a:ea typeface="+mn-ea"/>
                <a:cs typeface="+mn-cs"/>
              </a:defRPr>
            </a:lvl1pPr>
            <a:lvl2pPr marL="566928" indent="-342900" algn="l" defTabSz="914400" rtl="0" eaLnBrk="1" latinLnBrk="0" hangingPunct="1">
              <a:lnSpc>
                <a:spcPct val="100000"/>
              </a:lnSpc>
              <a:spcBef>
                <a:spcPts val="1000"/>
              </a:spcBef>
              <a:buFont typeface="+mj-lt"/>
              <a:buAutoNum type="alphaLcPeriod"/>
              <a:defRPr sz="1800" kern="1200" spc="50" baseline="0">
                <a:solidFill>
                  <a:schemeClr val="tx1"/>
                </a:solidFill>
                <a:latin typeface="+mn-lt"/>
                <a:ea typeface="+mn-ea"/>
                <a:cs typeface="+mn-cs"/>
              </a:defRPr>
            </a:lvl2pPr>
            <a:lvl3pPr marL="850392" indent="-342900" algn="l" defTabSz="914400" rtl="0" eaLnBrk="1" latinLnBrk="0" hangingPunct="1">
              <a:lnSpc>
                <a:spcPct val="100000"/>
              </a:lnSpc>
              <a:spcBef>
                <a:spcPts val="1000"/>
              </a:spcBef>
              <a:buFont typeface="+mj-lt"/>
              <a:buAutoNum type="arabicParenR"/>
              <a:defRPr sz="1800" kern="1200" spc="50" baseline="0">
                <a:solidFill>
                  <a:schemeClr val="tx1"/>
                </a:solidFill>
                <a:latin typeface="+mn-lt"/>
                <a:ea typeface="+mn-ea"/>
                <a:cs typeface="+mn-cs"/>
              </a:defRPr>
            </a:lvl3pPr>
            <a:lvl4pPr marL="1042416" indent="-342900" algn="l" defTabSz="914400" rtl="0" eaLnBrk="1" latinLnBrk="0" hangingPunct="1">
              <a:lnSpc>
                <a:spcPct val="100000"/>
              </a:lnSpc>
              <a:spcBef>
                <a:spcPts val="1000"/>
              </a:spcBef>
              <a:buFont typeface="+mj-lt"/>
              <a:buAutoNum type="alphaLcParenR"/>
              <a:defRPr sz="1800" kern="1200" spc="50" baseline="0">
                <a:solidFill>
                  <a:schemeClr val="tx1"/>
                </a:solidFill>
                <a:latin typeface="+mn-lt"/>
                <a:ea typeface="+mn-ea"/>
                <a:cs typeface="+mn-cs"/>
              </a:defRPr>
            </a:lvl4pPr>
            <a:lvl5pPr marL="1074420" indent="-400050" algn="l" defTabSz="914400" rtl="0" eaLnBrk="1" latinLnBrk="0" hangingPunct="1">
              <a:lnSpc>
                <a:spcPct val="100000"/>
              </a:lnSpc>
              <a:spcBef>
                <a:spcPts val="1000"/>
              </a:spcBef>
              <a:buFont typeface="+mj-lt"/>
              <a:buAutoNum type="romanLcPeriod"/>
              <a:defRPr sz="1800" kern="1200" spc="5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mj-lt"/>
              <a:buAutoNum type="arabicPeriod" startAt="2"/>
            </a:pPr>
            <a:r>
              <a:rPr lang="en-NL" dirty="0"/>
              <a:t>Non-Probability sampling</a:t>
            </a:r>
          </a:p>
          <a:p>
            <a:pPr>
              <a:buFont typeface="+mj-lt"/>
              <a:buAutoNum type="arabicPeriod" startAt="2"/>
            </a:pPr>
            <a:endParaRPr lang="en-NL" dirty="0"/>
          </a:p>
          <a:p>
            <a:pPr lvl="2">
              <a:buFont typeface="+mj-lt"/>
              <a:buAutoNum type="alphaLcPeriod"/>
            </a:pPr>
            <a:r>
              <a:rPr lang="en-NL" dirty="0"/>
              <a:t>Snowball sampling</a:t>
            </a:r>
          </a:p>
          <a:p>
            <a:pPr lvl="2">
              <a:buFont typeface="+mj-lt"/>
              <a:buAutoNum type="alphaLcPeriod"/>
            </a:pPr>
            <a:r>
              <a:rPr lang="en-NL" dirty="0"/>
              <a:t>Conv</a:t>
            </a:r>
            <a:r>
              <a:rPr lang="en-GB" dirty="0" err="1"/>
              <a:t>eni</a:t>
            </a:r>
            <a:r>
              <a:rPr lang="en-NL" dirty="0" err="1"/>
              <a:t>ence</a:t>
            </a:r>
            <a:r>
              <a:rPr lang="en-NL" dirty="0"/>
              <a:t> sampling</a:t>
            </a:r>
          </a:p>
          <a:p>
            <a:pPr lvl="2">
              <a:buFont typeface="+mj-lt"/>
              <a:buAutoNum type="alphaLcPeriod"/>
            </a:pPr>
            <a:r>
              <a:rPr lang="en-NL" dirty="0"/>
              <a:t>Quota sampling</a:t>
            </a:r>
          </a:p>
          <a:p>
            <a:pPr lvl="2">
              <a:buFont typeface="+mj-lt"/>
              <a:buAutoNum type="alphaLcPeriod"/>
            </a:pPr>
            <a:r>
              <a:rPr lang="en-NL" dirty="0"/>
              <a:t>Self-selection sampling</a:t>
            </a:r>
          </a:p>
          <a:p>
            <a:pPr lvl="1"/>
            <a:endParaRPr lang="en-NL" dirty="0"/>
          </a:p>
        </p:txBody>
      </p:sp>
    </p:spTree>
    <p:extLst>
      <p:ext uri="{BB962C8B-B14F-4D97-AF65-F5344CB8AC3E}">
        <p14:creationId xmlns:p14="http://schemas.microsoft.com/office/powerpoint/2010/main" val="8436167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4">
                                            <p:txEl>
                                              <p:pRg st="3" end="3"/>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4">
                                            <p:txEl>
                                              <p:pRg st="4" end="4"/>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8">
                                            <p:txEl>
                                              <p:pRg st="2" end="2"/>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8">
                                            <p:txEl>
                                              <p:pRg st="3" end="3"/>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8">
                                            <p:txEl>
                                              <p:pRg st="4" end="4"/>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8">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A6EF19-1791-75DA-33E4-B6603E3EEDA5}"/>
              </a:ext>
            </a:extLst>
          </p:cNvPr>
          <p:cNvSpPr>
            <a:spLocks noGrp="1"/>
          </p:cNvSpPr>
          <p:nvPr>
            <p:ph type="title"/>
          </p:nvPr>
        </p:nvSpPr>
        <p:spPr>
          <a:xfrm>
            <a:off x="1322318" y="0"/>
            <a:ext cx="7288282" cy="760340"/>
          </a:xfrm>
        </p:spPr>
        <p:txBody>
          <a:bodyPr>
            <a:normAutofit/>
          </a:bodyPr>
          <a:lstStyle/>
          <a:p>
            <a:r>
              <a:rPr lang="en-NL" dirty="0"/>
              <a:t>Choose/ Name the sampling method</a:t>
            </a:r>
          </a:p>
        </p:txBody>
      </p:sp>
      <p:sp>
        <p:nvSpPr>
          <p:cNvPr id="3" name="Content Placeholder 2">
            <a:extLst>
              <a:ext uri="{FF2B5EF4-FFF2-40B4-BE49-F238E27FC236}">
                <a16:creationId xmlns:a16="http://schemas.microsoft.com/office/drawing/2014/main" id="{30E91FE8-6656-DD20-1792-60E884404E98}"/>
              </a:ext>
            </a:extLst>
          </p:cNvPr>
          <p:cNvSpPr>
            <a:spLocks noGrp="1"/>
          </p:cNvSpPr>
          <p:nvPr>
            <p:ph sz="half" idx="2"/>
          </p:nvPr>
        </p:nvSpPr>
        <p:spPr>
          <a:xfrm>
            <a:off x="1198563" y="1096203"/>
            <a:ext cx="7288212" cy="5523672"/>
          </a:xfrm>
        </p:spPr>
        <p:txBody>
          <a:bodyPr>
            <a:normAutofit lnSpcReduction="10000"/>
          </a:bodyPr>
          <a:lstStyle/>
          <a:p>
            <a:pPr algn="just"/>
            <a:r>
              <a:rPr lang="en-US" dirty="0"/>
              <a:t>A student council wants to survey students about improvements needed on campus. They need responses from students in all year levels</a:t>
            </a:r>
            <a:endParaRPr lang="en-NL" dirty="0"/>
          </a:p>
          <a:p>
            <a:pPr algn="just"/>
            <a:r>
              <a:rPr lang="en-NL" b="1" dirty="0">
                <a:solidFill>
                  <a:srgbClr val="FF0000"/>
                </a:solidFill>
              </a:rPr>
              <a:t>        Stratified sampling</a:t>
            </a:r>
            <a:endParaRPr lang="en-NL" dirty="0"/>
          </a:p>
          <a:p>
            <a:pPr algn="just"/>
            <a:r>
              <a:rPr lang="en-US" dirty="0"/>
              <a:t>A gym wants to study the exercise habits of its members but doesn’t have a list of all members. Staff members simply approach people who happen to be using the gym during certain hours.</a:t>
            </a:r>
            <a:endParaRPr lang="en-NL" dirty="0"/>
          </a:p>
          <a:p>
            <a:pPr lvl="2" indent="0" algn="just">
              <a:buNone/>
            </a:pPr>
            <a:r>
              <a:rPr lang="en-NL" b="1" dirty="0">
                <a:solidFill>
                  <a:srgbClr val="FF0000"/>
                </a:solidFill>
              </a:rPr>
              <a:t>Conv</a:t>
            </a:r>
            <a:r>
              <a:rPr lang="en-GB" b="1" dirty="0" err="1">
                <a:solidFill>
                  <a:srgbClr val="FF0000"/>
                </a:solidFill>
              </a:rPr>
              <a:t>eni</a:t>
            </a:r>
            <a:r>
              <a:rPr lang="en-NL" b="1" dirty="0" err="1">
                <a:solidFill>
                  <a:srgbClr val="FF0000"/>
                </a:solidFill>
              </a:rPr>
              <a:t>ence</a:t>
            </a:r>
            <a:r>
              <a:rPr lang="en-NL" b="1" dirty="0">
                <a:solidFill>
                  <a:srgbClr val="FF0000"/>
                </a:solidFill>
              </a:rPr>
              <a:t> sampling</a:t>
            </a:r>
            <a:endParaRPr lang="en-NL" dirty="0"/>
          </a:p>
          <a:p>
            <a:pPr algn="just"/>
            <a:r>
              <a:rPr lang="en-US" dirty="0"/>
              <a:t>A student is researching a rare hobby, like </a:t>
            </a:r>
            <a:r>
              <a:rPr lang="en-NL" dirty="0"/>
              <a:t>scuba diving</a:t>
            </a:r>
            <a:r>
              <a:rPr lang="en-US" dirty="0"/>
              <a:t>. Members of the </a:t>
            </a:r>
            <a:r>
              <a:rPr lang="en-NL" dirty="0"/>
              <a:t>scuba diving</a:t>
            </a:r>
            <a:r>
              <a:rPr lang="en-US" dirty="0"/>
              <a:t> community are hard to find, so each person surveyed recommends others.</a:t>
            </a:r>
            <a:endParaRPr lang="en-NL" dirty="0"/>
          </a:p>
          <a:p>
            <a:pPr lvl="2" indent="0" algn="just">
              <a:buNone/>
            </a:pPr>
            <a:r>
              <a:rPr lang="en-NL" b="1" dirty="0">
                <a:solidFill>
                  <a:srgbClr val="FF0000"/>
                </a:solidFill>
              </a:rPr>
              <a:t>Snowball sampling</a:t>
            </a:r>
            <a:endParaRPr lang="en-NL" dirty="0"/>
          </a:p>
          <a:p>
            <a:pPr algn="just"/>
            <a:r>
              <a:rPr lang="en-US" dirty="0"/>
              <a:t>A company wants to measure job satisfaction among employees from multiple branches in different cities. It’s only feasible to survey a few branches.</a:t>
            </a:r>
            <a:endParaRPr lang="en-NL" dirty="0"/>
          </a:p>
          <a:p>
            <a:pPr algn="just"/>
            <a:r>
              <a:rPr lang="en-NL" dirty="0"/>
              <a:t>	</a:t>
            </a:r>
            <a:r>
              <a:rPr lang="en-NL" dirty="0">
                <a:solidFill>
                  <a:srgbClr val="FF0000"/>
                </a:solidFill>
              </a:rPr>
              <a:t>Cluster sampling</a:t>
            </a:r>
          </a:p>
          <a:p>
            <a:pPr algn="just"/>
            <a:endParaRPr lang="en-NL" dirty="0"/>
          </a:p>
        </p:txBody>
      </p:sp>
      <p:sp>
        <p:nvSpPr>
          <p:cNvPr id="4" name="Slide Number Placeholder 3">
            <a:extLst>
              <a:ext uri="{FF2B5EF4-FFF2-40B4-BE49-F238E27FC236}">
                <a16:creationId xmlns:a16="http://schemas.microsoft.com/office/drawing/2014/main" id="{7602647D-C58F-A3E1-6C8B-1B7ACCA9D88E}"/>
              </a:ext>
            </a:extLst>
          </p:cNvPr>
          <p:cNvSpPr>
            <a:spLocks noGrp="1"/>
          </p:cNvSpPr>
          <p:nvPr>
            <p:ph type="sldNum" sz="quarter" idx="12"/>
          </p:nvPr>
        </p:nvSpPr>
        <p:spPr/>
        <p:txBody>
          <a:bodyPr/>
          <a:lstStyle/>
          <a:p>
            <a:fld id="{A49DFD55-3C28-40EF-9E31-A92D2E4017FF}" type="slidenum">
              <a:rPr lang="en-US" smtClean="0"/>
              <a:pPr/>
              <a:t>12</a:t>
            </a:fld>
            <a:endParaRPr lang="en-US" dirty="0"/>
          </a:p>
        </p:txBody>
      </p:sp>
    </p:spTree>
    <p:extLst>
      <p:ext uri="{BB962C8B-B14F-4D97-AF65-F5344CB8AC3E}">
        <p14:creationId xmlns:p14="http://schemas.microsoft.com/office/powerpoint/2010/main" val="13794479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68F44E-F646-5A99-F9E1-AB9D05ABD168}"/>
              </a:ext>
            </a:extLst>
          </p:cNvPr>
          <p:cNvSpPr>
            <a:spLocks noGrp="1"/>
          </p:cNvSpPr>
          <p:nvPr>
            <p:ph type="title"/>
          </p:nvPr>
        </p:nvSpPr>
        <p:spPr>
          <a:xfrm>
            <a:off x="1341120" y="558801"/>
            <a:ext cx="9650730" cy="555624"/>
          </a:xfrm>
        </p:spPr>
        <p:txBody>
          <a:bodyPr/>
          <a:lstStyle/>
          <a:p>
            <a:r>
              <a:rPr lang="en-NL" dirty="0"/>
              <a:t>Sampling = data!</a:t>
            </a:r>
          </a:p>
        </p:txBody>
      </p:sp>
      <p:sp>
        <p:nvSpPr>
          <p:cNvPr id="7" name="Slide Number Placeholder 6">
            <a:extLst>
              <a:ext uri="{FF2B5EF4-FFF2-40B4-BE49-F238E27FC236}">
                <a16:creationId xmlns:a16="http://schemas.microsoft.com/office/drawing/2014/main" id="{6D4F60B1-5984-6C02-D939-FFF6C3C5E94D}"/>
              </a:ext>
            </a:extLst>
          </p:cNvPr>
          <p:cNvSpPr>
            <a:spLocks noGrp="1"/>
          </p:cNvSpPr>
          <p:nvPr>
            <p:ph type="sldNum" sz="quarter" idx="13"/>
          </p:nvPr>
        </p:nvSpPr>
        <p:spPr/>
        <p:txBody>
          <a:bodyPr/>
          <a:lstStyle/>
          <a:p>
            <a:fld id="{A49DFD55-3C28-40EF-9E31-A92D2E4017FF}" type="slidenum">
              <a:rPr lang="en-US" smtClean="0"/>
              <a:pPr/>
              <a:t>13</a:t>
            </a:fld>
            <a:endParaRPr lang="en-US" dirty="0"/>
          </a:p>
        </p:txBody>
      </p:sp>
      <p:pic>
        <p:nvPicPr>
          <p:cNvPr id="5122" name="Picture 2" descr="Happy gesture or man with raised arms icon Vector Image">
            <a:extLst>
              <a:ext uri="{FF2B5EF4-FFF2-40B4-BE49-F238E27FC236}">
                <a16:creationId xmlns:a16="http://schemas.microsoft.com/office/drawing/2014/main" id="{03A870E7-8B4E-5175-6627-B639AD836679}"/>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25330" t="9583" r="25620" b="15972"/>
          <a:stretch/>
        </p:blipFill>
        <p:spPr bwMode="auto">
          <a:xfrm>
            <a:off x="1009650" y="1149348"/>
            <a:ext cx="3114676" cy="5105400"/>
          </a:xfrm>
          <a:prstGeom prst="rect">
            <a:avLst/>
          </a:prstGeom>
          <a:noFill/>
          <a:extLst>
            <a:ext uri="{909E8E84-426E-40DD-AFC4-6F175D3DCCD1}">
              <a14:hiddenFill xmlns:a14="http://schemas.microsoft.com/office/drawing/2010/main">
                <a:solidFill>
                  <a:srgbClr val="FFFFFF"/>
                </a:solidFill>
              </a14:hiddenFill>
            </a:ext>
          </a:extLst>
        </p:spPr>
      </p:pic>
      <p:sp>
        <p:nvSpPr>
          <p:cNvPr id="8" name="Speech Bubble: Oval 7">
            <a:extLst>
              <a:ext uri="{FF2B5EF4-FFF2-40B4-BE49-F238E27FC236}">
                <a16:creationId xmlns:a16="http://schemas.microsoft.com/office/drawing/2014/main" id="{15C007A1-22FC-A5CB-9CFF-8A2E5E8A0F8F}"/>
              </a:ext>
            </a:extLst>
          </p:cNvPr>
          <p:cNvSpPr/>
          <p:nvPr/>
        </p:nvSpPr>
        <p:spPr>
          <a:xfrm>
            <a:off x="4638675" y="2559048"/>
            <a:ext cx="4648200" cy="1831977"/>
          </a:xfrm>
          <a:prstGeom prst="wedgeEllipseCallout">
            <a:avLst>
              <a:gd name="adj1" fmla="val -74258"/>
              <a:gd name="adj2" fmla="val -48750"/>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NL" sz="2000" b="1" dirty="0"/>
              <a:t>And data means we can do analysis!</a:t>
            </a:r>
          </a:p>
        </p:txBody>
      </p:sp>
      <p:sp>
        <p:nvSpPr>
          <p:cNvPr id="9" name="TextBox 8">
            <a:extLst>
              <a:ext uri="{FF2B5EF4-FFF2-40B4-BE49-F238E27FC236}">
                <a16:creationId xmlns:a16="http://schemas.microsoft.com/office/drawing/2014/main" id="{2C4AC9ED-41B3-049F-D6E1-1084E0A84E1F}"/>
              </a:ext>
            </a:extLst>
          </p:cNvPr>
          <p:cNvSpPr txBox="1"/>
          <p:nvPr/>
        </p:nvSpPr>
        <p:spPr>
          <a:xfrm>
            <a:off x="5443966" y="5057775"/>
            <a:ext cx="6537752" cy="1015663"/>
          </a:xfrm>
          <a:prstGeom prst="rect">
            <a:avLst/>
          </a:prstGeom>
          <a:noFill/>
        </p:spPr>
        <p:txBody>
          <a:bodyPr wrap="none" rtlCol="0">
            <a:spAutoFit/>
          </a:bodyPr>
          <a:lstStyle/>
          <a:p>
            <a:r>
              <a:rPr lang="en-NL" sz="2000" dirty="0"/>
              <a:t>But we want to do a </a:t>
            </a:r>
            <a:r>
              <a:rPr lang="en-NL" sz="2000" b="1" u="sng" dirty="0"/>
              <a:t>RELIABLE AND VALID </a:t>
            </a:r>
            <a:r>
              <a:rPr lang="en-NL" sz="2000" dirty="0"/>
              <a:t>analysis.</a:t>
            </a:r>
          </a:p>
          <a:p>
            <a:endParaRPr lang="en-NL" sz="2000" dirty="0"/>
          </a:p>
          <a:p>
            <a:r>
              <a:rPr lang="en-NL" sz="2000" dirty="0"/>
              <a:t>So let’s make sure what we’re doing is good, not garbage</a:t>
            </a:r>
          </a:p>
        </p:txBody>
      </p:sp>
    </p:spTree>
    <p:extLst>
      <p:ext uri="{BB962C8B-B14F-4D97-AF65-F5344CB8AC3E}">
        <p14:creationId xmlns:p14="http://schemas.microsoft.com/office/powerpoint/2010/main" val="232855170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CC5953-F967-948A-37E8-94A599CF0C6B}"/>
              </a:ext>
            </a:extLst>
          </p:cNvPr>
          <p:cNvSpPr>
            <a:spLocks noGrp="1"/>
          </p:cNvSpPr>
          <p:nvPr>
            <p:ph type="title"/>
          </p:nvPr>
        </p:nvSpPr>
        <p:spPr>
          <a:xfrm>
            <a:off x="1341120" y="558801"/>
            <a:ext cx="9953308" cy="708024"/>
          </a:xfrm>
        </p:spPr>
        <p:txBody>
          <a:bodyPr/>
          <a:lstStyle/>
          <a:p>
            <a:r>
              <a:rPr lang="en-NL" dirty="0"/>
              <a:t>Valid means true and accurate</a:t>
            </a:r>
          </a:p>
        </p:txBody>
      </p:sp>
      <p:sp>
        <p:nvSpPr>
          <p:cNvPr id="3" name="Text Placeholder 2">
            <a:extLst>
              <a:ext uri="{FF2B5EF4-FFF2-40B4-BE49-F238E27FC236}">
                <a16:creationId xmlns:a16="http://schemas.microsoft.com/office/drawing/2014/main" id="{A61AA969-DCEF-9261-8CB8-B4E235856DBB}"/>
              </a:ext>
            </a:extLst>
          </p:cNvPr>
          <p:cNvSpPr>
            <a:spLocks noGrp="1"/>
          </p:cNvSpPr>
          <p:nvPr>
            <p:ph type="body" idx="1"/>
          </p:nvPr>
        </p:nvSpPr>
        <p:spPr>
          <a:xfrm>
            <a:off x="1341120" y="1810631"/>
            <a:ext cx="2722880" cy="351284"/>
          </a:xfrm>
        </p:spPr>
        <p:txBody>
          <a:bodyPr/>
          <a:lstStyle/>
          <a:p>
            <a:r>
              <a:rPr lang="en-NL" dirty="0"/>
              <a:t>Types of Validity</a:t>
            </a:r>
          </a:p>
        </p:txBody>
      </p:sp>
      <p:sp>
        <p:nvSpPr>
          <p:cNvPr id="4" name="Content Placeholder 3">
            <a:extLst>
              <a:ext uri="{FF2B5EF4-FFF2-40B4-BE49-F238E27FC236}">
                <a16:creationId xmlns:a16="http://schemas.microsoft.com/office/drawing/2014/main" id="{BF735173-3FB6-2F48-D84F-1272B36699EF}"/>
              </a:ext>
            </a:extLst>
          </p:cNvPr>
          <p:cNvSpPr>
            <a:spLocks noGrp="1"/>
          </p:cNvSpPr>
          <p:nvPr>
            <p:ph sz="half" idx="15"/>
          </p:nvPr>
        </p:nvSpPr>
        <p:spPr>
          <a:xfrm>
            <a:off x="1341120" y="2582410"/>
            <a:ext cx="2722880" cy="2907164"/>
          </a:xfrm>
        </p:spPr>
        <p:txBody>
          <a:bodyPr/>
          <a:lstStyle/>
          <a:p>
            <a:r>
              <a:rPr lang="en-NL" dirty="0"/>
              <a:t>Face Validity</a:t>
            </a:r>
          </a:p>
          <a:p>
            <a:r>
              <a:rPr lang="en-NL" dirty="0"/>
              <a:t>Content Validity</a:t>
            </a:r>
          </a:p>
          <a:p>
            <a:r>
              <a:rPr lang="en-NL" dirty="0"/>
              <a:t>Criterion Validity</a:t>
            </a:r>
          </a:p>
          <a:p>
            <a:r>
              <a:rPr lang="en-NL" dirty="0"/>
              <a:t>Construct Validity</a:t>
            </a:r>
          </a:p>
          <a:p>
            <a:r>
              <a:rPr lang="en-NL" dirty="0"/>
              <a:t>Internal Validity</a:t>
            </a:r>
          </a:p>
          <a:p>
            <a:r>
              <a:rPr lang="en-NL" dirty="0"/>
              <a:t>External Validity</a:t>
            </a:r>
          </a:p>
        </p:txBody>
      </p:sp>
      <p:sp>
        <p:nvSpPr>
          <p:cNvPr id="7" name="Slide Number Placeholder 6">
            <a:extLst>
              <a:ext uri="{FF2B5EF4-FFF2-40B4-BE49-F238E27FC236}">
                <a16:creationId xmlns:a16="http://schemas.microsoft.com/office/drawing/2014/main" id="{F7B6370E-F853-9FD6-1738-985AD6E99EF5}"/>
              </a:ext>
            </a:extLst>
          </p:cNvPr>
          <p:cNvSpPr>
            <a:spLocks noGrp="1"/>
          </p:cNvSpPr>
          <p:nvPr>
            <p:ph type="sldNum" sz="quarter" idx="13"/>
          </p:nvPr>
        </p:nvSpPr>
        <p:spPr/>
        <p:txBody>
          <a:bodyPr/>
          <a:lstStyle/>
          <a:p>
            <a:fld id="{A49DFD55-3C28-40EF-9E31-A92D2E4017FF}" type="slidenum">
              <a:rPr lang="en-US" smtClean="0"/>
              <a:pPr/>
              <a:t>14</a:t>
            </a:fld>
            <a:endParaRPr lang="en-US" dirty="0"/>
          </a:p>
        </p:txBody>
      </p:sp>
      <p:sp>
        <p:nvSpPr>
          <p:cNvPr id="8" name="Content Placeholder 3">
            <a:extLst>
              <a:ext uri="{FF2B5EF4-FFF2-40B4-BE49-F238E27FC236}">
                <a16:creationId xmlns:a16="http://schemas.microsoft.com/office/drawing/2014/main" id="{10AFD10B-1CDC-B091-72B9-A3DE6A342FB5}"/>
              </a:ext>
            </a:extLst>
          </p:cNvPr>
          <p:cNvSpPr txBox="1">
            <a:spLocks/>
          </p:cNvSpPr>
          <p:nvPr/>
        </p:nvSpPr>
        <p:spPr>
          <a:xfrm>
            <a:off x="5113020" y="2487160"/>
            <a:ext cx="5623560" cy="2907164"/>
          </a:xfrm>
          <a:prstGeom prst="rect">
            <a:avLst/>
          </a:prstGeom>
        </p:spPr>
        <p:txBody>
          <a:bodyPr vert="horz" lIns="91440" tIns="0" rIns="91440" bIns="45720" rtlCol="0">
            <a:normAutofit fontScale="92500" lnSpcReduction="10000"/>
          </a:bodyPr>
          <a:lstStyle>
            <a:lvl1pPr marL="283464" indent="-283464" algn="l" defTabSz="914400" rtl="0" eaLnBrk="1" latinLnBrk="0" hangingPunct="1">
              <a:lnSpc>
                <a:spcPct val="100000"/>
              </a:lnSpc>
              <a:spcBef>
                <a:spcPts val="1000"/>
              </a:spcBef>
              <a:buFont typeface="+mj-lt"/>
              <a:buAutoNum type="arabicPeriod"/>
              <a:defRPr sz="1800" b="0" kern="1200" spc="50" baseline="0">
                <a:solidFill>
                  <a:schemeClr val="tx1"/>
                </a:solidFill>
                <a:latin typeface="+mn-lt"/>
                <a:ea typeface="+mn-ea"/>
                <a:cs typeface="+mn-cs"/>
              </a:defRPr>
            </a:lvl1pPr>
            <a:lvl2pPr marL="566928" indent="-342900" algn="l" defTabSz="914400" rtl="0" eaLnBrk="1" latinLnBrk="0" hangingPunct="1">
              <a:lnSpc>
                <a:spcPct val="100000"/>
              </a:lnSpc>
              <a:spcBef>
                <a:spcPts val="1000"/>
              </a:spcBef>
              <a:buFont typeface="+mj-lt"/>
              <a:buAutoNum type="alphaLcPeriod"/>
              <a:defRPr sz="1800" kern="1200" spc="50" baseline="0">
                <a:solidFill>
                  <a:schemeClr val="tx1"/>
                </a:solidFill>
                <a:latin typeface="+mn-lt"/>
                <a:ea typeface="+mn-ea"/>
                <a:cs typeface="+mn-cs"/>
              </a:defRPr>
            </a:lvl2pPr>
            <a:lvl3pPr marL="850392" indent="-342900" algn="l" defTabSz="914400" rtl="0" eaLnBrk="1" latinLnBrk="0" hangingPunct="1">
              <a:lnSpc>
                <a:spcPct val="100000"/>
              </a:lnSpc>
              <a:spcBef>
                <a:spcPts val="1000"/>
              </a:spcBef>
              <a:buFont typeface="+mj-lt"/>
              <a:buAutoNum type="arabicParenR"/>
              <a:defRPr sz="1800" kern="1200" spc="50" baseline="0">
                <a:solidFill>
                  <a:schemeClr val="tx1"/>
                </a:solidFill>
                <a:latin typeface="+mn-lt"/>
                <a:ea typeface="+mn-ea"/>
                <a:cs typeface="+mn-cs"/>
              </a:defRPr>
            </a:lvl3pPr>
            <a:lvl4pPr marL="1042416" indent="-342900" algn="l" defTabSz="914400" rtl="0" eaLnBrk="1" latinLnBrk="0" hangingPunct="1">
              <a:lnSpc>
                <a:spcPct val="100000"/>
              </a:lnSpc>
              <a:spcBef>
                <a:spcPts val="1000"/>
              </a:spcBef>
              <a:buFont typeface="+mj-lt"/>
              <a:buAutoNum type="alphaLcParenR"/>
              <a:defRPr sz="1800" kern="1200" spc="50" baseline="0">
                <a:solidFill>
                  <a:schemeClr val="tx1"/>
                </a:solidFill>
                <a:latin typeface="+mn-lt"/>
                <a:ea typeface="+mn-ea"/>
                <a:cs typeface="+mn-cs"/>
              </a:defRPr>
            </a:lvl4pPr>
            <a:lvl5pPr marL="1074420" indent="-400050" algn="l" defTabSz="914400" rtl="0" eaLnBrk="1" latinLnBrk="0" hangingPunct="1">
              <a:lnSpc>
                <a:spcPct val="100000"/>
              </a:lnSpc>
              <a:spcBef>
                <a:spcPts val="1000"/>
              </a:spcBef>
              <a:buFont typeface="+mj-lt"/>
              <a:buAutoNum type="romanLcPeriod"/>
              <a:defRPr sz="1800" kern="1200" spc="5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NL" dirty="0"/>
              <a:t>Does it </a:t>
            </a:r>
            <a:r>
              <a:rPr lang="en-NL" b="1" u="sng" dirty="0"/>
              <a:t>appear</a:t>
            </a:r>
            <a:r>
              <a:rPr lang="en-NL" dirty="0"/>
              <a:t> to do what it’s supposed to (also can be an opinion from an expert)</a:t>
            </a:r>
          </a:p>
          <a:p>
            <a:r>
              <a:rPr lang="en-NL" dirty="0"/>
              <a:t>Does it cover everything to measure the topic fully?</a:t>
            </a:r>
          </a:p>
          <a:p>
            <a:r>
              <a:rPr lang="en-NL" dirty="0"/>
              <a:t>Is your tool </a:t>
            </a:r>
            <a:r>
              <a:rPr lang="en-NL" b="1" u="sng" dirty="0"/>
              <a:t>accurate </a:t>
            </a:r>
            <a:r>
              <a:rPr lang="en-NL" dirty="0"/>
              <a:t>and/or calibrated</a:t>
            </a:r>
            <a:endParaRPr lang="en-NL" b="1" u="sng" dirty="0"/>
          </a:p>
          <a:p>
            <a:r>
              <a:rPr lang="en-NL" dirty="0"/>
              <a:t>Does your tool actually measure what it’s supposed to?</a:t>
            </a:r>
          </a:p>
          <a:p>
            <a:r>
              <a:rPr lang="en-NL" dirty="0"/>
              <a:t>Were there any biases? Confounding factors?</a:t>
            </a:r>
          </a:p>
          <a:p>
            <a:r>
              <a:rPr lang="en-NL" dirty="0"/>
              <a:t>Do the results apply to situations outside of this </a:t>
            </a:r>
            <a:r>
              <a:rPr lang="en-NL" dirty="0" err="1"/>
              <a:t>particula</a:t>
            </a:r>
            <a:r>
              <a:rPr lang="en-GB" dirty="0"/>
              <a:t>r</a:t>
            </a:r>
            <a:r>
              <a:rPr lang="en-NL" dirty="0"/>
              <a:t> study</a:t>
            </a:r>
          </a:p>
          <a:p>
            <a:pPr marL="0" indent="0">
              <a:buNone/>
            </a:pPr>
            <a:endParaRPr lang="en-NL" dirty="0"/>
          </a:p>
        </p:txBody>
      </p:sp>
    </p:spTree>
    <p:extLst>
      <p:ext uri="{BB962C8B-B14F-4D97-AF65-F5344CB8AC3E}">
        <p14:creationId xmlns:p14="http://schemas.microsoft.com/office/powerpoint/2010/main" val="1838387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4">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p:bldP spid="8"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B8FAF6CF-FDA1-D200-FBC5-031B0B1E6C01}"/>
              </a:ext>
            </a:extLst>
          </p:cNvPr>
          <p:cNvSpPr>
            <a:spLocks noGrp="1"/>
          </p:cNvSpPr>
          <p:nvPr>
            <p:ph type="sldNum" sz="quarter" idx="13"/>
          </p:nvPr>
        </p:nvSpPr>
        <p:spPr/>
        <p:txBody>
          <a:bodyPr/>
          <a:lstStyle/>
          <a:p>
            <a:fld id="{A49DFD55-3C28-40EF-9E31-A92D2E4017FF}" type="slidenum">
              <a:rPr lang="en-US" smtClean="0"/>
              <a:pPr/>
              <a:t>15</a:t>
            </a:fld>
            <a:endParaRPr lang="en-US" dirty="0"/>
          </a:p>
        </p:txBody>
      </p:sp>
      <p:pic>
        <p:nvPicPr>
          <p:cNvPr id="7170" name="Picture 2">
            <a:extLst>
              <a:ext uri="{FF2B5EF4-FFF2-40B4-BE49-F238E27FC236}">
                <a16:creationId xmlns:a16="http://schemas.microsoft.com/office/drawing/2014/main" id="{52367F6F-C22A-D972-C6AA-985D03EB513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38363" y="166688"/>
            <a:ext cx="6932682" cy="669131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9802451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53" name="Title 1">
            <a:extLst>
              <a:ext uri="{FF2B5EF4-FFF2-40B4-BE49-F238E27FC236}">
                <a16:creationId xmlns:a16="http://schemas.microsoft.com/office/drawing/2014/main" id="{9B8433D0-5CE2-160D-8C00-2683ABFDF1C1}"/>
              </a:ext>
            </a:extLst>
          </p:cNvPr>
          <p:cNvSpPr>
            <a:spLocks noGrp="1"/>
          </p:cNvSpPr>
          <p:nvPr>
            <p:ph type="title"/>
          </p:nvPr>
        </p:nvSpPr>
        <p:spPr>
          <a:xfrm>
            <a:off x="1322318" y="268360"/>
            <a:ext cx="8221732" cy="1455665"/>
          </a:xfrm>
        </p:spPr>
        <p:txBody>
          <a:bodyPr/>
          <a:lstStyle/>
          <a:p>
            <a:r>
              <a:rPr lang="en-NL" dirty="0"/>
              <a:t>Reliability: Is something consistent?</a:t>
            </a:r>
            <a:endParaRPr lang="en-US" dirty="0"/>
          </a:p>
        </p:txBody>
      </p:sp>
      <p:pic>
        <p:nvPicPr>
          <p:cNvPr id="6148" name="Picture 4" descr="Validity, Accuracy and Reliability: A Comprehensive Guide – Science Ready">
            <a:extLst>
              <a:ext uri="{FF2B5EF4-FFF2-40B4-BE49-F238E27FC236}">
                <a16:creationId xmlns:a16="http://schemas.microsoft.com/office/drawing/2014/main" id="{B5ED8170-EC06-9AAB-A1ED-92D9937B1BC8}"/>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1322318" y="2577726"/>
            <a:ext cx="8469312" cy="2646660"/>
          </a:xfrm>
          <a:prstGeom prst="rect">
            <a:avLst/>
          </a:prstGeom>
          <a:solidFill>
            <a:srgbClr val="FFFFFF"/>
          </a:solidFill>
        </p:spPr>
      </p:pic>
      <p:sp>
        <p:nvSpPr>
          <p:cNvPr id="2" name="Slide Number Placeholder 1">
            <a:extLst>
              <a:ext uri="{FF2B5EF4-FFF2-40B4-BE49-F238E27FC236}">
                <a16:creationId xmlns:a16="http://schemas.microsoft.com/office/drawing/2014/main" id="{A31FC12D-C71D-70EC-92E7-6C18588D5824}"/>
              </a:ext>
            </a:extLst>
          </p:cNvPr>
          <p:cNvSpPr>
            <a:spLocks noGrp="1"/>
          </p:cNvSpPr>
          <p:nvPr>
            <p:ph type="sldNum" sz="quarter" idx="12"/>
          </p:nvPr>
        </p:nvSpPr>
        <p:spPr>
          <a:xfrm>
            <a:off x="10373350" y="6356349"/>
            <a:ext cx="987552" cy="365125"/>
          </a:xfrm>
        </p:spPr>
        <p:txBody>
          <a:bodyPr anchor="ctr">
            <a:normAutofit/>
          </a:bodyPr>
          <a:lstStyle/>
          <a:p>
            <a:pPr>
              <a:spcAft>
                <a:spcPts val="600"/>
              </a:spcAft>
            </a:pPr>
            <a:fld id="{DE5F457A-6F21-44FD-9619-CB0DA220E900}" type="slidenum">
              <a:rPr lang="en-NL" smtClean="0"/>
              <a:pPr>
                <a:spcAft>
                  <a:spcPts val="600"/>
                </a:spcAft>
              </a:pPr>
              <a:t>16</a:t>
            </a:fld>
            <a:endParaRPr lang="en-NL"/>
          </a:p>
        </p:txBody>
      </p:sp>
    </p:spTree>
    <p:extLst>
      <p:ext uri="{BB962C8B-B14F-4D97-AF65-F5344CB8AC3E}">
        <p14:creationId xmlns:p14="http://schemas.microsoft.com/office/powerpoint/2010/main" val="318989932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18" name="Picture 2" descr="Exhausted, no energy, tired icon - Download on Iconfinder">
            <a:extLst>
              <a:ext uri="{FF2B5EF4-FFF2-40B4-BE49-F238E27FC236}">
                <a16:creationId xmlns:a16="http://schemas.microsoft.com/office/drawing/2014/main" id="{2AA824C8-F0DA-ADD6-DF5C-7B2BB9F259CC}"/>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80307" y="3450949"/>
            <a:ext cx="3407051" cy="3407051"/>
          </a:xfrm>
          <a:prstGeom prst="rect">
            <a:avLst/>
          </a:prstGeom>
          <a:solidFill>
            <a:srgbClr val="FFFFFF"/>
          </a:solidFill>
        </p:spPr>
      </p:pic>
      <p:sp>
        <p:nvSpPr>
          <p:cNvPr id="4" name="Slide Number Placeholder 3">
            <a:extLst>
              <a:ext uri="{FF2B5EF4-FFF2-40B4-BE49-F238E27FC236}">
                <a16:creationId xmlns:a16="http://schemas.microsoft.com/office/drawing/2014/main" id="{DB6EE395-DAFC-A21E-1D71-2504BEF039C4}"/>
              </a:ext>
            </a:extLst>
          </p:cNvPr>
          <p:cNvSpPr>
            <a:spLocks noGrp="1"/>
          </p:cNvSpPr>
          <p:nvPr>
            <p:ph type="sldNum" sz="quarter" idx="12"/>
          </p:nvPr>
        </p:nvSpPr>
        <p:spPr>
          <a:xfrm>
            <a:off x="10373350" y="6356349"/>
            <a:ext cx="987552" cy="365125"/>
          </a:xfrm>
        </p:spPr>
        <p:txBody>
          <a:bodyPr anchor="ctr">
            <a:normAutofit/>
          </a:bodyPr>
          <a:lstStyle/>
          <a:p>
            <a:pPr>
              <a:spcAft>
                <a:spcPts val="600"/>
              </a:spcAft>
            </a:pPr>
            <a:fld id="{A49DFD55-3C28-40EF-9E31-A92D2E4017FF}" type="slidenum">
              <a:rPr lang="en-US" smtClean="0"/>
              <a:pPr>
                <a:spcAft>
                  <a:spcPts val="600"/>
                </a:spcAft>
              </a:pPr>
              <a:t>17</a:t>
            </a:fld>
            <a:endParaRPr lang="en-US"/>
          </a:p>
        </p:txBody>
      </p:sp>
      <p:sp>
        <p:nvSpPr>
          <p:cNvPr id="5" name="Speech Bubble: Oval 4">
            <a:extLst>
              <a:ext uri="{FF2B5EF4-FFF2-40B4-BE49-F238E27FC236}">
                <a16:creationId xmlns:a16="http://schemas.microsoft.com/office/drawing/2014/main" id="{115F9003-C73C-D1BE-3A9D-889647774D72}"/>
              </a:ext>
            </a:extLst>
          </p:cNvPr>
          <p:cNvSpPr/>
          <p:nvPr/>
        </p:nvSpPr>
        <p:spPr>
          <a:xfrm>
            <a:off x="2266950" y="742950"/>
            <a:ext cx="6838950" cy="1581150"/>
          </a:xfrm>
          <a:prstGeom prst="wedgeEllipseCallout">
            <a:avLst>
              <a:gd name="adj1" fmla="val -42534"/>
              <a:gd name="adj2" fmla="val 171170"/>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r>
              <a:rPr lang="en-NL" sz="2400" b="1" dirty="0"/>
              <a:t>Can I do a statistical test already?</a:t>
            </a:r>
          </a:p>
        </p:txBody>
      </p:sp>
      <p:sp>
        <p:nvSpPr>
          <p:cNvPr id="8" name="TextBox 7">
            <a:extLst>
              <a:ext uri="{FF2B5EF4-FFF2-40B4-BE49-F238E27FC236}">
                <a16:creationId xmlns:a16="http://schemas.microsoft.com/office/drawing/2014/main" id="{A336C204-E66B-7654-896A-67D7608887FD}"/>
              </a:ext>
            </a:extLst>
          </p:cNvPr>
          <p:cNvSpPr txBox="1"/>
          <p:nvPr/>
        </p:nvSpPr>
        <p:spPr>
          <a:xfrm>
            <a:off x="3964917" y="3864529"/>
            <a:ext cx="5140983" cy="1200329"/>
          </a:xfrm>
          <a:prstGeom prst="rect">
            <a:avLst/>
          </a:prstGeom>
          <a:noFill/>
        </p:spPr>
        <p:txBody>
          <a:bodyPr wrap="square" rtlCol="0">
            <a:spAutoFit/>
          </a:bodyPr>
          <a:lstStyle/>
          <a:p>
            <a:r>
              <a:rPr lang="en-NL" sz="2400" dirty="0"/>
              <a:t>Yes! You have valid data and some hypotheses! Let’s choose a statistical test!</a:t>
            </a:r>
          </a:p>
        </p:txBody>
      </p:sp>
    </p:spTree>
    <p:extLst>
      <p:ext uri="{BB962C8B-B14F-4D97-AF65-F5344CB8AC3E}">
        <p14:creationId xmlns:p14="http://schemas.microsoft.com/office/powerpoint/2010/main" val="5774297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EB0D4F-639F-04AC-47FE-01735E8FB828}"/>
              </a:ext>
            </a:extLst>
          </p:cNvPr>
          <p:cNvSpPr>
            <a:spLocks noGrp="1"/>
          </p:cNvSpPr>
          <p:nvPr>
            <p:ph type="title"/>
          </p:nvPr>
        </p:nvSpPr>
        <p:spPr>
          <a:xfrm>
            <a:off x="2451859" y="-746263"/>
            <a:ext cx="7288282" cy="2121177"/>
          </a:xfrm>
        </p:spPr>
        <p:txBody>
          <a:bodyPr/>
          <a:lstStyle/>
          <a:p>
            <a:r>
              <a:rPr lang="en-NL" dirty="0"/>
              <a:t>The test you choose depends on your data type.</a:t>
            </a:r>
          </a:p>
        </p:txBody>
      </p:sp>
      <p:sp>
        <p:nvSpPr>
          <p:cNvPr id="3" name="Content Placeholder 2">
            <a:extLst>
              <a:ext uri="{FF2B5EF4-FFF2-40B4-BE49-F238E27FC236}">
                <a16:creationId xmlns:a16="http://schemas.microsoft.com/office/drawing/2014/main" id="{508DCE6F-362F-2606-E911-A6DEDC021CD1}"/>
              </a:ext>
            </a:extLst>
          </p:cNvPr>
          <p:cNvSpPr>
            <a:spLocks noGrp="1"/>
          </p:cNvSpPr>
          <p:nvPr>
            <p:ph sz="half" idx="2"/>
          </p:nvPr>
        </p:nvSpPr>
        <p:spPr>
          <a:xfrm>
            <a:off x="831098" y="2181226"/>
            <a:ext cx="8141451" cy="4540248"/>
          </a:xfrm>
        </p:spPr>
        <p:txBody>
          <a:bodyPr>
            <a:normAutofit fontScale="92500" lnSpcReduction="20000"/>
          </a:bodyPr>
          <a:lstStyle/>
          <a:p>
            <a:r>
              <a:rPr lang="en-NL" dirty="0"/>
              <a:t>Chi</a:t>
            </a:r>
            <a:r>
              <a:rPr lang="en-NL" baseline="30000" dirty="0"/>
              <a:t>2 </a:t>
            </a:r>
          </a:p>
          <a:p>
            <a:pPr lvl="1"/>
            <a:r>
              <a:rPr lang="en-NL" dirty="0"/>
              <a:t>2 categorical variables</a:t>
            </a:r>
          </a:p>
          <a:p>
            <a:endParaRPr lang="en-NL" baseline="30000" dirty="0"/>
          </a:p>
          <a:p>
            <a:r>
              <a:rPr lang="en-NL" dirty="0"/>
              <a:t>Correlation</a:t>
            </a:r>
          </a:p>
          <a:p>
            <a:pPr lvl="1"/>
            <a:r>
              <a:rPr lang="en-NL" dirty="0"/>
              <a:t>2 continuous variable</a:t>
            </a:r>
          </a:p>
          <a:p>
            <a:endParaRPr lang="en-NL" dirty="0"/>
          </a:p>
          <a:p>
            <a:r>
              <a:rPr lang="en-NL" dirty="0"/>
              <a:t>T-test</a:t>
            </a:r>
          </a:p>
          <a:p>
            <a:pPr lvl="1"/>
            <a:r>
              <a:rPr lang="en-NL" dirty="0"/>
              <a:t>1 categorical variable – 2 levels</a:t>
            </a:r>
          </a:p>
          <a:p>
            <a:pPr lvl="1"/>
            <a:r>
              <a:rPr lang="en-NL" dirty="0"/>
              <a:t>1 continuous variable</a:t>
            </a:r>
          </a:p>
          <a:p>
            <a:endParaRPr lang="en-NL" dirty="0"/>
          </a:p>
          <a:p>
            <a:r>
              <a:rPr lang="en-NL" dirty="0"/>
              <a:t>ANOVA</a:t>
            </a:r>
          </a:p>
          <a:p>
            <a:pPr lvl="1"/>
            <a:r>
              <a:rPr lang="en-NL" dirty="0"/>
              <a:t>1 categorical variable – 3 or more levels</a:t>
            </a:r>
          </a:p>
          <a:p>
            <a:pPr lvl="1"/>
            <a:r>
              <a:rPr lang="en-NL" dirty="0"/>
              <a:t>1 continuous variable</a:t>
            </a:r>
          </a:p>
          <a:p>
            <a:endParaRPr lang="en-NL" dirty="0"/>
          </a:p>
          <a:p>
            <a:endParaRPr lang="en-NL" dirty="0"/>
          </a:p>
        </p:txBody>
      </p:sp>
      <p:sp>
        <p:nvSpPr>
          <p:cNvPr id="4" name="Slide Number Placeholder 3">
            <a:extLst>
              <a:ext uri="{FF2B5EF4-FFF2-40B4-BE49-F238E27FC236}">
                <a16:creationId xmlns:a16="http://schemas.microsoft.com/office/drawing/2014/main" id="{DC8D3425-9A11-B42C-E664-B241A53EAC11}"/>
              </a:ext>
            </a:extLst>
          </p:cNvPr>
          <p:cNvSpPr>
            <a:spLocks noGrp="1"/>
          </p:cNvSpPr>
          <p:nvPr>
            <p:ph type="sldNum" sz="quarter" idx="12"/>
          </p:nvPr>
        </p:nvSpPr>
        <p:spPr/>
        <p:txBody>
          <a:bodyPr/>
          <a:lstStyle/>
          <a:p>
            <a:fld id="{A49DFD55-3C28-40EF-9E31-A92D2E4017FF}" type="slidenum">
              <a:rPr lang="en-US" smtClean="0"/>
              <a:pPr/>
              <a:t>18</a:t>
            </a:fld>
            <a:endParaRPr lang="en-US" dirty="0"/>
          </a:p>
        </p:txBody>
      </p:sp>
      <p:sp>
        <p:nvSpPr>
          <p:cNvPr id="5" name="Rectangle 4">
            <a:extLst>
              <a:ext uri="{FF2B5EF4-FFF2-40B4-BE49-F238E27FC236}">
                <a16:creationId xmlns:a16="http://schemas.microsoft.com/office/drawing/2014/main" id="{B94468B8-99C3-ACD7-3E75-F5179092363F}"/>
              </a:ext>
            </a:extLst>
          </p:cNvPr>
          <p:cNvSpPr/>
          <p:nvPr/>
        </p:nvSpPr>
        <p:spPr>
          <a:xfrm>
            <a:off x="276225" y="2009775"/>
            <a:ext cx="7543800" cy="1892577"/>
          </a:xfrm>
          <a:prstGeom prst="rect">
            <a:avLst/>
          </a:prstGeom>
          <a:noFill/>
          <a:ln w="38100">
            <a:solidFill>
              <a:srgbClr val="C0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NL"/>
          </a:p>
        </p:txBody>
      </p:sp>
      <p:sp>
        <p:nvSpPr>
          <p:cNvPr id="6" name="Rectangle 5">
            <a:extLst>
              <a:ext uri="{FF2B5EF4-FFF2-40B4-BE49-F238E27FC236}">
                <a16:creationId xmlns:a16="http://schemas.microsoft.com/office/drawing/2014/main" id="{B292B34B-BB21-9D3D-1953-1379E0D45A05}"/>
              </a:ext>
            </a:extLst>
          </p:cNvPr>
          <p:cNvSpPr/>
          <p:nvPr/>
        </p:nvSpPr>
        <p:spPr>
          <a:xfrm>
            <a:off x="276225" y="4046465"/>
            <a:ext cx="7543800" cy="2525785"/>
          </a:xfrm>
          <a:prstGeom prst="rect">
            <a:avLst/>
          </a:prstGeom>
          <a:noFill/>
          <a:ln w="38100">
            <a:solidFill>
              <a:srgbClr val="C0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NL"/>
          </a:p>
        </p:txBody>
      </p:sp>
      <p:cxnSp>
        <p:nvCxnSpPr>
          <p:cNvPr id="8" name="Straight Arrow Connector 7">
            <a:extLst>
              <a:ext uri="{FF2B5EF4-FFF2-40B4-BE49-F238E27FC236}">
                <a16:creationId xmlns:a16="http://schemas.microsoft.com/office/drawing/2014/main" id="{8E8121A3-ED3F-79D8-6B14-DA3B55CD664F}"/>
              </a:ext>
            </a:extLst>
          </p:cNvPr>
          <p:cNvCxnSpPr>
            <a:cxnSpLocks/>
            <a:stCxn id="5" idx="3"/>
          </p:cNvCxnSpPr>
          <p:nvPr/>
        </p:nvCxnSpPr>
        <p:spPr>
          <a:xfrm>
            <a:off x="7820025" y="2956064"/>
            <a:ext cx="1047750" cy="0"/>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2ACBB5FB-9DBF-37D2-8EAF-74303C0F0E9C}"/>
              </a:ext>
            </a:extLst>
          </p:cNvPr>
          <p:cNvCxnSpPr>
            <a:cxnSpLocks/>
          </p:cNvCxnSpPr>
          <p:nvPr/>
        </p:nvCxnSpPr>
        <p:spPr>
          <a:xfrm>
            <a:off x="7820025" y="5413514"/>
            <a:ext cx="1047750" cy="0"/>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F3CE98E9-A707-4FA5-E312-FD781D35CCE2}"/>
              </a:ext>
            </a:extLst>
          </p:cNvPr>
          <p:cNvSpPr txBox="1"/>
          <p:nvPr/>
        </p:nvSpPr>
        <p:spPr>
          <a:xfrm>
            <a:off x="9043904" y="2771775"/>
            <a:ext cx="2333625" cy="923330"/>
          </a:xfrm>
          <a:prstGeom prst="rect">
            <a:avLst/>
          </a:prstGeom>
          <a:noFill/>
        </p:spPr>
        <p:txBody>
          <a:bodyPr wrap="square" rtlCol="0">
            <a:spAutoFit/>
          </a:bodyPr>
          <a:lstStyle/>
          <a:p>
            <a:r>
              <a:rPr lang="en-NL" dirty="0"/>
              <a:t>Is there a relationship between the variables?</a:t>
            </a:r>
          </a:p>
        </p:txBody>
      </p:sp>
      <p:sp>
        <p:nvSpPr>
          <p:cNvPr id="12" name="TextBox 11">
            <a:extLst>
              <a:ext uri="{FF2B5EF4-FFF2-40B4-BE49-F238E27FC236}">
                <a16:creationId xmlns:a16="http://schemas.microsoft.com/office/drawing/2014/main" id="{943D0817-434E-F90C-641C-440D6B24A637}"/>
              </a:ext>
            </a:extLst>
          </p:cNvPr>
          <p:cNvSpPr txBox="1"/>
          <p:nvPr/>
        </p:nvSpPr>
        <p:spPr>
          <a:xfrm>
            <a:off x="9027277" y="5113774"/>
            <a:ext cx="2333625" cy="923330"/>
          </a:xfrm>
          <a:prstGeom prst="rect">
            <a:avLst/>
          </a:prstGeom>
          <a:noFill/>
        </p:spPr>
        <p:txBody>
          <a:bodyPr wrap="square" rtlCol="0">
            <a:spAutoFit/>
          </a:bodyPr>
          <a:lstStyle/>
          <a:p>
            <a:r>
              <a:rPr lang="en-NL" dirty="0"/>
              <a:t>Is there a difference in the means when comparing groups?</a:t>
            </a:r>
          </a:p>
        </p:txBody>
      </p:sp>
    </p:spTree>
    <p:extLst>
      <p:ext uri="{BB962C8B-B14F-4D97-AF65-F5344CB8AC3E}">
        <p14:creationId xmlns:p14="http://schemas.microsoft.com/office/powerpoint/2010/main" val="34935821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7" end="7"/>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11" end="11"/>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5"/>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8"/>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1"/>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6"/>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10"/>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11" grpId="0"/>
      <p:bldP spid="12"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FF3664A-0073-0672-815C-E25A7EC69C1B}"/>
              </a:ext>
            </a:extLst>
          </p:cNvPr>
          <p:cNvSpPr>
            <a:spLocks noGrp="1"/>
          </p:cNvSpPr>
          <p:nvPr>
            <p:ph type="sldNum" sz="quarter" idx="12"/>
          </p:nvPr>
        </p:nvSpPr>
        <p:spPr/>
        <p:txBody>
          <a:bodyPr/>
          <a:lstStyle/>
          <a:p>
            <a:fld id="{DE5F457A-6F21-44FD-9619-CB0DA220E900}" type="slidenum">
              <a:rPr lang="en-NL" smtClean="0"/>
              <a:t>19</a:t>
            </a:fld>
            <a:endParaRPr lang="en-NL"/>
          </a:p>
        </p:txBody>
      </p:sp>
      <p:pic>
        <p:nvPicPr>
          <p:cNvPr id="4" name="Picture 3" descr="A person riding a bicycle&#10;&#10;Description automatically generated">
            <a:extLst>
              <a:ext uri="{FF2B5EF4-FFF2-40B4-BE49-F238E27FC236}">
                <a16:creationId xmlns:a16="http://schemas.microsoft.com/office/drawing/2014/main" id="{C29C8156-BAEA-8AB2-1E9F-36D40189260F}"/>
              </a:ext>
            </a:extLst>
          </p:cNvPr>
          <p:cNvPicPr>
            <a:picLocks noChangeAspect="1"/>
          </p:cNvPicPr>
          <p:nvPr/>
        </p:nvPicPr>
        <p:blipFill rotWithShape="1">
          <a:blip r:embed="rId2"/>
          <a:srcRect l="3600" b="2353"/>
          <a:stretch/>
        </p:blipFill>
        <p:spPr>
          <a:xfrm>
            <a:off x="3400424" y="0"/>
            <a:ext cx="4943475" cy="6810098"/>
          </a:xfrm>
          <a:prstGeom prst="rect">
            <a:avLst/>
          </a:prstGeom>
        </p:spPr>
      </p:pic>
      <p:sp>
        <p:nvSpPr>
          <p:cNvPr id="5" name="Rectangle 4">
            <a:extLst>
              <a:ext uri="{FF2B5EF4-FFF2-40B4-BE49-F238E27FC236}">
                <a16:creationId xmlns:a16="http://schemas.microsoft.com/office/drawing/2014/main" id="{3A0F8ABC-42EF-3D15-CDBE-327A17C93E39}"/>
              </a:ext>
            </a:extLst>
          </p:cNvPr>
          <p:cNvSpPr/>
          <p:nvPr/>
        </p:nvSpPr>
        <p:spPr>
          <a:xfrm>
            <a:off x="1823804" y="58846"/>
            <a:ext cx="366946" cy="6740307"/>
          </a:xfrm>
          <a:prstGeom prst="rect">
            <a:avLst/>
          </a:prstGeom>
          <a:noFill/>
        </p:spPr>
        <p:txBody>
          <a:bodyPr wrap="square" lIns="91440" tIns="45720" rIns="91440" bIns="45720">
            <a:spAutoFit/>
          </a:bodyPr>
          <a:lstStyle/>
          <a:p>
            <a:pPr algn="ctr"/>
            <a:r>
              <a:rPr lang="en-NL" sz="2700" b="0" cap="none" spc="0" dirty="0">
                <a:ln w="0"/>
                <a:solidFill>
                  <a:schemeClr val="tx1"/>
                </a:solidFill>
                <a:effectLst>
                  <a:outerShdw blurRad="38100" dist="19050" dir="2700000" algn="tl" rotWithShape="0">
                    <a:schemeClr val="dk1">
                      <a:alpha val="40000"/>
                    </a:schemeClr>
                  </a:outerShdw>
                </a:effectLst>
              </a:rPr>
              <a:t>DATA</a:t>
            </a:r>
          </a:p>
          <a:p>
            <a:pPr algn="ctr"/>
            <a:r>
              <a:rPr lang="en-NL" sz="2700" b="0" cap="none" spc="0" dirty="0">
                <a:ln w="0"/>
                <a:solidFill>
                  <a:schemeClr val="tx1"/>
                </a:solidFill>
                <a:effectLst>
                  <a:outerShdw blurRad="38100" dist="19050" dir="2700000" algn="tl" rotWithShape="0">
                    <a:schemeClr val="dk1">
                      <a:alpha val="40000"/>
                    </a:schemeClr>
                  </a:outerShdw>
                </a:effectLst>
              </a:rPr>
              <a:t> ASSUMPTIONS</a:t>
            </a:r>
            <a:endParaRPr lang="en-US" sz="2700" b="0" cap="none" spc="0" dirty="0">
              <a:ln w="0"/>
              <a:solidFill>
                <a:schemeClr val="tx1"/>
              </a:solidFill>
              <a:effectLst>
                <a:outerShdw blurRad="38100" dist="19050" dir="2700000" algn="tl" rotWithShape="0">
                  <a:schemeClr val="dk1">
                    <a:alpha val="40000"/>
                  </a:schemeClr>
                </a:outerShdw>
              </a:effectLst>
            </a:endParaRPr>
          </a:p>
        </p:txBody>
      </p:sp>
    </p:spTree>
    <p:extLst>
      <p:ext uri="{BB962C8B-B14F-4D97-AF65-F5344CB8AC3E}">
        <p14:creationId xmlns:p14="http://schemas.microsoft.com/office/powerpoint/2010/main" val="209817160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EB0D4F-639F-04AC-47FE-01735E8FB828}"/>
              </a:ext>
            </a:extLst>
          </p:cNvPr>
          <p:cNvSpPr>
            <a:spLocks noGrp="1"/>
          </p:cNvSpPr>
          <p:nvPr>
            <p:ph type="title"/>
          </p:nvPr>
        </p:nvSpPr>
        <p:spPr>
          <a:xfrm>
            <a:off x="2642359" y="-393838"/>
            <a:ext cx="7288282" cy="2121177"/>
          </a:xfrm>
        </p:spPr>
        <p:txBody>
          <a:bodyPr/>
          <a:lstStyle/>
          <a:p>
            <a:r>
              <a:rPr lang="en-NL" dirty="0"/>
              <a:t>What are the assumptions that need to be met for each test?</a:t>
            </a:r>
          </a:p>
        </p:txBody>
      </p:sp>
      <p:sp>
        <p:nvSpPr>
          <p:cNvPr id="3" name="Content Placeholder 2">
            <a:extLst>
              <a:ext uri="{FF2B5EF4-FFF2-40B4-BE49-F238E27FC236}">
                <a16:creationId xmlns:a16="http://schemas.microsoft.com/office/drawing/2014/main" id="{508DCE6F-362F-2606-E911-A6DEDC021CD1}"/>
              </a:ext>
            </a:extLst>
          </p:cNvPr>
          <p:cNvSpPr>
            <a:spLocks noGrp="1"/>
          </p:cNvSpPr>
          <p:nvPr>
            <p:ph sz="half" idx="2"/>
          </p:nvPr>
        </p:nvSpPr>
        <p:spPr>
          <a:xfrm>
            <a:off x="831098" y="2181226"/>
            <a:ext cx="8141451" cy="4540248"/>
          </a:xfrm>
        </p:spPr>
        <p:txBody>
          <a:bodyPr>
            <a:normAutofit fontScale="92500" lnSpcReduction="20000"/>
          </a:bodyPr>
          <a:lstStyle/>
          <a:p>
            <a:r>
              <a:rPr lang="en-NL" dirty="0"/>
              <a:t>Chi</a:t>
            </a:r>
            <a:r>
              <a:rPr lang="en-NL" baseline="30000" dirty="0"/>
              <a:t>2 </a:t>
            </a:r>
          </a:p>
          <a:p>
            <a:pPr lvl="1"/>
            <a:r>
              <a:rPr lang="en-NL" dirty="0"/>
              <a:t>Expected count of &gt;5</a:t>
            </a:r>
          </a:p>
          <a:p>
            <a:endParaRPr lang="en-NL" baseline="30000" dirty="0"/>
          </a:p>
          <a:p>
            <a:r>
              <a:rPr lang="en-NL" dirty="0"/>
              <a:t>Correlation</a:t>
            </a:r>
          </a:p>
          <a:p>
            <a:pPr lvl="1"/>
            <a:r>
              <a:rPr lang="en-NL" dirty="0"/>
              <a:t>Linear</a:t>
            </a:r>
          </a:p>
          <a:p>
            <a:pPr lvl="1"/>
            <a:r>
              <a:rPr lang="en-NL" dirty="0"/>
              <a:t>No major outliers</a:t>
            </a:r>
          </a:p>
          <a:p>
            <a:endParaRPr lang="en-NL" dirty="0"/>
          </a:p>
          <a:p>
            <a:r>
              <a:rPr lang="en-NL" dirty="0"/>
              <a:t>T-test</a:t>
            </a:r>
          </a:p>
          <a:p>
            <a:pPr lvl="1"/>
            <a:r>
              <a:rPr lang="en-NL" dirty="0"/>
              <a:t>Homogeneity of Variance (</a:t>
            </a:r>
            <a:r>
              <a:rPr lang="en-NL" dirty="0" err="1"/>
              <a:t>Levene’s</a:t>
            </a:r>
            <a:r>
              <a:rPr lang="en-NL" dirty="0"/>
              <a:t> test)</a:t>
            </a:r>
          </a:p>
          <a:p>
            <a:pPr lvl="1"/>
            <a:r>
              <a:rPr lang="en-NL" dirty="0"/>
              <a:t>Normal distribution</a:t>
            </a:r>
          </a:p>
          <a:p>
            <a:endParaRPr lang="en-NL" dirty="0"/>
          </a:p>
          <a:p>
            <a:r>
              <a:rPr lang="en-NL" dirty="0"/>
              <a:t>ANOVA</a:t>
            </a:r>
          </a:p>
          <a:p>
            <a:pPr lvl="1"/>
            <a:r>
              <a:rPr lang="en-NL" dirty="0"/>
              <a:t>Homogeneity of Variance (</a:t>
            </a:r>
            <a:r>
              <a:rPr lang="en-NL" dirty="0" err="1"/>
              <a:t>Levene’s</a:t>
            </a:r>
            <a:r>
              <a:rPr lang="en-NL" dirty="0"/>
              <a:t> test)</a:t>
            </a:r>
          </a:p>
          <a:p>
            <a:endParaRPr lang="en-NL" dirty="0"/>
          </a:p>
          <a:p>
            <a:endParaRPr lang="en-NL" dirty="0"/>
          </a:p>
        </p:txBody>
      </p:sp>
      <p:sp>
        <p:nvSpPr>
          <p:cNvPr id="4" name="Slide Number Placeholder 3">
            <a:extLst>
              <a:ext uri="{FF2B5EF4-FFF2-40B4-BE49-F238E27FC236}">
                <a16:creationId xmlns:a16="http://schemas.microsoft.com/office/drawing/2014/main" id="{DC8D3425-9A11-B42C-E664-B241A53EAC11}"/>
              </a:ext>
            </a:extLst>
          </p:cNvPr>
          <p:cNvSpPr>
            <a:spLocks noGrp="1"/>
          </p:cNvSpPr>
          <p:nvPr>
            <p:ph type="sldNum" sz="quarter" idx="12"/>
          </p:nvPr>
        </p:nvSpPr>
        <p:spPr/>
        <p:txBody>
          <a:bodyPr/>
          <a:lstStyle/>
          <a:p>
            <a:fld id="{A49DFD55-3C28-40EF-9E31-A92D2E4017FF}" type="slidenum">
              <a:rPr lang="en-US" smtClean="0"/>
              <a:pPr/>
              <a:t>20</a:t>
            </a:fld>
            <a:endParaRPr lang="en-US" dirty="0"/>
          </a:p>
        </p:txBody>
      </p:sp>
    </p:spTree>
    <p:extLst>
      <p:ext uri="{BB962C8B-B14F-4D97-AF65-F5344CB8AC3E}">
        <p14:creationId xmlns:p14="http://schemas.microsoft.com/office/powerpoint/2010/main" val="30977998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8" end="8"/>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DC1A62-2283-3EF8-1119-493371E186B1}"/>
              </a:ext>
            </a:extLst>
          </p:cNvPr>
          <p:cNvSpPr>
            <a:spLocks noGrp="1"/>
          </p:cNvSpPr>
          <p:nvPr>
            <p:ph type="title"/>
          </p:nvPr>
        </p:nvSpPr>
        <p:spPr>
          <a:xfrm>
            <a:off x="1119346" y="896232"/>
            <a:ext cx="9953308" cy="962286"/>
          </a:xfrm>
        </p:spPr>
        <p:txBody>
          <a:bodyPr/>
          <a:lstStyle/>
          <a:p>
            <a:r>
              <a:rPr lang="en-NL" dirty="0"/>
              <a:t>Chi Squared test – calculate expected counts</a:t>
            </a:r>
          </a:p>
        </p:txBody>
      </p:sp>
      <p:sp>
        <p:nvSpPr>
          <p:cNvPr id="7" name="Slide Number Placeholder 6">
            <a:extLst>
              <a:ext uri="{FF2B5EF4-FFF2-40B4-BE49-F238E27FC236}">
                <a16:creationId xmlns:a16="http://schemas.microsoft.com/office/drawing/2014/main" id="{19EF4E13-D18B-2857-3353-56C2CE7C4021}"/>
              </a:ext>
            </a:extLst>
          </p:cNvPr>
          <p:cNvSpPr>
            <a:spLocks noGrp="1"/>
          </p:cNvSpPr>
          <p:nvPr>
            <p:ph type="sldNum" sz="quarter" idx="13"/>
          </p:nvPr>
        </p:nvSpPr>
        <p:spPr/>
        <p:txBody>
          <a:bodyPr/>
          <a:lstStyle/>
          <a:p>
            <a:fld id="{A49DFD55-3C28-40EF-9E31-A92D2E4017FF}" type="slidenum">
              <a:rPr lang="en-US" smtClean="0"/>
              <a:pPr/>
              <a:t>21</a:t>
            </a:fld>
            <a:endParaRPr lang="en-US" dirty="0"/>
          </a:p>
        </p:txBody>
      </p:sp>
      <p:graphicFrame>
        <p:nvGraphicFramePr>
          <p:cNvPr id="8" name="Table 7">
            <a:extLst>
              <a:ext uri="{FF2B5EF4-FFF2-40B4-BE49-F238E27FC236}">
                <a16:creationId xmlns:a16="http://schemas.microsoft.com/office/drawing/2014/main" id="{D8096692-8D9C-44C6-5616-44AC166D7377}"/>
              </a:ext>
            </a:extLst>
          </p:cNvPr>
          <p:cNvGraphicFramePr>
            <a:graphicFrameLocks noGrp="1"/>
          </p:cNvGraphicFramePr>
          <p:nvPr>
            <p:extLst>
              <p:ext uri="{D42A27DB-BD31-4B8C-83A1-F6EECF244321}">
                <p14:modId xmlns:p14="http://schemas.microsoft.com/office/powerpoint/2010/main" val="2382399409"/>
              </p:ext>
            </p:extLst>
          </p:nvPr>
        </p:nvGraphicFramePr>
        <p:xfrm>
          <a:off x="731002" y="2448948"/>
          <a:ext cx="10515600" cy="3512820"/>
        </p:xfrm>
        <a:graphic>
          <a:graphicData uri="http://schemas.openxmlformats.org/drawingml/2006/table">
            <a:tbl>
              <a:tblPr/>
              <a:tblGrid>
                <a:gridCol w="1145263">
                  <a:extLst>
                    <a:ext uri="{9D8B030D-6E8A-4147-A177-3AD203B41FA5}">
                      <a16:colId xmlns:a16="http://schemas.microsoft.com/office/drawing/2014/main" val="695245857"/>
                    </a:ext>
                  </a:extLst>
                </a:gridCol>
                <a:gridCol w="607337">
                  <a:extLst>
                    <a:ext uri="{9D8B030D-6E8A-4147-A177-3AD203B41FA5}">
                      <a16:colId xmlns:a16="http://schemas.microsoft.com/office/drawing/2014/main" val="1890118578"/>
                    </a:ext>
                  </a:extLst>
                </a:gridCol>
                <a:gridCol w="1145263">
                  <a:extLst>
                    <a:ext uri="{9D8B030D-6E8A-4147-A177-3AD203B41FA5}">
                      <a16:colId xmlns:a16="http://schemas.microsoft.com/office/drawing/2014/main" val="1280351505"/>
                    </a:ext>
                  </a:extLst>
                </a:gridCol>
                <a:gridCol w="607337">
                  <a:extLst>
                    <a:ext uri="{9D8B030D-6E8A-4147-A177-3AD203B41FA5}">
                      <a16:colId xmlns:a16="http://schemas.microsoft.com/office/drawing/2014/main" val="2482154254"/>
                    </a:ext>
                  </a:extLst>
                </a:gridCol>
                <a:gridCol w="1145263">
                  <a:extLst>
                    <a:ext uri="{9D8B030D-6E8A-4147-A177-3AD203B41FA5}">
                      <a16:colId xmlns:a16="http://schemas.microsoft.com/office/drawing/2014/main" val="259906366"/>
                    </a:ext>
                  </a:extLst>
                </a:gridCol>
                <a:gridCol w="607337">
                  <a:extLst>
                    <a:ext uri="{9D8B030D-6E8A-4147-A177-3AD203B41FA5}">
                      <a16:colId xmlns:a16="http://schemas.microsoft.com/office/drawing/2014/main" val="3171778689"/>
                    </a:ext>
                  </a:extLst>
                </a:gridCol>
                <a:gridCol w="1145263">
                  <a:extLst>
                    <a:ext uri="{9D8B030D-6E8A-4147-A177-3AD203B41FA5}">
                      <a16:colId xmlns:a16="http://schemas.microsoft.com/office/drawing/2014/main" val="3985577302"/>
                    </a:ext>
                  </a:extLst>
                </a:gridCol>
                <a:gridCol w="607337">
                  <a:extLst>
                    <a:ext uri="{9D8B030D-6E8A-4147-A177-3AD203B41FA5}">
                      <a16:colId xmlns:a16="http://schemas.microsoft.com/office/drawing/2014/main" val="2201078549"/>
                    </a:ext>
                  </a:extLst>
                </a:gridCol>
                <a:gridCol w="1145263">
                  <a:extLst>
                    <a:ext uri="{9D8B030D-6E8A-4147-A177-3AD203B41FA5}">
                      <a16:colId xmlns:a16="http://schemas.microsoft.com/office/drawing/2014/main" val="324285908"/>
                    </a:ext>
                  </a:extLst>
                </a:gridCol>
                <a:gridCol w="607337">
                  <a:extLst>
                    <a:ext uri="{9D8B030D-6E8A-4147-A177-3AD203B41FA5}">
                      <a16:colId xmlns:a16="http://schemas.microsoft.com/office/drawing/2014/main" val="4086225712"/>
                    </a:ext>
                  </a:extLst>
                </a:gridCol>
                <a:gridCol w="1145263">
                  <a:extLst>
                    <a:ext uri="{9D8B030D-6E8A-4147-A177-3AD203B41FA5}">
                      <a16:colId xmlns:a16="http://schemas.microsoft.com/office/drawing/2014/main" val="1639603887"/>
                    </a:ext>
                  </a:extLst>
                </a:gridCol>
                <a:gridCol w="607337">
                  <a:extLst>
                    <a:ext uri="{9D8B030D-6E8A-4147-A177-3AD203B41FA5}">
                      <a16:colId xmlns:a16="http://schemas.microsoft.com/office/drawing/2014/main" val="3415855755"/>
                    </a:ext>
                  </a:extLst>
                </a:gridCol>
              </a:tblGrid>
              <a:tr h="0">
                <a:tc gridSpan="12">
                  <a:txBody>
                    <a:bodyPr/>
                    <a:lstStyle/>
                    <a:p>
                      <a:pPr algn="l"/>
                      <a:r>
                        <a:rPr lang="en-GB" b="0">
                          <a:effectLst/>
                        </a:rPr>
                        <a:t>Contingency Tables</a:t>
                      </a:r>
                      <a:endParaRPr lang="en-GB">
                        <a:effectLst/>
                      </a:endParaRPr>
                    </a:p>
                  </a:txBody>
                  <a:tcPr marR="50800" marT="25400" marB="25400" anchor="ctr">
                    <a:lnL>
                      <a:noFill/>
                    </a:lnL>
                    <a:lnR>
                      <a:noFill/>
                    </a:lnR>
                    <a:lnT>
                      <a:noFill/>
                    </a:lnT>
                    <a:lnB w="6350" cap="flat" cmpd="sng" algn="ctr">
                      <a:solidFill>
                        <a:srgbClr val="333333"/>
                      </a:solidFill>
                      <a:prstDash val="solid"/>
                      <a:round/>
                      <a:headEnd type="none" w="med" len="med"/>
                      <a:tailEnd type="none" w="med" len="med"/>
                    </a:lnB>
                    <a:noFill/>
                  </a:tcPr>
                </a:tc>
                <a:tc hMerge="1">
                  <a:txBody>
                    <a:bodyPr/>
                    <a:lstStyle/>
                    <a:p>
                      <a:endParaRPr lang="en-NL"/>
                    </a:p>
                  </a:txBody>
                  <a:tcPr/>
                </a:tc>
                <a:tc hMerge="1">
                  <a:txBody>
                    <a:bodyPr/>
                    <a:lstStyle/>
                    <a:p>
                      <a:endParaRPr lang="en-NL"/>
                    </a:p>
                  </a:txBody>
                  <a:tcPr/>
                </a:tc>
                <a:tc hMerge="1">
                  <a:txBody>
                    <a:bodyPr/>
                    <a:lstStyle/>
                    <a:p>
                      <a:endParaRPr lang="en-NL"/>
                    </a:p>
                  </a:txBody>
                  <a:tcPr/>
                </a:tc>
                <a:tc hMerge="1">
                  <a:txBody>
                    <a:bodyPr/>
                    <a:lstStyle/>
                    <a:p>
                      <a:endParaRPr lang="en-NL"/>
                    </a:p>
                  </a:txBody>
                  <a:tcPr/>
                </a:tc>
                <a:tc hMerge="1">
                  <a:txBody>
                    <a:bodyPr/>
                    <a:lstStyle/>
                    <a:p>
                      <a:endParaRPr lang="en-NL"/>
                    </a:p>
                  </a:txBody>
                  <a:tcPr/>
                </a:tc>
                <a:tc hMerge="1">
                  <a:txBody>
                    <a:bodyPr/>
                    <a:lstStyle/>
                    <a:p>
                      <a:endParaRPr lang="en-NL"/>
                    </a:p>
                  </a:txBody>
                  <a:tcPr/>
                </a:tc>
                <a:tc hMerge="1">
                  <a:txBody>
                    <a:bodyPr/>
                    <a:lstStyle/>
                    <a:p>
                      <a:endParaRPr lang="en-NL"/>
                    </a:p>
                  </a:txBody>
                  <a:tcPr/>
                </a:tc>
                <a:tc hMerge="1">
                  <a:txBody>
                    <a:bodyPr/>
                    <a:lstStyle/>
                    <a:p>
                      <a:endParaRPr lang="en-NL"/>
                    </a:p>
                  </a:txBody>
                  <a:tcPr/>
                </a:tc>
                <a:tc hMerge="1">
                  <a:txBody>
                    <a:bodyPr/>
                    <a:lstStyle/>
                    <a:p>
                      <a:endParaRPr lang="en-NL"/>
                    </a:p>
                  </a:txBody>
                  <a:tcPr/>
                </a:tc>
                <a:tc hMerge="1">
                  <a:txBody>
                    <a:bodyPr/>
                    <a:lstStyle/>
                    <a:p>
                      <a:endParaRPr lang="en-NL"/>
                    </a:p>
                  </a:txBody>
                  <a:tcPr/>
                </a:tc>
                <a:tc hMerge="1">
                  <a:txBody>
                    <a:bodyPr/>
                    <a:lstStyle/>
                    <a:p>
                      <a:endParaRPr lang="en-NL"/>
                    </a:p>
                  </a:txBody>
                  <a:tcPr/>
                </a:tc>
                <a:extLst>
                  <a:ext uri="{0D108BD9-81ED-4DB2-BD59-A6C34878D82A}">
                    <a16:rowId xmlns:a16="http://schemas.microsoft.com/office/drawing/2014/main" val="3238060475"/>
                  </a:ext>
                </a:extLst>
              </a:tr>
              <a:tr h="0">
                <a:tc gridSpan="2">
                  <a:txBody>
                    <a:bodyPr/>
                    <a:lstStyle/>
                    <a:p>
                      <a:pPr algn="ctr"/>
                      <a:endParaRPr lang="en-NL">
                        <a:effectLst/>
                      </a:endParaRPr>
                    </a:p>
                  </a:txBody>
                  <a:tcPr marL="50800" marR="50800" marT="25400" marB="25400" anchor="ctr">
                    <a:lnL>
                      <a:noFill/>
                    </a:lnL>
                    <a:lnR>
                      <a:noFill/>
                    </a:lnR>
                    <a:lnT w="6350" cap="flat" cmpd="sng" algn="ctr">
                      <a:solidFill>
                        <a:srgbClr val="333333"/>
                      </a:solidFill>
                      <a:prstDash val="solid"/>
                      <a:round/>
                      <a:headEnd type="none" w="med" len="med"/>
                      <a:tailEnd type="none" w="med" len="med"/>
                    </a:lnT>
                    <a:lnB>
                      <a:noFill/>
                    </a:lnB>
                    <a:noFill/>
                  </a:tcPr>
                </a:tc>
                <a:tc hMerge="1">
                  <a:txBody>
                    <a:bodyPr/>
                    <a:lstStyle/>
                    <a:p>
                      <a:endParaRPr lang="en-NL"/>
                    </a:p>
                  </a:txBody>
                  <a:tcPr/>
                </a:tc>
                <a:tc gridSpan="8">
                  <a:txBody>
                    <a:bodyPr/>
                    <a:lstStyle/>
                    <a:p>
                      <a:pPr algn="ctr"/>
                      <a:r>
                        <a:rPr lang="en-GB">
                          <a:effectLst/>
                        </a:rPr>
                        <a:t>age group</a:t>
                      </a:r>
                    </a:p>
                  </a:txBody>
                  <a:tcPr marL="50800" marR="50800" marT="25400" marB="25400" anchor="ctr">
                    <a:lnL>
                      <a:noFill/>
                    </a:lnL>
                    <a:lnR>
                      <a:noFill/>
                    </a:lnR>
                    <a:lnT w="6350" cap="flat" cmpd="sng" algn="ctr">
                      <a:solidFill>
                        <a:srgbClr val="333333"/>
                      </a:solidFill>
                      <a:prstDash val="solid"/>
                      <a:round/>
                      <a:headEnd type="none" w="med" len="med"/>
                      <a:tailEnd type="none" w="med" len="med"/>
                    </a:lnT>
                    <a:lnB w="6350" cap="flat" cmpd="sng" algn="ctr">
                      <a:solidFill>
                        <a:srgbClr val="333333"/>
                      </a:solidFill>
                      <a:prstDash val="solid"/>
                      <a:round/>
                      <a:headEnd type="none" w="med" len="med"/>
                      <a:tailEnd type="none" w="med" len="med"/>
                    </a:lnB>
                    <a:noFill/>
                  </a:tcPr>
                </a:tc>
                <a:tc hMerge="1">
                  <a:txBody>
                    <a:bodyPr/>
                    <a:lstStyle/>
                    <a:p>
                      <a:endParaRPr lang="en-NL"/>
                    </a:p>
                  </a:txBody>
                  <a:tcPr/>
                </a:tc>
                <a:tc hMerge="1">
                  <a:txBody>
                    <a:bodyPr/>
                    <a:lstStyle/>
                    <a:p>
                      <a:endParaRPr lang="en-NL"/>
                    </a:p>
                  </a:txBody>
                  <a:tcPr/>
                </a:tc>
                <a:tc hMerge="1">
                  <a:txBody>
                    <a:bodyPr/>
                    <a:lstStyle/>
                    <a:p>
                      <a:endParaRPr lang="en-NL"/>
                    </a:p>
                  </a:txBody>
                  <a:tcPr/>
                </a:tc>
                <a:tc hMerge="1">
                  <a:txBody>
                    <a:bodyPr/>
                    <a:lstStyle/>
                    <a:p>
                      <a:endParaRPr lang="en-NL"/>
                    </a:p>
                  </a:txBody>
                  <a:tcPr/>
                </a:tc>
                <a:tc hMerge="1">
                  <a:txBody>
                    <a:bodyPr/>
                    <a:lstStyle/>
                    <a:p>
                      <a:endParaRPr lang="en-NL"/>
                    </a:p>
                  </a:txBody>
                  <a:tcPr/>
                </a:tc>
                <a:tc hMerge="1">
                  <a:txBody>
                    <a:bodyPr/>
                    <a:lstStyle/>
                    <a:p>
                      <a:endParaRPr lang="en-NL"/>
                    </a:p>
                  </a:txBody>
                  <a:tcPr/>
                </a:tc>
                <a:tc hMerge="1">
                  <a:txBody>
                    <a:bodyPr/>
                    <a:lstStyle/>
                    <a:p>
                      <a:endParaRPr lang="en-NL"/>
                    </a:p>
                  </a:txBody>
                  <a:tcPr/>
                </a:tc>
                <a:tc gridSpan="2">
                  <a:txBody>
                    <a:bodyPr/>
                    <a:lstStyle/>
                    <a:p>
                      <a:pPr algn="ctr"/>
                      <a:endParaRPr lang="en-NL">
                        <a:effectLst/>
                      </a:endParaRPr>
                    </a:p>
                  </a:txBody>
                  <a:tcPr marL="50800" marR="50800" marT="25400" marB="25400" anchor="ctr">
                    <a:lnL>
                      <a:noFill/>
                    </a:lnL>
                    <a:lnR>
                      <a:noFill/>
                    </a:lnR>
                    <a:lnT w="6350" cap="flat" cmpd="sng" algn="ctr">
                      <a:solidFill>
                        <a:srgbClr val="333333"/>
                      </a:solidFill>
                      <a:prstDash val="solid"/>
                      <a:round/>
                      <a:headEnd type="none" w="med" len="med"/>
                      <a:tailEnd type="none" w="med" len="med"/>
                    </a:lnT>
                    <a:lnB>
                      <a:noFill/>
                    </a:lnB>
                    <a:noFill/>
                  </a:tcPr>
                </a:tc>
                <a:tc hMerge="1">
                  <a:txBody>
                    <a:bodyPr/>
                    <a:lstStyle/>
                    <a:p>
                      <a:endParaRPr lang="en-NL"/>
                    </a:p>
                  </a:txBody>
                  <a:tcPr/>
                </a:tc>
                <a:extLst>
                  <a:ext uri="{0D108BD9-81ED-4DB2-BD59-A6C34878D82A}">
                    <a16:rowId xmlns:a16="http://schemas.microsoft.com/office/drawing/2014/main" val="2773321314"/>
                  </a:ext>
                </a:extLst>
              </a:tr>
              <a:tr h="0">
                <a:tc gridSpan="2">
                  <a:txBody>
                    <a:bodyPr/>
                    <a:lstStyle/>
                    <a:p>
                      <a:pPr algn="ctr"/>
                      <a:r>
                        <a:rPr lang="en-GB">
                          <a:effectLst/>
                        </a:rPr>
                        <a:t>music genre</a:t>
                      </a:r>
                    </a:p>
                  </a:txBody>
                  <a:tcPr marL="50800" marR="50800" marT="25400" marB="25400" anchor="ctr">
                    <a:lnL>
                      <a:noFill/>
                    </a:lnL>
                    <a:lnR>
                      <a:noFill/>
                    </a:lnR>
                    <a:lnT>
                      <a:noFill/>
                    </a:lnT>
                    <a:lnB w="6350" cap="flat" cmpd="sng" algn="ctr">
                      <a:solidFill>
                        <a:srgbClr val="333333"/>
                      </a:solidFill>
                      <a:prstDash val="solid"/>
                      <a:round/>
                      <a:headEnd type="none" w="med" len="med"/>
                      <a:tailEnd type="none" w="med" len="med"/>
                    </a:lnB>
                    <a:noFill/>
                  </a:tcPr>
                </a:tc>
                <a:tc hMerge="1">
                  <a:txBody>
                    <a:bodyPr/>
                    <a:lstStyle/>
                    <a:p>
                      <a:endParaRPr lang="en-NL"/>
                    </a:p>
                  </a:txBody>
                  <a:tcPr/>
                </a:tc>
                <a:tc gridSpan="2">
                  <a:txBody>
                    <a:bodyPr/>
                    <a:lstStyle/>
                    <a:p>
                      <a:pPr algn="ctr"/>
                      <a:r>
                        <a:rPr lang="en-GB">
                          <a:effectLst/>
                        </a:rPr>
                        <a:t>under 15</a:t>
                      </a:r>
                    </a:p>
                  </a:txBody>
                  <a:tcPr marL="50800" marR="50800" marT="25400" marB="25400" anchor="ctr">
                    <a:lnL>
                      <a:noFill/>
                    </a:lnL>
                    <a:lnR>
                      <a:noFill/>
                    </a:lnR>
                    <a:lnT w="6350" cap="flat" cmpd="sng" algn="ctr">
                      <a:solidFill>
                        <a:srgbClr val="333333"/>
                      </a:solidFill>
                      <a:prstDash val="solid"/>
                      <a:round/>
                      <a:headEnd type="none" w="med" len="med"/>
                      <a:tailEnd type="none" w="med" len="med"/>
                    </a:lnT>
                    <a:lnB w="6350" cap="flat" cmpd="sng" algn="ctr">
                      <a:solidFill>
                        <a:srgbClr val="333333"/>
                      </a:solidFill>
                      <a:prstDash val="solid"/>
                      <a:round/>
                      <a:headEnd type="none" w="med" len="med"/>
                      <a:tailEnd type="none" w="med" len="med"/>
                    </a:lnB>
                    <a:noFill/>
                  </a:tcPr>
                </a:tc>
                <a:tc hMerge="1">
                  <a:txBody>
                    <a:bodyPr/>
                    <a:lstStyle/>
                    <a:p>
                      <a:endParaRPr lang="en-NL"/>
                    </a:p>
                  </a:txBody>
                  <a:tcPr/>
                </a:tc>
                <a:tc gridSpan="2">
                  <a:txBody>
                    <a:bodyPr/>
                    <a:lstStyle/>
                    <a:p>
                      <a:pPr algn="ctr"/>
                      <a:r>
                        <a:rPr lang="en-NL">
                          <a:effectLst/>
                        </a:rPr>
                        <a:t>15-30</a:t>
                      </a:r>
                    </a:p>
                  </a:txBody>
                  <a:tcPr marL="50800" marR="50800" marT="25400" marB="25400" anchor="ctr">
                    <a:lnL>
                      <a:noFill/>
                    </a:lnL>
                    <a:lnR>
                      <a:noFill/>
                    </a:lnR>
                    <a:lnT w="6350" cap="flat" cmpd="sng" algn="ctr">
                      <a:solidFill>
                        <a:srgbClr val="333333"/>
                      </a:solidFill>
                      <a:prstDash val="solid"/>
                      <a:round/>
                      <a:headEnd type="none" w="med" len="med"/>
                      <a:tailEnd type="none" w="med" len="med"/>
                    </a:lnT>
                    <a:lnB w="6350" cap="flat" cmpd="sng" algn="ctr">
                      <a:solidFill>
                        <a:srgbClr val="333333"/>
                      </a:solidFill>
                      <a:prstDash val="solid"/>
                      <a:round/>
                      <a:headEnd type="none" w="med" len="med"/>
                      <a:tailEnd type="none" w="med" len="med"/>
                    </a:lnB>
                    <a:noFill/>
                  </a:tcPr>
                </a:tc>
                <a:tc hMerge="1">
                  <a:txBody>
                    <a:bodyPr/>
                    <a:lstStyle/>
                    <a:p>
                      <a:endParaRPr lang="en-NL"/>
                    </a:p>
                  </a:txBody>
                  <a:tcPr/>
                </a:tc>
                <a:tc gridSpan="2">
                  <a:txBody>
                    <a:bodyPr/>
                    <a:lstStyle/>
                    <a:p>
                      <a:pPr algn="ctr"/>
                      <a:r>
                        <a:rPr lang="en-NL">
                          <a:effectLst/>
                        </a:rPr>
                        <a:t>30-50</a:t>
                      </a:r>
                    </a:p>
                  </a:txBody>
                  <a:tcPr marL="50800" marR="50800" marT="25400" marB="25400" anchor="ctr">
                    <a:lnL>
                      <a:noFill/>
                    </a:lnL>
                    <a:lnR>
                      <a:noFill/>
                    </a:lnR>
                    <a:lnT w="6350" cap="flat" cmpd="sng" algn="ctr">
                      <a:solidFill>
                        <a:srgbClr val="333333"/>
                      </a:solidFill>
                      <a:prstDash val="solid"/>
                      <a:round/>
                      <a:headEnd type="none" w="med" len="med"/>
                      <a:tailEnd type="none" w="med" len="med"/>
                    </a:lnT>
                    <a:lnB w="6350" cap="flat" cmpd="sng" algn="ctr">
                      <a:solidFill>
                        <a:srgbClr val="333333"/>
                      </a:solidFill>
                      <a:prstDash val="solid"/>
                      <a:round/>
                      <a:headEnd type="none" w="med" len="med"/>
                      <a:tailEnd type="none" w="med" len="med"/>
                    </a:lnB>
                    <a:noFill/>
                  </a:tcPr>
                </a:tc>
                <a:tc hMerge="1">
                  <a:txBody>
                    <a:bodyPr/>
                    <a:lstStyle/>
                    <a:p>
                      <a:endParaRPr lang="en-NL"/>
                    </a:p>
                  </a:txBody>
                  <a:tcPr/>
                </a:tc>
                <a:tc gridSpan="2">
                  <a:txBody>
                    <a:bodyPr/>
                    <a:lstStyle/>
                    <a:p>
                      <a:pPr algn="ctr"/>
                      <a:r>
                        <a:rPr lang="en-NL" dirty="0">
                          <a:effectLst/>
                        </a:rPr>
                        <a:t>&gt;50</a:t>
                      </a:r>
                    </a:p>
                  </a:txBody>
                  <a:tcPr marL="50800" marR="50800" marT="25400" marB="25400" anchor="ctr">
                    <a:lnL>
                      <a:noFill/>
                    </a:lnL>
                    <a:lnR>
                      <a:noFill/>
                    </a:lnR>
                    <a:lnT w="6350" cap="flat" cmpd="sng" algn="ctr">
                      <a:solidFill>
                        <a:srgbClr val="333333"/>
                      </a:solidFill>
                      <a:prstDash val="solid"/>
                      <a:round/>
                      <a:headEnd type="none" w="med" len="med"/>
                      <a:tailEnd type="none" w="med" len="med"/>
                    </a:lnT>
                    <a:lnB w="6350" cap="flat" cmpd="sng" algn="ctr">
                      <a:solidFill>
                        <a:srgbClr val="333333"/>
                      </a:solidFill>
                      <a:prstDash val="solid"/>
                      <a:round/>
                      <a:headEnd type="none" w="med" len="med"/>
                      <a:tailEnd type="none" w="med" len="med"/>
                    </a:lnB>
                    <a:noFill/>
                  </a:tcPr>
                </a:tc>
                <a:tc hMerge="1">
                  <a:txBody>
                    <a:bodyPr/>
                    <a:lstStyle/>
                    <a:p>
                      <a:endParaRPr lang="en-NL"/>
                    </a:p>
                  </a:txBody>
                  <a:tcPr/>
                </a:tc>
                <a:tc gridSpan="2">
                  <a:txBody>
                    <a:bodyPr/>
                    <a:lstStyle/>
                    <a:p>
                      <a:pPr algn="ctr"/>
                      <a:r>
                        <a:rPr lang="en-GB">
                          <a:effectLst/>
                        </a:rPr>
                        <a:t>Total</a:t>
                      </a:r>
                    </a:p>
                  </a:txBody>
                  <a:tcPr marL="50800" marR="50800" marT="25400" marB="25400" anchor="ctr">
                    <a:lnL>
                      <a:noFill/>
                    </a:lnL>
                    <a:lnR>
                      <a:noFill/>
                    </a:lnR>
                    <a:lnT>
                      <a:noFill/>
                    </a:lnT>
                    <a:lnB w="6350" cap="flat" cmpd="sng" algn="ctr">
                      <a:solidFill>
                        <a:srgbClr val="333333"/>
                      </a:solidFill>
                      <a:prstDash val="solid"/>
                      <a:round/>
                      <a:headEnd type="none" w="med" len="med"/>
                      <a:tailEnd type="none" w="med" len="med"/>
                    </a:lnB>
                    <a:noFill/>
                  </a:tcPr>
                </a:tc>
                <a:tc hMerge="1">
                  <a:txBody>
                    <a:bodyPr/>
                    <a:lstStyle/>
                    <a:p>
                      <a:endParaRPr lang="en-NL"/>
                    </a:p>
                  </a:txBody>
                  <a:tcPr/>
                </a:tc>
                <a:extLst>
                  <a:ext uri="{0D108BD9-81ED-4DB2-BD59-A6C34878D82A}">
                    <a16:rowId xmlns:a16="http://schemas.microsoft.com/office/drawing/2014/main" val="47739850"/>
                  </a:ext>
                </a:extLst>
              </a:tr>
              <a:tr h="0">
                <a:tc>
                  <a:txBody>
                    <a:bodyPr/>
                    <a:lstStyle/>
                    <a:p>
                      <a:r>
                        <a:rPr lang="en-GB">
                          <a:effectLst/>
                        </a:rPr>
                        <a:t>rock</a:t>
                      </a:r>
                    </a:p>
                  </a:txBody>
                  <a:tcPr marL="50800" marT="50800" marB="12700" anchor="ctr">
                    <a:lnL>
                      <a:noFill/>
                    </a:lnL>
                    <a:lnR>
                      <a:noFill/>
                    </a:lnR>
                    <a:lnT w="6350" cap="flat" cmpd="sng" algn="ctr">
                      <a:solidFill>
                        <a:srgbClr val="333333"/>
                      </a:solidFill>
                      <a:prstDash val="solid"/>
                      <a:round/>
                      <a:headEnd type="none" w="med" len="med"/>
                      <a:tailEnd type="none" w="med" len="med"/>
                    </a:lnT>
                    <a:lnB>
                      <a:noFill/>
                    </a:lnB>
                    <a:noFill/>
                  </a:tcPr>
                </a:tc>
                <a:tc>
                  <a:txBody>
                    <a:bodyPr/>
                    <a:lstStyle/>
                    <a:p>
                      <a:endParaRPr lang="en-NL">
                        <a:effectLst/>
                      </a:endParaRPr>
                    </a:p>
                  </a:txBody>
                  <a:tcPr marL="12700" marR="50800" marT="50800" marB="12700" anchor="ctr">
                    <a:lnL>
                      <a:noFill/>
                    </a:lnL>
                    <a:lnR>
                      <a:noFill/>
                    </a:lnR>
                    <a:lnT w="6350" cap="flat" cmpd="sng" algn="ctr">
                      <a:solidFill>
                        <a:srgbClr val="333333"/>
                      </a:solidFill>
                      <a:prstDash val="solid"/>
                      <a:round/>
                      <a:headEnd type="none" w="med" len="med"/>
                      <a:tailEnd type="none" w="med" len="med"/>
                    </a:lnT>
                    <a:lnB>
                      <a:noFill/>
                    </a:lnB>
                    <a:noFill/>
                  </a:tcPr>
                </a:tc>
                <a:tc>
                  <a:txBody>
                    <a:bodyPr/>
                    <a:lstStyle/>
                    <a:p>
                      <a:pPr algn="r"/>
                      <a:r>
                        <a:rPr lang="en-NL">
                          <a:effectLst/>
                        </a:rPr>
                        <a:t>40</a:t>
                      </a:r>
                    </a:p>
                  </a:txBody>
                  <a:tcPr marL="50800" marT="50800" marB="12700" anchor="ctr">
                    <a:lnL>
                      <a:noFill/>
                    </a:lnL>
                    <a:lnR>
                      <a:noFill/>
                    </a:lnR>
                    <a:lnT w="6350" cap="flat" cmpd="sng" algn="ctr">
                      <a:solidFill>
                        <a:srgbClr val="333333"/>
                      </a:solidFill>
                      <a:prstDash val="solid"/>
                      <a:round/>
                      <a:headEnd type="none" w="med" len="med"/>
                      <a:tailEnd type="none" w="med" len="med"/>
                    </a:lnT>
                    <a:lnB>
                      <a:noFill/>
                    </a:lnB>
                    <a:noFill/>
                  </a:tcPr>
                </a:tc>
                <a:tc>
                  <a:txBody>
                    <a:bodyPr/>
                    <a:lstStyle/>
                    <a:p>
                      <a:endParaRPr lang="en-NL">
                        <a:effectLst/>
                      </a:endParaRPr>
                    </a:p>
                  </a:txBody>
                  <a:tcPr marL="12700" marR="50800" marT="50800" marB="12700" anchor="ctr">
                    <a:lnL>
                      <a:noFill/>
                    </a:lnL>
                    <a:lnR>
                      <a:noFill/>
                    </a:lnR>
                    <a:lnT w="6350" cap="flat" cmpd="sng" algn="ctr">
                      <a:solidFill>
                        <a:srgbClr val="333333"/>
                      </a:solidFill>
                      <a:prstDash val="solid"/>
                      <a:round/>
                      <a:headEnd type="none" w="med" len="med"/>
                      <a:tailEnd type="none" w="med" len="med"/>
                    </a:lnT>
                    <a:lnB>
                      <a:noFill/>
                    </a:lnB>
                    <a:noFill/>
                  </a:tcPr>
                </a:tc>
                <a:tc>
                  <a:txBody>
                    <a:bodyPr/>
                    <a:lstStyle/>
                    <a:p>
                      <a:pPr algn="r"/>
                      <a:r>
                        <a:rPr lang="en-NL">
                          <a:effectLst/>
                        </a:rPr>
                        <a:t>50</a:t>
                      </a:r>
                    </a:p>
                  </a:txBody>
                  <a:tcPr marL="50800" marT="50800" marB="12700" anchor="ctr">
                    <a:lnL>
                      <a:noFill/>
                    </a:lnL>
                    <a:lnR>
                      <a:noFill/>
                    </a:lnR>
                    <a:lnT w="6350" cap="flat" cmpd="sng" algn="ctr">
                      <a:solidFill>
                        <a:srgbClr val="333333"/>
                      </a:solidFill>
                      <a:prstDash val="solid"/>
                      <a:round/>
                      <a:headEnd type="none" w="med" len="med"/>
                      <a:tailEnd type="none" w="med" len="med"/>
                    </a:lnT>
                    <a:lnB>
                      <a:noFill/>
                    </a:lnB>
                    <a:noFill/>
                  </a:tcPr>
                </a:tc>
                <a:tc>
                  <a:txBody>
                    <a:bodyPr/>
                    <a:lstStyle/>
                    <a:p>
                      <a:endParaRPr lang="en-NL">
                        <a:effectLst/>
                      </a:endParaRPr>
                    </a:p>
                  </a:txBody>
                  <a:tcPr marL="12700" marR="50800" marT="50800" marB="12700" anchor="ctr">
                    <a:lnL>
                      <a:noFill/>
                    </a:lnL>
                    <a:lnR>
                      <a:noFill/>
                    </a:lnR>
                    <a:lnT w="6350" cap="flat" cmpd="sng" algn="ctr">
                      <a:solidFill>
                        <a:srgbClr val="333333"/>
                      </a:solidFill>
                      <a:prstDash val="solid"/>
                      <a:round/>
                      <a:headEnd type="none" w="med" len="med"/>
                      <a:tailEnd type="none" w="med" len="med"/>
                    </a:lnT>
                    <a:lnB>
                      <a:noFill/>
                    </a:lnB>
                    <a:noFill/>
                  </a:tcPr>
                </a:tc>
                <a:tc>
                  <a:txBody>
                    <a:bodyPr/>
                    <a:lstStyle/>
                    <a:p>
                      <a:pPr algn="r"/>
                      <a:r>
                        <a:rPr lang="en-NL">
                          <a:effectLst/>
                        </a:rPr>
                        <a:t>40</a:t>
                      </a:r>
                    </a:p>
                  </a:txBody>
                  <a:tcPr marL="50800" marT="50800" marB="12700" anchor="ctr">
                    <a:lnL>
                      <a:noFill/>
                    </a:lnL>
                    <a:lnR>
                      <a:noFill/>
                    </a:lnR>
                    <a:lnT w="6350" cap="flat" cmpd="sng" algn="ctr">
                      <a:solidFill>
                        <a:srgbClr val="333333"/>
                      </a:solidFill>
                      <a:prstDash val="solid"/>
                      <a:round/>
                      <a:headEnd type="none" w="med" len="med"/>
                      <a:tailEnd type="none" w="med" len="med"/>
                    </a:lnT>
                    <a:lnB>
                      <a:noFill/>
                    </a:lnB>
                    <a:noFill/>
                  </a:tcPr>
                </a:tc>
                <a:tc>
                  <a:txBody>
                    <a:bodyPr/>
                    <a:lstStyle/>
                    <a:p>
                      <a:endParaRPr lang="en-NL">
                        <a:effectLst/>
                      </a:endParaRPr>
                    </a:p>
                  </a:txBody>
                  <a:tcPr marL="12700" marR="50800" marT="50800" marB="12700" anchor="ctr">
                    <a:lnL>
                      <a:noFill/>
                    </a:lnL>
                    <a:lnR>
                      <a:noFill/>
                    </a:lnR>
                    <a:lnT w="6350" cap="flat" cmpd="sng" algn="ctr">
                      <a:solidFill>
                        <a:srgbClr val="333333"/>
                      </a:solidFill>
                      <a:prstDash val="solid"/>
                      <a:round/>
                      <a:headEnd type="none" w="med" len="med"/>
                      <a:tailEnd type="none" w="med" len="med"/>
                    </a:lnT>
                    <a:lnB>
                      <a:noFill/>
                    </a:lnB>
                    <a:noFill/>
                  </a:tcPr>
                </a:tc>
                <a:tc>
                  <a:txBody>
                    <a:bodyPr/>
                    <a:lstStyle/>
                    <a:p>
                      <a:pPr algn="r"/>
                      <a:r>
                        <a:rPr lang="en-NL">
                          <a:effectLst/>
                        </a:rPr>
                        <a:t>80</a:t>
                      </a:r>
                    </a:p>
                  </a:txBody>
                  <a:tcPr marL="50800" marT="50800" marB="12700" anchor="ctr">
                    <a:lnL>
                      <a:noFill/>
                    </a:lnL>
                    <a:lnR>
                      <a:noFill/>
                    </a:lnR>
                    <a:lnT w="6350" cap="flat" cmpd="sng" algn="ctr">
                      <a:solidFill>
                        <a:srgbClr val="333333"/>
                      </a:solidFill>
                      <a:prstDash val="solid"/>
                      <a:round/>
                      <a:headEnd type="none" w="med" len="med"/>
                      <a:tailEnd type="none" w="med" len="med"/>
                    </a:lnT>
                    <a:lnB>
                      <a:noFill/>
                    </a:lnB>
                    <a:noFill/>
                  </a:tcPr>
                </a:tc>
                <a:tc>
                  <a:txBody>
                    <a:bodyPr/>
                    <a:lstStyle/>
                    <a:p>
                      <a:endParaRPr lang="en-NL">
                        <a:effectLst/>
                      </a:endParaRPr>
                    </a:p>
                  </a:txBody>
                  <a:tcPr marL="12700" marR="50800" marT="50800" marB="12700" anchor="ctr">
                    <a:lnL>
                      <a:noFill/>
                    </a:lnL>
                    <a:lnR>
                      <a:noFill/>
                    </a:lnR>
                    <a:lnT w="6350" cap="flat" cmpd="sng" algn="ctr">
                      <a:solidFill>
                        <a:srgbClr val="333333"/>
                      </a:solidFill>
                      <a:prstDash val="solid"/>
                      <a:round/>
                      <a:headEnd type="none" w="med" len="med"/>
                      <a:tailEnd type="none" w="med" len="med"/>
                    </a:lnT>
                    <a:lnB>
                      <a:noFill/>
                    </a:lnB>
                    <a:noFill/>
                  </a:tcPr>
                </a:tc>
                <a:tc>
                  <a:txBody>
                    <a:bodyPr/>
                    <a:lstStyle/>
                    <a:p>
                      <a:pPr algn="r"/>
                      <a:r>
                        <a:rPr lang="en-NL">
                          <a:effectLst/>
                        </a:rPr>
                        <a:t>210</a:t>
                      </a:r>
                    </a:p>
                  </a:txBody>
                  <a:tcPr marL="50800" marT="50800" marB="12700" anchor="ctr">
                    <a:lnL>
                      <a:noFill/>
                    </a:lnL>
                    <a:lnR>
                      <a:noFill/>
                    </a:lnR>
                    <a:lnT w="6350" cap="flat" cmpd="sng" algn="ctr">
                      <a:solidFill>
                        <a:srgbClr val="333333"/>
                      </a:solidFill>
                      <a:prstDash val="solid"/>
                      <a:round/>
                      <a:headEnd type="none" w="med" len="med"/>
                      <a:tailEnd type="none" w="med" len="med"/>
                    </a:lnT>
                    <a:lnB>
                      <a:noFill/>
                    </a:lnB>
                    <a:noFill/>
                  </a:tcPr>
                </a:tc>
                <a:tc>
                  <a:txBody>
                    <a:bodyPr/>
                    <a:lstStyle/>
                    <a:p>
                      <a:endParaRPr lang="en-NL">
                        <a:effectLst/>
                      </a:endParaRPr>
                    </a:p>
                  </a:txBody>
                  <a:tcPr marL="12700" marR="50800" marT="50800" marB="12700" anchor="ctr">
                    <a:lnL>
                      <a:noFill/>
                    </a:lnL>
                    <a:lnR>
                      <a:noFill/>
                    </a:lnR>
                    <a:lnT w="6350" cap="flat" cmpd="sng" algn="ctr">
                      <a:solidFill>
                        <a:srgbClr val="333333"/>
                      </a:solidFill>
                      <a:prstDash val="solid"/>
                      <a:round/>
                      <a:headEnd type="none" w="med" len="med"/>
                      <a:tailEnd type="none" w="med" len="med"/>
                    </a:lnT>
                    <a:lnB>
                      <a:noFill/>
                    </a:lnB>
                    <a:noFill/>
                  </a:tcPr>
                </a:tc>
                <a:extLst>
                  <a:ext uri="{0D108BD9-81ED-4DB2-BD59-A6C34878D82A}">
                    <a16:rowId xmlns:a16="http://schemas.microsoft.com/office/drawing/2014/main" val="3029110375"/>
                  </a:ext>
                </a:extLst>
              </a:tr>
              <a:tr h="0">
                <a:tc>
                  <a:txBody>
                    <a:bodyPr/>
                    <a:lstStyle/>
                    <a:p>
                      <a:r>
                        <a:rPr lang="en-GB">
                          <a:effectLst/>
                        </a:rPr>
                        <a:t>metal</a:t>
                      </a:r>
                    </a:p>
                  </a:txBody>
                  <a:tcPr marL="50800" marT="12700" marB="12700" anchor="ctr">
                    <a:lnL>
                      <a:noFill/>
                    </a:lnL>
                    <a:lnR>
                      <a:noFill/>
                    </a:lnR>
                    <a:lnT>
                      <a:noFill/>
                    </a:lnT>
                    <a:lnB>
                      <a:noFill/>
                    </a:lnB>
                    <a:noFill/>
                  </a:tcPr>
                </a:tc>
                <a:tc>
                  <a:txBody>
                    <a:bodyPr/>
                    <a:lstStyle/>
                    <a:p>
                      <a:endParaRPr lang="en-NL">
                        <a:effectLst/>
                      </a:endParaRPr>
                    </a:p>
                  </a:txBody>
                  <a:tcPr marL="12700" marR="50800" marT="12700" marB="12700" anchor="ctr">
                    <a:lnL>
                      <a:noFill/>
                    </a:lnL>
                    <a:lnR>
                      <a:noFill/>
                    </a:lnR>
                    <a:lnT>
                      <a:noFill/>
                    </a:lnT>
                    <a:lnB>
                      <a:noFill/>
                    </a:lnB>
                    <a:noFill/>
                  </a:tcPr>
                </a:tc>
                <a:tc>
                  <a:txBody>
                    <a:bodyPr/>
                    <a:lstStyle/>
                    <a:p>
                      <a:pPr algn="r"/>
                      <a:r>
                        <a:rPr lang="en-NL">
                          <a:effectLst/>
                        </a:rPr>
                        <a:t>80</a:t>
                      </a:r>
                    </a:p>
                  </a:txBody>
                  <a:tcPr marL="50800" marT="12700" marB="12700" anchor="ctr">
                    <a:lnL>
                      <a:noFill/>
                    </a:lnL>
                    <a:lnR>
                      <a:noFill/>
                    </a:lnR>
                    <a:lnT>
                      <a:noFill/>
                    </a:lnT>
                    <a:lnB>
                      <a:noFill/>
                    </a:lnB>
                    <a:noFill/>
                  </a:tcPr>
                </a:tc>
                <a:tc>
                  <a:txBody>
                    <a:bodyPr/>
                    <a:lstStyle/>
                    <a:p>
                      <a:endParaRPr lang="en-NL">
                        <a:effectLst/>
                      </a:endParaRPr>
                    </a:p>
                  </a:txBody>
                  <a:tcPr marL="12700" marR="50800" marT="12700" marB="12700" anchor="ctr">
                    <a:lnL>
                      <a:noFill/>
                    </a:lnL>
                    <a:lnR>
                      <a:noFill/>
                    </a:lnR>
                    <a:lnT>
                      <a:noFill/>
                    </a:lnT>
                    <a:lnB>
                      <a:noFill/>
                    </a:lnB>
                    <a:noFill/>
                  </a:tcPr>
                </a:tc>
                <a:tc>
                  <a:txBody>
                    <a:bodyPr/>
                    <a:lstStyle/>
                    <a:p>
                      <a:pPr algn="r"/>
                      <a:r>
                        <a:rPr lang="en-NL">
                          <a:effectLst/>
                        </a:rPr>
                        <a:t>50</a:t>
                      </a:r>
                    </a:p>
                  </a:txBody>
                  <a:tcPr marL="50800" marT="12700" marB="12700" anchor="ctr">
                    <a:lnL>
                      <a:noFill/>
                    </a:lnL>
                    <a:lnR>
                      <a:noFill/>
                    </a:lnR>
                    <a:lnT>
                      <a:noFill/>
                    </a:lnT>
                    <a:lnB>
                      <a:noFill/>
                    </a:lnB>
                    <a:noFill/>
                  </a:tcPr>
                </a:tc>
                <a:tc>
                  <a:txBody>
                    <a:bodyPr/>
                    <a:lstStyle/>
                    <a:p>
                      <a:endParaRPr lang="en-NL">
                        <a:effectLst/>
                      </a:endParaRPr>
                    </a:p>
                  </a:txBody>
                  <a:tcPr marL="12700" marR="50800" marT="12700" marB="12700" anchor="ctr">
                    <a:lnL>
                      <a:noFill/>
                    </a:lnL>
                    <a:lnR>
                      <a:noFill/>
                    </a:lnR>
                    <a:lnT>
                      <a:noFill/>
                    </a:lnT>
                    <a:lnB>
                      <a:noFill/>
                    </a:lnB>
                    <a:noFill/>
                  </a:tcPr>
                </a:tc>
                <a:tc>
                  <a:txBody>
                    <a:bodyPr/>
                    <a:lstStyle/>
                    <a:p>
                      <a:pPr algn="r"/>
                      <a:r>
                        <a:rPr lang="en-NL">
                          <a:effectLst/>
                        </a:rPr>
                        <a:t>20</a:t>
                      </a:r>
                    </a:p>
                  </a:txBody>
                  <a:tcPr marL="50800" marT="12700" marB="12700" anchor="ctr">
                    <a:lnL>
                      <a:noFill/>
                    </a:lnL>
                    <a:lnR>
                      <a:noFill/>
                    </a:lnR>
                    <a:lnT>
                      <a:noFill/>
                    </a:lnT>
                    <a:lnB>
                      <a:noFill/>
                    </a:lnB>
                    <a:noFill/>
                  </a:tcPr>
                </a:tc>
                <a:tc>
                  <a:txBody>
                    <a:bodyPr/>
                    <a:lstStyle/>
                    <a:p>
                      <a:endParaRPr lang="en-NL">
                        <a:effectLst/>
                      </a:endParaRPr>
                    </a:p>
                  </a:txBody>
                  <a:tcPr marL="12700" marR="50800" marT="12700" marB="12700" anchor="ctr">
                    <a:lnL>
                      <a:noFill/>
                    </a:lnL>
                    <a:lnR>
                      <a:noFill/>
                    </a:lnR>
                    <a:lnT>
                      <a:noFill/>
                    </a:lnT>
                    <a:lnB>
                      <a:noFill/>
                    </a:lnB>
                    <a:noFill/>
                  </a:tcPr>
                </a:tc>
                <a:tc>
                  <a:txBody>
                    <a:bodyPr/>
                    <a:lstStyle/>
                    <a:p>
                      <a:pPr algn="r"/>
                      <a:r>
                        <a:rPr lang="en-NL">
                          <a:effectLst/>
                        </a:rPr>
                        <a:t>40</a:t>
                      </a:r>
                    </a:p>
                  </a:txBody>
                  <a:tcPr marL="50800" marT="12700" marB="12700" anchor="ctr">
                    <a:lnL>
                      <a:noFill/>
                    </a:lnL>
                    <a:lnR>
                      <a:noFill/>
                    </a:lnR>
                    <a:lnT>
                      <a:noFill/>
                    </a:lnT>
                    <a:lnB>
                      <a:noFill/>
                    </a:lnB>
                    <a:noFill/>
                  </a:tcPr>
                </a:tc>
                <a:tc>
                  <a:txBody>
                    <a:bodyPr/>
                    <a:lstStyle/>
                    <a:p>
                      <a:endParaRPr lang="en-NL">
                        <a:effectLst/>
                      </a:endParaRPr>
                    </a:p>
                  </a:txBody>
                  <a:tcPr marL="12700" marR="50800" marT="12700" marB="12700" anchor="ctr">
                    <a:lnL>
                      <a:noFill/>
                    </a:lnL>
                    <a:lnR>
                      <a:noFill/>
                    </a:lnR>
                    <a:lnT>
                      <a:noFill/>
                    </a:lnT>
                    <a:lnB>
                      <a:noFill/>
                    </a:lnB>
                    <a:noFill/>
                  </a:tcPr>
                </a:tc>
                <a:tc>
                  <a:txBody>
                    <a:bodyPr/>
                    <a:lstStyle/>
                    <a:p>
                      <a:pPr algn="r"/>
                      <a:r>
                        <a:rPr lang="en-NL">
                          <a:effectLst/>
                        </a:rPr>
                        <a:t>190</a:t>
                      </a:r>
                    </a:p>
                  </a:txBody>
                  <a:tcPr marL="50800" marT="12700" marB="12700" anchor="ctr">
                    <a:lnL>
                      <a:noFill/>
                    </a:lnL>
                    <a:lnR>
                      <a:noFill/>
                    </a:lnR>
                    <a:lnT>
                      <a:noFill/>
                    </a:lnT>
                    <a:lnB>
                      <a:noFill/>
                    </a:lnB>
                    <a:noFill/>
                  </a:tcPr>
                </a:tc>
                <a:tc>
                  <a:txBody>
                    <a:bodyPr/>
                    <a:lstStyle/>
                    <a:p>
                      <a:endParaRPr lang="en-NL">
                        <a:effectLst/>
                      </a:endParaRPr>
                    </a:p>
                  </a:txBody>
                  <a:tcPr marL="12700" marR="50800" marT="12700" marB="12700" anchor="ctr">
                    <a:lnL>
                      <a:noFill/>
                    </a:lnL>
                    <a:lnR>
                      <a:noFill/>
                    </a:lnR>
                    <a:lnT>
                      <a:noFill/>
                    </a:lnT>
                    <a:lnB>
                      <a:noFill/>
                    </a:lnB>
                    <a:noFill/>
                  </a:tcPr>
                </a:tc>
                <a:extLst>
                  <a:ext uri="{0D108BD9-81ED-4DB2-BD59-A6C34878D82A}">
                    <a16:rowId xmlns:a16="http://schemas.microsoft.com/office/drawing/2014/main" val="883524511"/>
                  </a:ext>
                </a:extLst>
              </a:tr>
              <a:tr h="0">
                <a:tc>
                  <a:txBody>
                    <a:bodyPr/>
                    <a:lstStyle/>
                    <a:p>
                      <a:r>
                        <a:rPr lang="en-GB">
                          <a:effectLst/>
                        </a:rPr>
                        <a:t>pop</a:t>
                      </a:r>
                    </a:p>
                  </a:txBody>
                  <a:tcPr marL="50800" marT="12700" marB="12700" anchor="ctr">
                    <a:lnL>
                      <a:noFill/>
                    </a:lnL>
                    <a:lnR>
                      <a:noFill/>
                    </a:lnR>
                    <a:lnT>
                      <a:noFill/>
                    </a:lnT>
                    <a:lnB>
                      <a:noFill/>
                    </a:lnB>
                    <a:noFill/>
                  </a:tcPr>
                </a:tc>
                <a:tc>
                  <a:txBody>
                    <a:bodyPr/>
                    <a:lstStyle/>
                    <a:p>
                      <a:endParaRPr lang="en-NL">
                        <a:effectLst/>
                      </a:endParaRPr>
                    </a:p>
                  </a:txBody>
                  <a:tcPr marL="12700" marR="50800" marT="12700" marB="12700" anchor="ctr">
                    <a:lnL>
                      <a:noFill/>
                    </a:lnL>
                    <a:lnR>
                      <a:noFill/>
                    </a:lnR>
                    <a:lnT>
                      <a:noFill/>
                    </a:lnT>
                    <a:lnB>
                      <a:noFill/>
                    </a:lnB>
                    <a:noFill/>
                  </a:tcPr>
                </a:tc>
                <a:tc>
                  <a:txBody>
                    <a:bodyPr/>
                    <a:lstStyle/>
                    <a:p>
                      <a:pPr algn="r"/>
                      <a:r>
                        <a:rPr lang="en-NL">
                          <a:effectLst/>
                        </a:rPr>
                        <a:t>120</a:t>
                      </a:r>
                    </a:p>
                  </a:txBody>
                  <a:tcPr marL="50800" marT="12700" marB="12700" anchor="ctr">
                    <a:lnL>
                      <a:noFill/>
                    </a:lnL>
                    <a:lnR>
                      <a:noFill/>
                    </a:lnR>
                    <a:lnT>
                      <a:noFill/>
                    </a:lnT>
                    <a:lnB>
                      <a:noFill/>
                    </a:lnB>
                    <a:noFill/>
                  </a:tcPr>
                </a:tc>
                <a:tc>
                  <a:txBody>
                    <a:bodyPr/>
                    <a:lstStyle/>
                    <a:p>
                      <a:endParaRPr lang="en-NL">
                        <a:effectLst/>
                      </a:endParaRPr>
                    </a:p>
                  </a:txBody>
                  <a:tcPr marL="12700" marR="50800" marT="12700" marB="12700" anchor="ctr">
                    <a:lnL>
                      <a:noFill/>
                    </a:lnL>
                    <a:lnR>
                      <a:noFill/>
                    </a:lnR>
                    <a:lnT>
                      <a:noFill/>
                    </a:lnT>
                    <a:lnB>
                      <a:noFill/>
                    </a:lnB>
                    <a:noFill/>
                  </a:tcPr>
                </a:tc>
                <a:tc>
                  <a:txBody>
                    <a:bodyPr/>
                    <a:lstStyle/>
                    <a:p>
                      <a:pPr algn="r"/>
                      <a:r>
                        <a:rPr lang="en-NL">
                          <a:effectLst/>
                        </a:rPr>
                        <a:t>50</a:t>
                      </a:r>
                    </a:p>
                  </a:txBody>
                  <a:tcPr marL="50800" marT="12700" marB="12700" anchor="ctr">
                    <a:lnL>
                      <a:noFill/>
                    </a:lnL>
                    <a:lnR>
                      <a:noFill/>
                    </a:lnR>
                    <a:lnT>
                      <a:noFill/>
                    </a:lnT>
                    <a:lnB>
                      <a:noFill/>
                    </a:lnB>
                    <a:noFill/>
                  </a:tcPr>
                </a:tc>
                <a:tc>
                  <a:txBody>
                    <a:bodyPr/>
                    <a:lstStyle/>
                    <a:p>
                      <a:endParaRPr lang="en-NL">
                        <a:effectLst/>
                      </a:endParaRPr>
                    </a:p>
                  </a:txBody>
                  <a:tcPr marL="12700" marR="50800" marT="12700" marB="12700" anchor="ctr">
                    <a:lnL>
                      <a:noFill/>
                    </a:lnL>
                    <a:lnR>
                      <a:noFill/>
                    </a:lnR>
                    <a:lnT>
                      <a:noFill/>
                    </a:lnT>
                    <a:lnB>
                      <a:noFill/>
                    </a:lnB>
                    <a:noFill/>
                  </a:tcPr>
                </a:tc>
                <a:tc>
                  <a:txBody>
                    <a:bodyPr/>
                    <a:lstStyle/>
                    <a:p>
                      <a:pPr algn="r"/>
                      <a:r>
                        <a:rPr lang="en-NL">
                          <a:effectLst/>
                        </a:rPr>
                        <a:t>12</a:t>
                      </a:r>
                    </a:p>
                  </a:txBody>
                  <a:tcPr marL="50800" marT="12700" marB="12700" anchor="ctr">
                    <a:lnL>
                      <a:noFill/>
                    </a:lnL>
                    <a:lnR>
                      <a:noFill/>
                    </a:lnR>
                    <a:lnT>
                      <a:noFill/>
                    </a:lnT>
                    <a:lnB>
                      <a:noFill/>
                    </a:lnB>
                    <a:noFill/>
                  </a:tcPr>
                </a:tc>
                <a:tc>
                  <a:txBody>
                    <a:bodyPr/>
                    <a:lstStyle/>
                    <a:p>
                      <a:endParaRPr lang="en-NL">
                        <a:effectLst/>
                      </a:endParaRPr>
                    </a:p>
                  </a:txBody>
                  <a:tcPr marL="12700" marR="50800" marT="12700" marB="12700" anchor="ctr">
                    <a:lnL>
                      <a:noFill/>
                    </a:lnL>
                    <a:lnR>
                      <a:noFill/>
                    </a:lnR>
                    <a:lnT>
                      <a:noFill/>
                    </a:lnT>
                    <a:lnB>
                      <a:noFill/>
                    </a:lnB>
                    <a:noFill/>
                  </a:tcPr>
                </a:tc>
                <a:tc>
                  <a:txBody>
                    <a:bodyPr/>
                    <a:lstStyle/>
                    <a:p>
                      <a:pPr algn="r"/>
                      <a:r>
                        <a:rPr lang="en-NL">
                          <a:effectLst/>
                        </a:rPr>
                        <a:t>30</a:t>
                      </a:r>
                    </a:p>
                  </a:txBody>
                  <a:tcPr marL="50800" marT="12700" marB="12700" anchor="ctr">
                    <a:lnL>
                      <a:noFill/>
                    </a:lnL>
                    <a:lnR>
                      <a:noFill/>
                    </a:lnR>
                    <a:lnT>
                      <a:noFill/>
                    </a:lnT>
                    <a:lnB>
                      <a:noFill/>
                    </a:lnB>
                    <a:noFill/>
                  </a:tcPr>
                </a:tc>
                <a:tc>
                  <a:txBody>
                    <a:bodyPr/>
                    <a:lstStyle/>
                    <a:p>
                      <a:endParaRPr lang="en-NL">
                        <a:effectLst/>
                      </a:endParaRPr>
                    </a:p>
                  </a:txBody>
                  <a:tcPr marL="12700" marR="50800" marT="12700" marB="12700" anchor="ctr">
                    <a:lnL>
                      <a:noFill/>
                    </a:lnL>
                    <a:lnR>
                      <a:noFill/>
                    </a:lnR>
                    <a:lnT>
                      <a:noFill/>
                    </a:lnT>
                    <a:lnB>
                      <a:noFill/>
                    </a:lnB>
                    <a:noFill/>
                  </a:tcPr>
                </a:tc>
                <a:tc>
                  <a:txBody>
                    <a:bodyPr/>
                    <a:lstStyle/>
                    <a:p>
                      <a:pPr algn="r"/>
                      <a:r>
                        <a:rPr lang="en-NL">
                          <a:effectLst/>
                        </a:rPr>
                        <a:t>212</a:t>
                      </a:r>
                    </a:p>
                  </a:txBody>
                  <a:tcPr marL="50800" marT="12700" marB="12700" anchor="ctr">
                    <a:lnL>
                      <a:noFill/>
                    </a:lnL>
                    <a:lnR>
                      <a:noFill/>
                    </a:lnR>
                    <a:lnT>
                      <a:noFill/>
                    </a:lnT>
                    <a:lnB>
                      <a:noFill/>
                    </a:lnB>
                    <a:noFill/>
                  </a:tcPr>
                </a:tc>
                <a:tc>
                  <a:txBody>
                    <a:bodyPr/>
                    <a:lstStyle/>
                    <a:p>
                      <a:endParaRPr lang="en-NL">
                        <a:effectLst/>
                      </a:endParaRPr>
                    </a:p>
                  </a:txBody>
                  <a:tcPr marL="12700" marR="50800" marT="12700" marB="12700" anchor="ctr">
                    <a:lnL>
                      <a:noFill/>
                    </a:lnL>
                    <a:lnR>
                      <a:noFill/>
                    </a:lnR>
                    <a:lnT>
                      <a:noFill/>
                    </a:lnT>
                    <a:lnB>
                      <a:noFill/>
                    </a:lnB>
                    <a:noFill/>
                  </a:tcPr>
                </a:tc>
                <a:extLst>
                  <a:ext uri="{0D108BD9-81ED-4DB2-BD59-A6C34878D82A}">
                    <a16:rowId xmlns:a16="http://schemas.microsoft.com/office/drawing/2014/main" val="3586181170"/>
                  </a:ext>
                </a:extLst>
              </a:tr>
              <a:tr h="0">
                <a:tc>
                  <a:txBody>
                    <a:bodyPr/>
                    <a:lstStyle/>
                    <a:p>
                      <a:r>
                        <a:rPr lang="en-GB">
                          <a:effectLst/>
                        </a:rPr>
                        <a:t>country</a:t>
                      </a:r>
                    </a:p>
                  </a:txBody>
                  <a:tcPr marL="50800" marT="12700" marB="12700" anchor="ctr">
                    <a:lnL>
                      <a:noFill/>
                    </a:lnL>
                    <a:lnR>
                      <a:noFill/>
                    </a:lnR>
                    <a:lnT>
                      <a:noFill/>
                    </a:lnT>
                    <a:lnB>
                      <a:noFill/>
                    </a:lnB>
                    <a:noFill/>
                  </a:tcPr>
                </a:tc>
                <a:tc>
                  <a:txBody>
                    <a:bodyPr/>
                    <a:lstStyle/>
                    <a:p>
                      <a:endParaRPr lang="en-NL">
                        <a:effectLst/>
                      </a:endParaRPr>
                    </a:p>
                  </a:txBody>
                  <a:tcPr marL="12700" marR="50800" marT="12700" marB="12700" anchor="ctr">
                    <a:lnL>
                      <a:noFill/>
                    </a:lnL>
                    <a:lnR>
                      <a:noFill/>
                    </a:lnR>
                    <a:lnT>
                      <a:noFill/>
                    </a:lnT>
                    <a:lnB>
                      <a:noFill/>
                    </a:lnB>
                    <a:noFill/>
                  </a:tcPr>
                </a:tc>
                <a:tc>
                  <a:txBody>
                    <a:bodyPr/>
                    <a:lstStyle/>
                    <a:p>
                      <a:pPr algn="r"/>
                      <a:r>
                        <a:rPr lang="en-NL">
                          <a:effectLst/>
                        </a:rPr>
                        <a:t>20</a:t>
                      </a:r>
                    </a:p>
                  </a:txBody>
                  <a:tcPr marL="50800" marT="12700" marB="12700" anchor="ctr">
                    <a:lnL>
                      <a:noFill/>
                    </a:lnL>
                    <a:lnR>
                      <a:noFill/>
                    </a:lnR>
                    <a:lnT>
                      <a:noFill/>
                    </a:lnT>
                    <a:lnB>
                      <a:noFill/>
                    </a:lnB>
                    <a:noFill/>
                  </a:tcPr>
                </a:tc>
                <a:tc>
                  <a:txBody>
                    <a:bodyPr/>
                    <a:lstStyle/>
                    <a:p>
                      <a:endParaRPr lang="en-NL">
                        <a:effectLst/>
                      </a:endParaRPr>
                    </a:p>
                  </a:txBody>
                  <a:tcPr marL="12700" marR="50800" marT="12700" marB="12700" anchor="ctr">
                    <a:lnL>
                      <a:noFill/>
                    </a:lnL>
                    <a:lnR>
                      <a:noFill/>
                    </a:lnR>
                    <a:lnT>
                      <a:noFill/>
                    </a:lnT>
                    <a:lnB>
                      <a:noFill/>
                    </a:lnB>
                    <a:noFill/>
                  </a:tcPr>
                </a:tc>
                <a:tc>
                  <a:txBody>
                    <a:bodyPr/>
                    <a:lstStyle/>
                    <a:p>
                      <a:pPr algn="r"/>
                      <a:r>
                        <a:rPr lang="en-NL">
                          <a:effectLst/>
                        </a:rPr>
                        <a:t>30</a:t>
                      </a:r>
                    </a:p>
                  </a:txBody>
                  <a:tcPr marL="50800" marT="12700" marB="12700" anchor="ctr">
                    <a:lnL>
                      <a:noFill/>
                    </a:lnL>
                    <a:lnR>
                      <a:noFill/>
                    </a:lnR>
                    <a:lnT>
                      <a:noFill/>
                    </a:lnT>
                    <a:lnB>
                      <a:noFill/>
                    </a:lnB>
                    <a:noFill/>
                  </a:tcPr>
                </a:tc>
                <a:tc>
                  <a:txBody>
                    <a:bodyPr/>
                    <a:lstStyle/>
                    <a:p>
                      <a:endParaRPr lang="en-NL">
                        <a:effectLst/>
                      </a:endParaRPr>
                    </a:p>
                  </a:txBody>
                  <a:tcPr marL="12700" marR="50800" marT="12700" marB="12700" anchor="ctr">
                    <a:lnL>
                      <a:noFill/>
                    </a:lnL>
                    <a:lnR>
                      <a:noFill/>
                    </a:lnR>
                    <a:lnT>
                      <a:noFill/>
                    </a:lnT>
                    <a:lnB>
                      <a:noFill/>
                    </a:lnB>
                    <a:noFill/>
                  </a:tcPr>
                </a:tc>
                <a:tc>
                  <a:txBody>
                    <a:bodyPr/>
                    <a:lstStyle/>
                    <a:p>
                      <a:pPr algn="r"/>
                      <a:r>
                        <a:rPr lang="en-NL">
                          <a:effectLst/>
                        </a:rPr>
                        <a:t>10</a:t>
                      </a:r>
                    </a:p>
                  </a:txBody>
                  <a:tcPr marL="50800" marT="12700" marB="12700" anchor="ctr">
                    <a:lnL>
                      <a:noFill/>
                    </a:lnL>
                    <a:lnR>
                      <a:noFill/>
                    </a:lnR>
                    <a:lnT>
                      <a:noFill/>
                    </a:lnT>
                    <a:lnB>
                      <a:noFill/>
                    </a:lnB>
                    <a:noFill/>
                  </a:tcPr>
                </a:tc>
                <a:tc>
                  <a:txBody>
                    <a:bodyPr/>
                    <a:lstStyle/>
                    <a:p>
                      <a:endParaRPr lang="en-NL">
                        <a:effectLst/>
                      </a:endParaRPr>
                    </a:p>
                  </a:txBody>
                  <a:tcPr marL="12700" marR="50800" marT="12700" marB="12700" anchor="ctr">
                    <a:lnL>
                      <a:noFill/>
                    </a:lnL>
                    <a:lnR>
                      <a:noFill/>
                    </a:lnR>
                    <a:lnT>
                      <a:noFill/>
                    </a:lnT>
                    <a:lnB>
                      <a:noFill/>
                    </a:lnB>
                    <a:noFill/>
                  </a:tcPr>
                </a:tc>
                <a:tc>
                  <a:txBody>
                    <a:bodyPr/>
                    <a:lstStyle/>
                    <a:p>
                      <a:pPr algn="r"/>
                      <a:r>
                        <a:rPr lang="en-NL">
                          <a:effectLst/>
                        </a:rPr>
                        <a:t>30</a:t>
                      </a:r>
                    </a:p>
                  </a:txBody>
                  <a:tcPr marL="50800" marT="12700" marB="12700" anchor="ctr">
                    <a:lnL>
                      <a:noFill/>
                    </a:lnL>
                    <a:lnR>
                      <a:noFill/>
                    </a:lnR>
                    <a:lnT>
                      <a:noFill/>
                    </a:lnT>
                    <a:lnB>
                      <a:noFill/>
                    </a:lnB>
                    <a:noFill/>
                  </a:tcPr>
                </a:tc>
                <a:tc>
                  <a:txBody>
                    <a:bodyPr/>
                    <a:lstStyle/>
                    <a:p>
                      <a:endParaRPr lang="en-NL">
                        <a:effectLst/>
                      </a:endParaRPr>
                    </a:p>
                  </a:txBody>
                  <a:tcPr marL="12700" marR="50800" marT="12700" marB="12700" anchor="ctr">
                    <a:lnL>
                      <a:noFill/>
                    </a:lnL>
                    <a:lnR>
                      <a:noFill/>
                    </a:lnR>
                    <a:lnT>
                      <a:noFill/>
                    </a:lnT>
                    <a:lnB>
                      <a:noFill/>
                    </a:lnB>
                    <a:noFill/>
                  </a:tcPr>
                </a:tc>
                <a:tc>
                  <a:txBody>
                    <a:bodyPr/>
                    <a:lstStyle/>
                    <a:p>
                      <a:pPr algn="r"/>
                      <a:r>
                        <a:rPr lang="en-NL">
                          <a:effectLst/>
                        </a:rPr>
                        <a:t>90</a:t>
                      </a:r>
                    </a:p>
                  </a:txBody>
                  <a:tcPr marL="50800" marT="12700" marB="12700" anchor="ctr">
                    <a:lnL>
                      <a:noFill/>
                    </a:lnL>
                    <a:lnR>
                      <a:noFill/>
                    </a:lnR>
                    <a:lnT>
                      <a:noFill/>
                    </a:lnT>
                    <a:lnB>
                      <a:noFill/>
                    </a:lnB>
                    <a:noFill/>
                  </a:tcPr>
                </a:tc>
                <a:tc>
                  <a:txBody>
                    <a:bodyPr/>
                    <a:lstStyle/>
                    <a:p>
                      <a:endParaRPr lang="en-NL">
                        <a:effectLst/>
                      </a:endParaRPr>
                    </a:p>
                  </a:txBody>
                  <a:tcPr marL="12700" marR="50800" marT="12700" marB="12700" anchor="ctr">
                    <a:lnL>
                      <a:noFill/>
                    </a:lnL>
                    <a:lnR>
                      <a:noFill/>
                    </a:lnR>
                    <a:lnT>
                      <a:noFill/>
                    </a:lnT>
                    <a:lnB>
                      <a:noFill/>
                    </a:lnB>
                    <a:noFill/>
                  </a:tcPr>
                </a:tc>
                <a:extLst>
                  <a:ext uri="{0D108BD9-81ED-4DB2-BD59-A6C34878D82A}">
                    <a16:rowId xmlns:a16="http://schemas.microsoft.com/office/drawing/2014/main" val="1653877913"/>
                  </a:ext>
                </a:extLst>
              </a:tr>
              <a:tr h="0">
                <a:tc>
                  <a:txBody>
                    <a:bodyPr/>
                    <a:lstStyle/>
                    <a:p>
                      <a:r>
                        <a:rPr lang="en-GB">
                          <a:effectLst/>
                        </a:rPr>
                        <a:t>rap</a:t>
                      </a:r>
                    </a:p>
                  </a:txBody>
                  <a:tcPr marL="50800" marT="12700" marB="12700" anchor="ctr">
                    <a:lnL>
                      <a:noFill/>
                    </a:lnL>
                    <a:lnR>
                      <a:noFill/>
                    </a:lnR>
                    <a:lnT>
                      <a:noFill/>
                    </a:lnT>
                    <a:lnB>
                      <a:noFill/>
                    </a:lnB>
                    <a:noFill/>
                  </a:tcPr>
                </a:tc>
                <a:tc>
                  <a:txBody>
                    <a:bodyPr/>
                    <a:lstStyle/>
                    <a:p>
                      <a:endParaRPr lang="en-NL">
                        <a:effectLst/>
                      </a:endParaRPr>
                    </a:p>
                  </a:txBody>
                  <a:tcPr marL="12700" marR="50800" marT="12700" marB="12700" anchor="ctr">
                    <a:lnL>
                      <a:noFill/>
                    </a:lnL>
                    <a:lnR>
                      <a:noFill/>
                    </a:lnR>
                    <a:lnT>
                      <a:noFill/>
                    </a:lnT>
                    <a:lnB>
                      <a:noFill/>
                    </a:lnB>
                    <a:noFill/>
                  </a:tcPr>
                </a:tc>
                <a:tc>
                  <a:txBody>
                    <a:bodyPr/>
                    <a:lstStyle/>
                    <a:p>
                      <a:pPr algn="r"/>
                      <a:r>
                        <a:rPr lang="en-NL">
                          <a:effectLst/>
                        </a:rPr>
                        <a:t>40</a:t>
                      </a:r>
                    </a:p>
                  </a:txBody>
                  <a:tcPr marL="50800" marT="12700" marB="12700" anchor="ctr">
                    <a:lnL>
                      <a:noFill/>
                    </a:lnL>
                    <a:lnR>
                      <a:noFill/>
                    </a:lnR>
                    <a:lnT>
                      <a:noFill/>
                    </a:lnT>
                    <a:lnB>
                      <a:noFill/>
                    </a:lnB>
                    <a:noFill/>
                  </a:tcPr>
                </a:tc>
                <a:tc>
                  <a:txBody>
                    <a:bodyPr/>
                    <a:lstStyle/>
                    <a:p>
                      <a:endParaRPr lang="en-NL">
                        <a:effectLst/>
                      </a:endParaRPr>
                    </a:p>
                  </a:txBody>
                  <a:tcPr marL="12700" marR="50800" marT="12700" marB="12700" anchor="ctr">
                    <a:lnL>
                      <a:noFill/>
                    </a:lnL>
                    <a:lnR>
                      <a:noFill/>
                    </a:lnR>
                    <a:lnT>
                      <a:noFill/>
                    </a:lnT>
                    <a:lnB>
                      <a:noFill/>
                    </a:lnB>
                    <a:noFill/>
                  </a:tcPr>
                </a:tc>
                <a:tc>
                  <a:txBody>
                    <a:bodyPr/>
                    <a:lstStyle/>
                    <a:p>
                      <a:pPr algn="r"/>
                      <a:r>
                        <a:rPr lang="en-NL">
                          <a:effectLst/>
                        </a:rPr>
                        <a:t>20</a:t>
                      </a:r>
                    </a:p>
                  </a:txBody>
                  <a:tcPr marL="50800" marT="12700" marB="12700" anchor="ctr">
                    <a:lnL>
                      <a:noFill/>
                    </a:lnL>
                    <a:lnR>
                      <a:noFill/>
                    </a:lnR>
                    <a:lnT>
                      <a:noFill/>
                    </a:lnT>
                    <a:lnB>
                      <a:noFill/>
                    </a:lnB>
                    <a:noFill/>
                  </a:tcPr>
                </a:tc>
                <a:tc>
                  <a:txBody>
                    <a:bodyPr/>
                    <a:lstStyle/>
                    <a:p>
                      <a:endParaRPr lang="en-NL">
                        <a:effectLst/>
                      </a:endParaRPr>
                    </a:p>
                  </a:txBody>
                  <a:tcPr marL="12700" marR="50800" marT="12700" marB="12700" anchor="ctr">
                    <a:lnL>
                      <a:noFill/>
                    </a:lnL>
                    <a:lnR>
                      <a:noFill/>
                    </a:lnR>
                    <a:lnT>
                      <a:noFill/>
                    </a:lnT>
                    <a:lnB>
                      <a:noFill/>
                    </a:lnB>
                    <a:noFill/>
                  </a:tcPr>
                </a:tc>
                <a:tc>
                  <a:txBody>
                    <a:bodyPr/>
                    <a:lstStyle/>
                    <a:p>
                      <a:pPr algn="r"/>
                      <a:r>
                        <a:rPr lang="en-NL">
                          <a:effectLst/>
                        </a:rPr>
                        <a:t>5</a:t>
                      </a:r>
                    </a:p>
                  </a:txBody>
                  <a:tcPr marL="50800" marT="12700" marB="12700" anchor="ctr">
                    <a:lnL>
                      <a:noFill/>
                    </a:lnL>
                    <a:lnR>
                      <a:noFill/>
                    </a:lnR>
                    <a:lnT>
                      <a:noFill/>
                    </a:lnT>
                    <a:lnB>
                      <a:noFill/>
                    </a:lnB>
                    <a:noFill/>
                  </a:tcPr>
                </a:tc>
                <a:tc>
                  <a:txBody>
                    <a:bodyPr/>
                    <a:lstStyle/>
                    <a:p>
                      <a:endParaRPr lang="en-NL">
                        <a:effectLst/>
                      </a:endParaRPr>
                    </a:p>
                  </a:txBody>
                  <a:tcPr marL="12700" marR="50800" marT="12700" marB="12700" anchor="ctr">
                    <a:lnL>
                      <a:noFill/>
                    </a:lnL>
                    <a:lnR>
                      <a:noFill/>
                    </a:lnR>
                    <a:lnT>
                      <a:noFill/>
                    </a:lnT>
                    <a:lnB>
                      <a:noFill/>
                    </a:lnB>
                    <a:noFill/>
                  </a:tcPr>
                </a:tc>
                <a:tc>
                  <a:txBody>
                    <a:bodyPr/>
                    <a:lstStyle/>
                    <a:p>
                      <a:pPr algn="r"/>
                      <a:r>
                        <a:rPr lang="en-NL">
                          <a:effectLst/>
                        </a:rPr>
                        <a:t>10</a:t>
                      </a:r>
                    </a:p>
                  </a:txBody>
                  <a:tcPr marL="50800" marT="12700" marB="12700" anchor="ctr">
                    <a:lnL>
                      <a:noFill/>
                    </a:lnL>
                    <a:lnR>
                      <a:noFill/>
                    </a:lnR>
                    <a:lnT>
                      <a:noFill/>
                    </a:lnT>
                    <a:lnB>
                      <a:noFill/>
                    </a:lnB>
                    <a:noFill/>
                  </a:tcPr>
                </a:tc>
                <a:tc>
                  <a:txBody>
                    <a:bodyPr/>
                    <a:lstStyle/>
                    <a:p>
                      <a:endParaRPr lang="en-NL">
                        <a:effectLst/>
                      </a:endParaRPr>
                    </a:p>
                  </a:txBody>
                  <a:tcPr marL="12700" marR="50800" marT="12700" marB="12700" anchor="ctr">
                    <a:lnL>
                      <a:noFill/>
                    </a:lnL>
                    <a:lnR>
                      <a:noFill/>
                    </a:lnR>
                    <a:lnT>
                      <a:noFill/>
                    </a:lnT>
                    <a:lnB>
                      <a:noFill/>
                    </a:lnB>
                    <a:noFill/>
                  </a:tcPr>
                </a:tc>
                <a:tc>
                  <a:txBody>
                    <a:bodyPr/>
                    <a:lstStyle/>
                    <a:p>
                      <a:pPr algn="r"/>
                      <a:r>
                        <a:rPr lang="en-NL">
                          <a:effectLst/>
                        </a:rPr>
                        <a:t>75</a:t>
                      </a:r>
                    </a:p>
                  </a:txBody>
                  <a:tcPr marL="50800" marT="12700" marB="12700" anchor="ctr">
                    <a:lnL>
                      <a:noFill/>
                    </a:lnL>
                    <a:lnR>
                      <a:noFill/>
                    </a:lnR>
                    <a:lnT>
                      <a:noFill/>
                    </a:lnT>
                    <a:lnB>
                      <a:noFill/>
                    </a:lnB>
                    <a:noFill/>
                  </a:tcPr>
                </a:tc>
                <a:tc>
                  <a:txBody>
                    <a:bodyPr/>
                    <a:lstStyle/>
                    <a:p>
                      <a:endParaRPr lang="en-NL">
                        <a:effectLst/>
                      </a:endParaRPr>
                    </a:p>
                  </a:txBody>
                  <a:tcPr marL="12700" marR="50800" marT="12700" marB="12700" anchor="ctr">
                    <a:lnL>
                      <a:noFill/>
                    </a:lnL>
                    <a:lnR>
                      <a:noFill/>
                    </a:lnR>
                    <a:lnT>
                      <a:noFill/>
                    </a:lnT>
                    <a:lnB>
                      <a:noFill/>
                    </a:lnB>
                    <a:noFill/>
                  </a:tcPr>
                </a:tc>
                <a:extLst>
                  <a:ext uri="{0D108BD9-81ED-4DB2-BD59-A6C34878D82A}">
                    <a16:rowId xmlns:a16="http://schemas.microsoft.com/office/drawing/2014/main" val="360340676"/>
                  </a:ext>
                </a:extLst>
              </a:tr>
              <a:tr h="0">
                <a:tc>
                  <a:txBody>
                    <a:bodyPr/>
                    <a:lstStyle/>
                    <a:p>
                      <a:r>
                        <a:rPr lang="en-GB">
                          <a:effectLst/>
                        </a:rPr>
                        <a:t>house</a:t>
                      </a:r>
                    </a:p>
                  </a:txBody>
                  <a:tcPr marL="50800" marT="12700" marB="12700" anchor="ctr">
                    <a:lnL>
                      <a:noFill/>
                    </a:lnL>
                    <a:lnR>
                      <a:noFill/>
                    </a:lnR>
                    <a:lnT>
                      <a:noFill/>
                    </a:lnT>
                    <a:lnB>
                      <a:noFill/>
                    </a:lnB>
                    <a:noFill/>
                  </a:tcPr>
                </a:tc>
                <a:tc>
                  <a:txBody>
                    <a:bodyPr/>
                    <a:lstStyle/>
                    <a:p>
                      <a:endParaRPr lang="en-NL">
                        <a:effectLst/>
                      </a:endParaRPr>
                    </a:p>
                  </a:txBody>
                  <a:tcPr marL="12700" marR="50800" marT="12700" marB="12700" anchor="ctr">
                    <a:lnL>
                      <a:noFill/>
                    </a:lnL>
                    <a:lnR>
                      <a:noFill/>
                    </a:lnR>
                    <a:lnT>
                      <a:noFill/>
                    </a:lnT>
                    <a:lnB>
                      <a:noFill/>
                    </a:lnB>
                    <a:noFill/>
                  </a:tcPr>
                </a:tc>
                <a:tc>
                  <a:txBody>
                    <a:bodyPr/>
                    <a:lstStyle/>
                    <a:p>
                      <a:pPr algn="r"/>
                      <a:r>
                        <a:rPr lang="en-NL">
                          <a:effectLst/>
                        </a:rPr>
                        <a:t>60</a:t>
                      </a:r>
                    </a:p>
                  </a:txBody>
                  <a:tcPr marL="50800" marT="12700" marB="12700" anchor="ctr">
                    <a:lnL>
                      <a:noFill/>
                    </a:lnL>
                    <a:lnR>
                      <a:noFill/>
                    </a:lnR>
                    <a:lnT>
                      <a:noFill/>
                    </a:lnT>
                    <a:lnB>
                      <a:noFill/>
                    </a:lnB>
                    <a:noFill/>
                  </a:tcPr>
                </a:tc>
                <a:tc>
                  <a:txBody>
                    <a:bodyPr/>
                    <a:lstStyle/>
                    <a:p>
                      <a:endParaRPr lang="en-NL">
                        <a:effectLst/>
                      </a:endParaRPr>
                    </a:p>
                  </a:txBody>
                  <a:tcPr marL="12700" marR="50800" marT="12700" marB="12700" anchor="ctr">
                    <a:lnL>
                      <a:noFill/>
                    </a:lnL>
                    <a:lnR>
                      <a:noFill/>
                    </a:lnR>
                    <a:lnT>
                      <a:noFill/>
                    </a:lnT>
                    <a:lnB>
                      <a:noFill/>
                    </a:lnB>
                    <a:noFill/>
                  </a:tcPr>
                </a:tc>
                <a:tc>
                  <a:txBody>
                    <a:bodyPr/>
                    <a:lstStyle/>
                    <a:p>
                      <a:pPr algn="r"/>
                      <a:r>
                        <a:rPr lang="en-NL">
                          <a:effectLst/>
                        </a:rPr>
                        <a:t>60</a:t>
                      </a:r>
                    </a:p>
                  </a:txBody>
                  <a:tcPr marL="50800" marT="12700" marB="12700" anchor="ctr">
                    <a:lnL>
                      <a:noFill/>
                    </a:lnL>
                    <a:lnR>
                      <a:noFill/>
                    </a:lnR>
                    <a:lnT>
                      <a:noFill/>
                    </a:lnT>
                    <a:lnB>
                      <a:noFill/>
                    </a:lnB>
                    <a:noFill/>
                  </a:tcPr>
                </a:tc>
                <a:tc>
                  <a:txBody>
                    <a:bodyPr/>
                    <a:lstStyle/>
                    <a:p>
                      <a:endParaRPr lang="en-NL">
                        <a:effectLst/>
                      </a:endParaRPr>
                    </a:p>
                  </a:txBody>
                  <a:tcPr marL="12700" marR="50800" marT="12700" marB="12700" anchor="ctr">
                    <a:lnL>
                      <a:noFill/>
                    </a:lnL>
                    <a:lnR>
                      <a:noFill/>
                    </a:lnR>
                    <a:lnT>
                      <a:noFill/>
                    </a:lnT>
                    <a:lnB>
                      <a:noFill/>
                    </a:lnB>
                    <a:noFill/>
                  </a:tcPr>
                </a:tc>
                <a:tc>
                  <a:txBody>
                    <a:bodyPr/>
                    <a:lstStyle/>
                    <a:p>
                      <a:pPr algn="r"/>
                      <a:r>
                        <a:rPr lang="en-NL">
                          <a:effectLst/>
                        </a:rPr>
                        <a:t>5</a:t>
                      </a:r>
                    </a:p>
                  </a:txBody>
                  <a:tcPr marL="50800" marT="12700" marB="12700" anchor="ctr">
                    <a:lnL>
                      <a:noFill/>
                    </a:lnL>
                    <a:lnR>
                      <a:noFill/>
                    </a:lnR>
                    <a:lnT>
                      <a:noFill/>
                    </a:lnT>
                    <a:lnB>
                      <a:noFill/>
                    </a:lnB>
                    <a:noFill/>
                  </a:tcPr>
                </a:tc>
                <a:tc>
                  <a:txBody>
                    <a:bodyPr/>
                    <a:lstStyle/>
                    <a:p>
                      <a:endParaRPr lang="en-NL">
                        <a:effectLst/>
                      </a:endParaRPr>
                    </a:p>
                  </a:txBody>
                  <a:tcPr marL="12700" marR="50800" marT="12700" marB="12700" anchor="ctr">
                    <a:lnL>
                      <a:noFill/>
                    </a:lnL>
                    <a:lnR>
                      <a:noFill/>
                    </a:lnR>
                    <a:lnT>
                      <a:noFill/>
                    </a:lnT>
                    <a:lnB>
                      <a:noFill/>
                    </a:lnB>
                    <a:noFill/>
                  </a:tcPr>
                </a:tc>
                <a:tc>
                  <a:txBody>
                    <a:bodyPr/>
                    <a:lstStyle/>
                    <a:p>
                      <a:pPr algn="r"/>
                      <a:r>
                        <a:rPr lang="en-NL">
                          <a:effectLst/>
                        </a:rPr>
                        <a:t>20</a:t>
                      </a:r>
                    </a:p>
                  </a:txBody>
                  <a:tcPr marL="50800" marT="12700" marB="12700" anchor="ctr">
                    <a:lnL>
                      <a:noFill/>
                    </a:lnL>
                    <a:lnR>
                      <a:noFill/>
                    </a:lnR>
                    <a:lnT>
                      <a:noFill/>
                    </a:lnT>
                    <a:lnB>
                      <a:noFill/>
                    </a:lnB>
                    <a:noFill/>
                  </a:tcPr>
                </a:tc>
                <a:tc>
                  <a:txBody>
                    <a:bodyPr/>
                    <a:lstStyle/>
                    <a:p>
                      <a:endParaRPr lang="en-NL">
                        <a:effectLst/>
                      </a:endParaRPr>
                    </a:p>
                  </a:txBody>
                  <a:tcPr marL="12700" marR="50800" marT="12700" marB="12700" anchor="ctr">
                    <a:lnL>
                      <a:noFill/>
                    </a:lnL>
                    <a:lnR>
                      <a:noFill/>
                    </a:lnR>
                    <a:lnT>
                      <a:noFill/>
                    </a:lnT>
                    <a:lnB>
                      <a:noFill/>
                    </a:lnB>
                    <a:noFill/>
                  </a:tcPr>
                </a:tc>
                <a:tc>
                  <a:txBody>
                    <a:bodyPr/>
                    <a:lstStyle/>
                    <a:p>
                      <a:pPr algn="r"/>
                      <a:r>
                        <a:rPr lang="en-NL">
                          <a:effectLst/>
                        </a:rPr>
                        <a:t>145</a:t>
                      </a:r>
                    </a:p>
                  </a:txBody>
                  <a:tcPr marL="50800" marT="12700" marB="12700" anchor="ctr">
                    <a:lnL>
                      <a:noFill/>
                    </a:lnL>
                    <a:lnR>
                      <a:noFill/>
                    </a:lnR>
                    <a:lnT>
                      <a:noFill/>
                    </a:lnT>
                    <a:lnB>
                      <a:noFill/>
                    </a:lnB>
                    <a:noFill/>
                  </a:tcPr>
                </a:tc>
                <a:tc>
                  <a:txBody>
                    <a:bodyPr/>
                    <a:lstStyle/>
                    <a:p>
                      <a:endParaRPr lang="en-NL">
                        <a:effectLst/>
                      </a:endParaRPr>
                    </a:p>
                  </a:txBody>
                  <a:tcPr marL="12700" marR="50800" marT="12700" marB="12700" anchor="ctr">
                    <a:lnL>
                      <a:noFill/>
                    </a:lnL>
                    <a:lnR>
                      <a:noFill/>
                    </a:lnR>
                    <a:lnT>
                      <a:noFill/>
                    </a:lnT>
                    <a:lnB>
                      <a:noFill/>
                    </a:lnB>
                    <a:noFill/>
                  </a:tcPr>
                </a:tc>
                <a:extLst>
                  <a:ext uri="{0D108BD9-81ED-4DB2-BD59-A6C34878D82A}">
                    <a16:rowId xmlns:a16="http://schemas.microsoft.com/office/drawing/2014/main" val="3262112306"/>
                  </a:ext>
                </a:extLst>
              </a:tr>
              <a:tr h="0">
                <a:tc>
                  <a:txBody>
                    <a:bodyPr/>
                    <a:lstStyle/>
                    <a:p>
                      <a:r>
                        <a:rPr lang="en-GB">
                          <a:effectLst/>
                        </a:rPr>
                        <a:t>Total</a:t>
                      </a:r>
                    </a:p>
                  </a:txBody>
                  <a:tcPr marL="50800" marT="50800" marB="50800" anchor="ctr">
                    <a:lnL>
                      <a:noFill/>
                    </a:lnL>
                    <a:lnR>
                      <a:noFill/>
                    </a:lnR>
                    <a:lnT>
                      <a:noFill/>
                    </a:lnT>
                    <a:lnB w="12700" cap="flat" cmpd="sng" algn="ctr">
                      <a:solidFill>
                        <a:srgbClr val="333333"/>
                      </a:solidFill>
                      <a:prstDash val="solid"/>
                      <a:round/>
                      <a:headEnd type="none" w="med" len="med"/>
                      <a:tailEnd type="none" w="med" len="med"/>
                    </a:lnB>
                    <a:noFill/>
                  </a:tcPr>
                </a:tc>
                <a:tc>
                  <a:txBody>
                    <a:bodyPr/>
                    <a:lstStyle/>
                    <a:p>
                      <a:endParaRPr lang="en-NL">
                        <a:effectLst/>
                      </a:endParaRPr>
                    </a:p>
                  </a:txBody>
                  <a:tcPr marL="12700" marR="50800" marT="12700" marB="50800" anchor="ctr">
                    <a:lnL>
                      <a:noFill/>
                    </a:lnL>
                    <a:lnR>
                      <a:noFill/>
                    </a:lnR>
                    <a:lnT>
                      <a:noFill/>
                    </a:lnT>
                    <a:lnB w="12700" cap="flat" cmpd="sng" algn="ctr">
                      <a:solidFill>
                        <a:srgbClr val="333333"/>
                      </a:solidFill>
                      <a:prstDash val="solid"/>
                      <a:round/>
                      <a:headEnd type="none" w="med" len="med"/>
                      <a:tailEnd type="none" w="med" len="med"/>
                    </a:lnB>
                    <a:noFill/>
                  </a:tcPr>
                </a:tc>
                <a:tc>
                  <a:txBody>
                    <a:bodyPr/>
                    <a:lstStyle/>
                    <a:p>
                      <a:pPr algn="r"/>
                      <a:r>
                        <a:rPr lang="en-NL">
                          <a:effectLst/>
                        </a:rPr>
                        <a:t>360</a:t>
                      </a:r>
                    </a:p>
                  </a:txBody>
                  <a:tcPr marL="50800" marT="50800" marB="50800" anchor="ctr">
                    <a:lnL>
                      <a:noFill/>
                    </a:lnL>
                    <a:lnR>
                      <a:noFill/>
                    </a:lnR>
                    <a:lnT>
                      <a:noFill/>
                    </a:lnT>
                    <a:lnB w="12700" cap="flat" cmpd="sng" algn="ctr">
                      <a:solidFill>
                        <a:srgbClr val="333333"/>
                      </a:solidFill>
                      <a:prstDash val="solid"/>
                      <a:round/>
                      <a:headEnd type="none" w="med" len="med"/>
                      <a:tailEnd type="none" w="med" len="med"/>
                    </a:lnB>
                    <a:noFill/>
                  </a:tcPr>
                </a:tc>
                <a:tc>
                  <a:txBody>
                    <a:bodyPr/>
                    <a:lstStyle/>
                    <a:p>
                      <a:endParaRPr lang="en-NL">
                        <a:effectLst/>
                      </a:endParaRPr>
                    </a:p>
                  </a:txBody>
                  <a:tcPr marL="12700" marR="50800" marT="12700" marB="50800" anchor="ctr">
                    <a:lnL>
                      <a:noFill/>
                    </a:lnL>
                    <a:lnR>
                      <a:noFill/>
                    </a:lnR>
                    <a:lnT>
                      <a:noFill/>
                    </a:lnT>
                    <a:lnB w="12700" cap="flat" cmpd="sng" algn="ctr">
                      <a:solidFill>
                        <a:srgbClr val="333333"/>
                      </a:solidFill>
                      <a:prstDash val="solid"/>
                      <a:round/>
                      <a:headEnd type="none" w="med" len="med"/>
                      <a:tailEnd type="none" w="med" len="med"/>
                    </a:lnB>
                    <a:noFill/>
                  </a:tcPr>
                </a:tc>
                <a:tc>
                  <a:txBody>
                    <a:bodyPr/>
                    <a:lstStyle/>
                    <a:p>
                      <a:pPr algn="r"/>
                      <a:r>
                        <a:rPr lang="en-NL">
                          <a:effectLst/>
                        </a:rPr>
                        <a:t>260</a:t>
                      </a:r>
                    </a:p>
                  </a:txBody>
                  <a:tcPr marL="50800" marT="50800" marB="50800" anchor="ctr">
                    <a:lnL>
                      <a:noFill/>
                    </a:lnL>
                    <a:lnR>
                      <a:noFill/>
                    </a:lnR>
                    <a:lnT>
                      <a:noFill/>
                    </a:lnT>
                    <a:lnB w="12700" cap="flat" cmpd="sng" algn="ctr">
                      <a:solidFill>
                        <a:srgbClr val="333333"/>
                      </a:solidFill>
                      <a:prstDash val="solid"/>
                      <a:round/>
                      <a:headEnd type="none" w="med" len="med"/>
                      <a:tailEnd type="none" w="med" len="med"/>
                    </a:lnB>
                    <a:noFill/>
                  </a:tcPr>
                </a:tc>
                <a:tc>
                  <a:txBody>
                    <a:bodyPr/>
                    <a:lstStyle/>
                    <a:p>
                      <a:endParaRPr lang="en-NL">
                        <a:effectLst/>
                      </a:endParaRPr>
                    </a:p>
                  </a:txBody>
                  <a:tcPr marL="12700" marR="50800" marT="12700" marB="50800" anchor="ctr">
                    <a:lnL>
                      <a:noFill/>
                    </a:lnL>
                    <a:lnR>
                      <a:noFill/>
                    </a:lnR>
                    <a:lnT>
                      <a:noFill/>
                    </a:lnT>
                    <a:lnB w="12700" cap="flat" cmpd="sng" algn="ctr">
                      <a:solidFill>
                        <a:srgbClr val="333333"/>
                      </a:solidFill>
                      <a:prstDash val="solid"/>
                      <a:round/>
                      <a:headEnd type="none" w="med" len="med"/>
                      <a:tailEnd type="none" w="med" len="med"/>
                    </a:lnB>
                    <a:noFill/>
                  </a:tcPr>
                </a:tc>
                <a:tc>
                  <a:txBody>
                    <a:bodyPr/>
                    <a:lstStyle/>
                    <a:p>
                      <a:pPr algn="r"/>
                      <a:r>
                        <a:rPr lang="en-NL">
                          <a:effectLst/>
                        </a:rPr>
                        <a:t>92</a:t>
                      </a:r>
                    </a:p>
                  </a:txBody>
                  <a:tcPr marL="50800" marT="50800" marB="50800" anchor="ctr">
                    <a:lnL>
                      <a:noFill/>
                    </a:lnL>
                    <a:lnR>
                      <a:noFill/>
                    </a:lnR>
                    <a:lnT>
                      <a:noFill/>
                    </a:lnT>
                    <a:lnB w="12700" cap="flat" cmpd="sng" algn="ctr">
                      <a:solidFill>
                        <a:srgbClr val="333333"/>
                      </a:solidFill>
                      <a:prstDash val="solid"/>
                      <a:round/>
                      <a:headEnd type="none" w="med" len="med"/>
                      <a:tailEnd type="none" w="med" len="med"/>
                    </a:lnB>
                    <a:noFill/>
                  </a:tcPr>
                </a:tc>
                <a:tc>
                  <a:txBody>
                    <a:bodyPr/>
                    <a:lstStyle/>
                    <a:p>
                      <a:endParaRPr lang="en-NL">
                        <a:effectLst/>
                      </a:endParaRPr>
                    </a:p>
                  </a:txBody>
                  <a:tcPr marL="12700" marR="50800" marT="12700" marB="50800" anchor="ctr">
                    <a:lnL>
                      <a:noFill/>
                    </a:lnL>
                    <a:lnR>
                      <a:noFill/>
                    </a:lnR>
                    <a:lnT>
                      <a:noFill/>
                    </a:lnT>
                    <a:lnB w="12700" cap="flat" cmpd="sng" algn="ctr">
                      <a:solidFill>
                        <a:srgbClr val="333333"/>
                      </a:solidFill>
                      <a:prstDash val="solid"/>
                      <a:round/>
                      <a:headEnd type="none" w="med" len="med"/>
                      <a:tailEnd type="none" w="med" len="med"/>
                    </a:lnB>
                    <a:noFill/>
                  </a:tcPr>
                </a:tc>
                <a:tc>
                  <a:txBody>
                    <a:bodyPr/>
                    <a:lstStyle/>
                    <a:p>
                      <a:pPr algn="r"/>
                      <a:r>
                        <a:rPr lang="en-NL">
                          <a:effectLst/>
                        </a:rPr>
                        <a:t>210</a:t>
                      </a:r>
                    </a:p>
                  </a:txBody>
                  <a:tcPr marL="50800" marT="50800" marB="50800" anchor="ctr">
                    <a:lnL>
                      <a:noFill/>
                    </a:lnL>
                    <a:lnR>
                      <a:noFill/>
                    </a:lnR>
                    <a:lnT>
                      <a:noFill/>
                    </a:lnT>
                    <a:lnB w="12700" cap="flat" cmpd="sng" algn="ctr">
                      <a:solidFill>
                        <a:srgbClr val="333333"/>
                      </a:solidFill>
                      <a:prstDash val="solid"/>
                      <a:round/>
                      <a:headEnd type="none" w="med" len="med"/>
                      <a:tailEnd type="none" w="med" len="med"/>
                    </a:lnB>
                    <a:noFill/>
                  </a:tcPr>
                </a:tc>
                <a:tc>
                  <a:txBody>
                    <a:bodyPr/>
                    <a:lstStyle/>
                    <a:p>
                      <a:endParaRPr lang="en-NL">
                        <a:effectLst/>
                      </a:endParaRPr>
                    </a:p>
                  </a:txBody>
                  <a:tcPr marL="12700" marR="50800" marT="12700" marB="50800" anchor="ctr">
                    <a:lnL>
                      <a:noFill/>
                    </a:lnL>
                    <a:lnR>
                      <a:noFill/>
                    </a:lnR>
                    <a:lnT>
                      <a:noFill/>
                    </a:lnT>
                    <a:lnB w="12700" cap="flat" cmpd="sng" algn="ctr">
                      <a:solidFill>
                        <a:srgbClr val="333333"/>
                      </a:solidFill>
                      <a:prstDash val="solid"/>
                      <a:round/>
                      <a:headEnd type="none" w="med" len="med"/>
                      <a:tailEnd type="none" w="med" len="med"/>
                    </a:lnB>
                    <a:noFill/>
                  </a:tcPr>
                </a:tc>
                <a:tc>
                  <a:txBody>
                    <a:bodyPr/>
                    <a:lstStyle/>
                    <a:p>
                      <a:pPr algn="r"/>
                      <a:r>
                        <a:rPr lang="en-NL">
                          <a:effectLst/>
                        </a:rPr>
                        <a:t>922</a:t>
                      </a:r>
                    </a:p>
                  </a:txBody>
                  <a:tcPr marL="50800" marT="50800" marB="50800" anchor="ctr">
                    <a:lnL>
                      <a:noFill/>
                    </a:lnL>
                    <a:lnR>
                      <a:noFill/>
                    </a:lnR>
                    <a:lnT>
                      <a:noFill/>
                    </a:lnT>
                    <a:lnB w="12700" cap="flat" cmpd="sng" algn="ctr">
                      <a:solidFill>
                        <a:srgbClr val="333333"/>
                      </a:solidFill>
                      <a:prstDash val="solid"/>
                      <a:round/>
                      <a:headEnd type="none" w="med" len="med"/>
                      <a:tailEnd type="none" w="med" len="med"/>
                    </a:lnB>
                    <a:noFill/>
                  </a:tcPr>
                </a:tc>
                <a:tc>
                  <a:txBody>
                    <a:bodyPr/>
                    <a:lstStyle/>
                    <a:p>
                      <a:endParaRPr lang="en-NL">
                        <a:effectLst/>
                      </a:endParaRPr>
                    </a:p>
                  </a:txBody>
                  <a:tcPr marL="12700" marR="50800" marT="12700" marB="50800" anchor="ctr">
                    <a:lnL>
                      <a:noFill/>
                    </a:lnL>
                    <a:lnR>
                      <a:noFill/>
                    </a:lnR>
                    <a:lnT>
                      <a:noFill/>
                    </a:lnT>
                    <a:lnB w="12700" cap="flat" cmpd="sng" algn="ctr">
                      <a:solidFill>
                        <a:srgbClr val="333333"/>
                      </a:solidFill>
                      <a:prstDash val="solid"/>
                      <a:round/>
                      <a:headEnd type="none" w="med" len="med"/>
                      <a:tailEnd type="none" w="med" len="med"/>
                    </a:lnB>
                    <a:noFill/>
                  </a:tcPr>
                </a:tc>
                <a:extLst>
                  <a:ext uri="{0D108BD9-81ED-4DB2-BD59-A6C34878D82A}">
                    <a16:rowId xmlns:a16="http://schemas.microsoft.com/office/drawing/2014/main" val="389733559"/>
                  </a:ext>
                </a:extLst>
              </a:tr>
              <a:tr h="0">
                <a:tc gridSpan="12">
                  <a:txBody>
                    <a:bodyPr/>
                    <a:lstStyle/>
                    <a:p>
                      <a:endParaRPr lang="en-NL" dirty="0">
                        <a:effectLst/>
                      </a:endParaRPr>
                    </a:p>
                  </a:txBody>
                  <a:tcPr marL="50800" marR="50800" marT="38100" marB="12700" anchor="ctr">
                    <a:lnL>
                      <a:noFill/>
                    </a:lnL>
                    <a:lnR>
                      <a:noFill/>
                    </a:lnR>
                    <a:lnT w="12700" cap="flat" cmpd="sng" algn="ctr">
                      <a:solidFill>
                        <a:srgbClr val="333333"/>
                      </a:solidFill>
                      <a:prstDash val="solid"/>
                      <a:round/>
                      <a:headEnd type="none" w="med" len="med"/>
                      <a:tailEnd type="none" w="med" len="med"/>
                    </a:lnT>
                    <a:lnB>
                      <a:noFill/>
                    </a:lnB>
                    <a:noFill/>
                  </a:tcPr>
                </a:tc>
                <a:tc hMerge="1">
                  <a:txBody>
                    <a:bodyPr/>
                    <a:lstStyle/>
                    <a:p>
                      <a:endParaRPr lang="en-NL"/>
                    </a:p>
                  </a:txBody>
                  <a:tcPr/>
                </a:tc>
                <a:tc hMerge="1">
                  <a:txBody>
                    <a:bodyPr/>
                    <a:lstStyle/>
                    <a:p>
                      <a:endParaRPr lang="en-NL"/>
                    </a:p>
                  </a:txBody>
                  <a:tcPr/>
                </a:tc>
                <a:tc hMerge="1">
                  <a:txBody>
                    <a:bodyPr/>
                    <a:lstStyle/>
                    <a:p>
                      <a:endParaRPr lang="en-NL"/>
                    </a:p>
                  </a:txBody>
                  <a:tcPr/>
                </a:tc>
                <a:tc hMerge="1">
                  <a:txBody>
                    <a:bodyPr/>
                    <a:lstStyle/>
                    <a:p>
                      <a:endParaRPr lang="en-NL"/>
                    </a:p>
                  </a:txBody>
                  <a:tcPr/>
                </a:tc>
                <a:tc hMerge="1">
                  <a:txBody>
                    <a:bodyPr/>
                    <a:lstStyle/>
                    <a:p>
                      <a:endParaRPr lang="en-NL"/>
                    </a:p>
                  </a:txBody>
                  <a:tcPr/>
                </a:tc>
                <a:tc hMerge="1">
                  <a:txBody>
                    <a:bodyPr/>
                    <a:lstStyle/>
                    <a:p>
                      <a:endParaRPr lang="en-NL"/>
                    </a:p>
                  </a:txBody>
                  <a:tcPr/>
                </a:tc>
                <a:tc hMerge="1">
                  <a:txBody>
                    <a:bodyPr/>
                    <a:lstStyle/>
                    <a:p>
                      <a:endParaRPr lang="en-NL"/>
                    </a:p>
                  </a:txBody>
                  <a:tcPr/>
                </a:tc>
                <a:tc hMerge="1">
                  <a:txBody>
                    <a:bodyPr/>
                    <a:lstStyle/>
                    <a:p>
                      <a:endParaRPr lang="en-NL"/>
                    </a:p>
                  </a:txBody>
                  <a:tcPr/>
                </a:tc>
                <a:tc hMerge="1">
                  <a:txBody>
                    <a:bodyPr/>
                    <a:lstStyle/>
                    <a:p>
                      <a:endParaRPr lang="en-NL"/>
                    </a:p>
                  </a:txBody>
                  <a:tcPr/>
                </a:tc>
                <a:tc hMerge="1">
                  <a:txBody>
                    <a:bodyPr/>
                    <a:lstStyle/>
                    <a:p>
                      <a:endParaRPr lang="en-NL"/>
                    </a:p>
                  </a:txBody>
                  <a:tcPr/>
                </a:tc>
                <a:tc hMerge="1">
                  <a:txBody>
                    <a:bodyPr/>
                    <a:lstStyle/>
                    <a:p>
                      <a:endParaRPr lang="en-NL"/>
                    </a:p>
                  </a:txBody>
                  <a:tcPr/>
                </a:tc>
                <a:extLst>
                  <a:ext uri="{0D108BD9-81ED-4DB2-BD59-A6C34878D82A}">
                    <a16:rowId xmlns:a16="http://schemas.microsoft.com/office/drawing/2014/main" val="2990313537"/>
                  </a:ext>
                </a:extLst>
              </a:tr>
            </a:tbl>
          </a:graphicData>
        </a:graphic>
      </p:graphicFrame>
      <p:sp>
        <p:nvSpPr>
          <p:cNvPr id="10" name="TextBox 9">
            <a:extLst>
              <a:ext uri="{FF2B5EF4-FFF2-40B4-BE49-F238E27FC236}">
                <a16:creationId xmlns:a16="http://schemas.microsoft.com/office/drawing/2014/main" id="{86D4BA41-33E4-ED7C-0A0B-CBACA0A2C492}"/>
              </a:ext>
            </a:extLst>
          </p:cNvPr>
          <p:cNvSpPr txBox="1"/>
          <p:nvPr/>
        </p:nvSpPr>
        <p:spPr>
          <a:xfrm>
            <a:off x="6972300" y="4524375"/>
            <a:ext cx="401072" cy="584775"/>
          </a:xfrm>
          <a:prstGeom prst="rect">
            <a:avLst/>
          </a:prstGeom>
          <a:noFill/>
        </p:spPr>
        <p:txBody>
          <a:bodyPr wrap="none" rtlCol="0">
            <a:spAutoFit/>
          </a:bodyPr>
          <a:lstStyle/>
          <a:p>
            <a:r>
              <a:rPr lang="en-NL" sz="3200" b="1" dirty="0">
                <a:solidFill>
                  <a:srgbClr val="FF0000"/>
                </a:solidFill>
              </a:rPr>
              <a:t>*</a:t>
            </a:r>
          </a:p>
        </p:txBody>
      </p:sp>
      <p:sp>
        <p:nvSpPr>
          <p:cNvPr id="12" name="Rectangle 11">
            <a:extLst>
              <a:ext uri="{FF2B5EF4-FFF2-40B4-BE49-F238E27FC236}">
                <a16:creationId xmlns:a16="http://schemas.microsoft.com/office/drawing/2014/main" id="{F6D40BB0-1232-C941-7A86-40313120832F}"/>
              </a:ext>
            </a:extLst>
          </p:cNvPr>
          <p:cNvSpPr/>
          <p:nvPr/>
        </p:nvSpPr>
        <p:spPr>
          <a:xfrm>
            <a:off x="3057525" y="3524250"/>
            <a:ext cx="6076950" cy="1743075"/>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13" name="Rectangle 12">
            <a:extLst>
              <a:ext uri="{FF2B5EF4-FFF2-40B4-BE49-F238E27FC236}">
                <a16:creationId xmlns:a16="http://schemas.microsoft.com/office/drawing/2014/main" id="{65B75251-27CE-2417-EDFA-F8304514252B}"/>
              </a:ext>
            </a:extLst>
          </p:cNvPr>
          <p:cNvSpPr/>
          <p:nvPr/>
        </p:nvSpPr>
        <p:spPr>
          <a:xfrm>
            <a:off x="6553200" y="4657725"/>
            <a:ext cx="609600" cy="314325"/>
          </a:xfrm>
          <a:prstGeom prst="rect">
            <a:avLst/>
          </a:prstGeom>
          <a:solidFill>
            <a:schemeClr val="accent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cxnSp>
        <p:nvCxnSpPr>
          <p:cNvPr id="15" name="Straight Arrow Connector 14">
            <a:extLst>
              <a:ext uri="{FF2B5EF4-FFF2-40B4-BE49-F238E27FC236}">
                <a16:creationId xmlns:a16="http://schemas.microsoft.com/office/drawing/2014/main" id="{DD98556A-82AA-B717-A477-6B427ED6F327}"/>
              </a:ext>
            </a:extLst>
          </p:cNvPr>
          <p:cNvCxnSpPr/>
          <p:nvPr/>
        </p:nvCxnSpPr>
        <p:spPr>
          <a:xfrm>
            <a:off x="7172325" y="4810125"/>
            <a:ext cx="3048000" cy="0"/>
          </a:xfrm>
          <a:prstGeom prst="straightConnector1">
            <a:avLst/>
          </a:prstGeom>
          <a:ln w="38100">
            <a:tailEnd type="triangle"/>
          </a:ln>
        </p:spPr>
        <p:style>
          <a:lnRef idx="1">
            <a:schemeClr val="accent2"/>
          </a:lnRef>
          <a:fillRef idx="0">
            <a:schemeClr val="accent2"/>
          </a:fillRef>
          <a:effectRef idx="0">
            <a:schemeClr val="accent2"/>
          </a:effectRef>
          <a:fontRef idx="minor">
            <a:schemeClr val="tx1"/>
          </a:fontRef>
        </p:style>
      </p:cxnSp>
      <p:cxnSp>
        <p:nvCxnSpPr>
          <p:cNvPr id="16" name="Straight Arrow Connector 15">
            <a:extLst>
              <a:ext uri="{FF2B5EF4-FFF2-40B4-BE49-F238E27FC236}">
                <a16:creationId xmlns:a16="http://schemas.microsoft.com/office/drawing/2014/main" id="{D6E05777-BE98-1783-F3EF-19B4D4AE951B}"/>
              </a:ext>
            </a:extLst>
          </p:cNvPr>
          <p:cNvCxnSpPr>
            <a:cxnSpLocks/>
            <a:stCxn id="13" idx="2"/>
          </p:cNvCxnSpPr>
          <p:nvPr/>
        </p:nvCxnSpPr>
        <p:spPr>
          <a:xfrm>
            <a:off x="6858000" y="4972050"/>
            <a:ext cx="0" cy="314325"/>
          </a:xfrm>
          <a:prstGeom prst="straightConnector1">
            <a:avLst/>
          </a:prstGeom>
          <a:ln w="38100">
            <a:tailEnd type="triangle"/>
          </a:ln>
        </p:spPr>
        <p:style>
          <a:lnRef idx="1">
            <a:schemeClr val="accent2"/>
          </a:lnRef>
          <a:fillRef idx="0">
            <a:schemeClr val="accent2"/>
          </a:fillRef>
          <a:effectRef idx="0">
            <a:schemeClr val="accent2"/>
          </a:effectRef>
          <a:fontRef idx="minor">
            <a:schemeClr val="tx1"/>
          </a:fontRef>
        </p:style>
      </p:cxnSp>
      <p:sp>
        <p:nvSpPr>
          <p:cNvPr id="20" name="Rectangle 19">
            <a:extLst>
              <a:ext uri="{FF2B5EF4-FFF2-40B4-BE49-F238E27FC236}">
                <a16:creationId xmlns:a16="http://schemas.microsoft.com/office/drawing/2014/main" id="{4FE33C8F-DD7A-AD33-8D23-11E088CF8EC7}"/>
              </a:ext>
            </a:extLst>
          </p:cNvPr>
          <p:cNvSpPr/>
          <p:nvPr/>
        </p:nvSpPr>
        <p:spPr>
          <a:xfrm>
            <a:off x="10125075" y="5267325"/>
            <a:ext cx="514350" cy="371474"/>
          </a:xfrm>
          <a:prstGeom prst="rect">
            <a:avLst/>
          </a:prstGeom>
          <a:noFill/>
          <a:ln w="57150">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2" name="TextBox 21">
            <a:extLst>
              <a:ext uri="{FF2B5EF4-FFF2-40B4-BE49-F238E27FC236}">
                <a16:creationId xmlns:a16="http://schemas.microsoft.com/office/drawing/2014/main" id="{F20BFAA2-CAF0-C68D-0EFC-4F210F230602}"/>
              </a:ext>
            </a:extLst>
          </p:cNvPr>
          <p:cNvSpPr txBox="1"/>
          <p:nvPr/>
        </p:nvSpPr>
        <p:spPr>
          <a:xfrm>
            <a:off x="6305046" y="6057944"/>
            <a:ext cx="2829429" cy="461665"/>
          </a:xfrm>
          <a:prstGeom prst="rect">
            <a:avLst/>
          </a:prstGeom>
          <a:noFill/>
        </p:spPr>
        <p:txBody>
          <a:bodyPr wrap="none" rtlCol="0">
            <a:spAutoFit/>
          </a:bodyPr>
          <a:lstStyle/>
          <a:p>
            <a:r>
              <a:rPr lang="en-NL" sz="2400" b="1" dirty="0"/>
              <a:t>(75 x 92) / 922 = 7.4</a:t>
            </a:r>
          </a:p>
        </p:txBody>
      </p:sp>
      <p:sp>
        <p:nvSpPr>
          <p:cNvPr id="23" name="TextBox 22">
            <a:extLst>
              <a:ext uri="{FF2B5EF4-FFF2-40B4-BE49-F238E27FC236}">
                <a16:creationId xmlns:a16="http://schemas.microsoft.com/office/drawing/2014/main" id="{F0E1D3CF-1996-745D-1363-4A6FCE2600B4}"/>
              </a:ext>
            </a:extLst>
          </p:cNvPr>
          <p:cNvSpPr txBox="1"/>
          <p:nvPr/>
        </p:nvSpPr>
        <p:spPr>
          <a:xfrm>
            <a:off x="1202890" y="6124323"/>
            <a:ext cx="4488986" cy="400110"/>
          </a:xfrm>
          <a:prstGeom prst="rect">
            <a:avLst/>
          </a:prstGeom>
          <a:noFill/>
        </p:spPr>
        <p:txBody>
          <a:bodyPr wrap="none" rtlCol="0">
            <a:spAutoFit/>
          </a:bodyPr>
          <a:lstStyle/>
          <a:p>
            <a:r>
              <a:rPr lang="en-NL" sz="2000" dirty="0"/>
              <a:t>(row total X column total) / grand total</a:t>
            </a:r>
          </a:p>
        </p:txBody>
      </p:sp>
    </p:spTree>
    <p:extLst>
      <p:ext uri="{BB962C8B-B14F-4D97-AF65-F5344CB8AC3E}">
        <p14:creationId xmlns:p14="http://schemas.microsoft.com/office/powerpoint/2010/main" val="42106672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3"/>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2" grpId="0" animBg="1"/>
      <p:bldP spid="13" grpId="0" animBg="1"/>
      <p:bldP spid="20" grpId="0" animBg="1"/>
      <p:bldP spid="22" grpId="0"/>
      <p:bldP spid="23"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FF8E38-769D-C86D-3947-232F68940CB4}"/>
              </a:ext>
            </a:extLst>
          </p:cNvPr>
          <p:cNvSpPr>
            <a:spLocks noGrp="1"/>
          </p:cNvSpPr>
          <p:nvPr>
            <p:ph type="title"/>
          </p:nvPr>
        </p:nvSpPr>
        <p:spPr/>
        <p:txBody>
          <a:bodyPr/>
          <a:lstStyle/>
          <a:p>
            <a:r>
              <a:rPr lang="en-NL" dirty="0"/>
              <a:t>Chi Squared test – is there a relationship?</a:t>
            </a:r>
          </a:p>
        </p:txBody>
      </p:sp>
      <p:sp>
        <p:nvSpPr>
          <p:cNvPr id="4" name="Slide Number Placeholder 3">
            <a:extLst>
              <a:ext uri="{FF2B5EF4-FFF2-40B4-BE49-F238E27FC236}">
                <a16:creationId xmlns:a16="http://schemas.microsoft.com/office/drawing/2014/main" id="{AF3B4EB9-91C9-E0FF-0F3F-ACAD23B19FB5}"/>
              </a:ext>
            </a:extLst>
          </p:cNvPr>
          <p:cNvSpPr>
            <a:spLocks noGrp="1"/>
          </p:cNvSpPr>
          <p:nvPr>
            <p:ph type="sldNum" sz="quarter" idx="12"/>
          </p:nvPr>
        </p:nvSpPr>
        <p:spPr/>
        <p:txBody>
          <a:bodyPr/>
          <a:lstStyle/>
          <a:p>
            <a:fld id="{A49DFD55-3C28-40EF-9E31-A92D2E4017FF}" type="slidenum">
              <a:rPr lang="en-US" smtClean="0"/>
              <a:pPr/>
              <a:t>22</a:t>
            </a:fld>
            <a:endParaRPr lang="en-US" dirty="0"/>
          </a:p>
        </p:txBody>
      </p:sp>
      <p:graphicFrame>
        <p:nvGraphicFramePr>
          <p:cNvPr id="5" name="Table 4">
            <a:extLst>
              <a:ext uri="{FF2B5EF4-FFF2-40B4-BE49-F238E27FC236}">
                <a16:creationId xmlns:a16="http://schemas.microsoft.com/office/drawing/2014/main" id="{1B7DCA64-E15D-C211-F382-0A1533567D42}"/>
              </a:ext>
            </a:extLst>
          </p:cNvPr>
          <p:cNvGraphicFramePr>
            <a:graphicFrameLocks noGrp="1"/>
          </p:cNvGraphicFramePr>
          <p:nvPr>
            <p:extLst>
              <p:ext uri="{D42A27DB-BD31-4B8C-83A1-F6EECF244321}">
                <p14:modId xmlns:p14="http://schemas.microsoft.com/office/powerpoint/2010/main" val="2773428635"/>
              </p:ext>
            </p:extLst>
          </p:nvPr>
        </p:nvGraphicFramePr>
        <p:xfrm>
          <a:off x="600075" y="1901364"/>
          <a:ext cx="10515600" cy="1651000"/>
        </p:xfrm>
        <a:graphic>
          <a:graphicData uri="http://schemas.openxmlformats.org/drawingml/2006/table">
            <a:tbl>
              <a:tblPr/>
              <a:tblGrid>
                <a:gridCol w="1717895">
                  <a:extLst>
                    <a:ext uri="{9D8B030D-6E8A-4147-A177-3AD203B41FA5}">
                      <a16:colId xmlns:a16="http://schemas.microsoft.com/office/drawing/2014/main" val="3916822467"/>
                    </a:ext>
                  </a:extLst>
                </a:gridCol>
                <a:gridCol w="911005">
                  <a:extLst>
                    <a:ext uri="{9D8B030D-6E8A-4147-A177-3AD203B41FA5}">
                      <a16:colId xmlns:a16="http://schemas.microsoft.com/office/drawing/2014/main" val="4161565601"/>
                    </a:ext>
                  </a:extLst>
                </a:gridCol>
                <a:gridCol w="1717895">
                  <a:extLst>
                    <a:ext uri="{9D8B030D-6E8A-4147-A177-3AD203B41FA5}">
                      <a16:colId xmlns:a16="http://schemas.microsoft.com/office/drawing/2014/main" val="3633237944"/>
                    </a:ext>
                  </a:extLst>
                </a:gridCol>
                <a:gridCol w="911005">
                  <a:extLst>
                    <a:ext uri="{9D8B030D-6E8A-4147-A177-3AD203B41FA5}">
                      <a16:colId xmlns:a16="http://schemas.microsoft.com/office/drawing/2014/main" val="2065636279"/>
                    </a:ext>
                  </a:extLst>
                </a:gridCol>
                <a:gridCol w="1717895">
                  <a:extLst>
                    <a:ext uri="{9D8B030D-6E8A-4147-A177-3AD203B41FA5}">
                      <a16:colId xmlns:a16="http://schemas.microsoft.com/office/drawing/2014/main" val="4052740363"/>
                    </a:ext>
                  </a:extLst>
                </a:gridCol>
                <a:gridCol w="911005">
                  <a:extLst>
                    <a:ext uri="{9D8B030D-6E8A-4147-A177-3AD203B41FA5}">
                      <a16:colId xmlns:a16="http://schemas.microsoft.com/office/drawing/2014/main" val="2176639195"/>
                    </a:ext>
                  </a:extLst>
                </a:gridCol>
                <a:gridCol w="1717895">
                  <a:extLst>
                    <a:ext uri="{9D8B030D-6E8A-4147-A177-3AD203B41FA5}">
                      <a16:colId xmlns:a16="http://schemas.microsoft.com/office/drawing/2014/main" val="1153598362"/>
                    </a:ext>
                  </a:extLst>
                </a:gridCol>
                <a:gridCol w="911005">
                  <a:extLst>
                    <a:ext uri="{9D8B030D-6E8A-4147-A177-3AD203B41FA5}">
                      <a16:colId xmlns:a16="http://schemas.microsoft.com/office/drawing/2014/main" val="585790437"/>
                    </a:ext>
                  </a:extLst>
                </a:gridCol>
              </a:tblGrid>
              <a:tr h="0">
                <a:tc gridSpan="8">
                  <a:txBody>
                    <a:bodyPr/>
                    <a:lstStyle/>
                    <a:p>
                      <a:pPr algn="l"/>
                      <a:r>
                        <a:rPr lang="el-GR" b="0" dirty="0">
                          <a:effectLst/>
                        </a:rPr>
                        <a:t>χ² </a:t>
                      </a:r>
                      <a:r>
                        <a:rPr lang="en-GB" b="0" dirty="0">
                          <a:effectLst/>
                        </a:rPr>
                        <a:t>Tests</a:t>
                      </a:r>
                      <a:endParaRPr lang="en-GB" dirty="0">
                        <a:effectLst/>
                      </a:endParaRPr>
                    </a:p>
                  </a:txBody>
                  <a:tcPr marR="50800" marT="25400" marB="25400" anchor="ctr">
                    <a:lnL>
                      <a:noFill/>
                    </a:lnL>
                    <a:lnR>
                      <a:noFill/>
                    </a:lnR>
                    <a:lnT>
                      <a:noFill/>
                    </a:lnT>
                    <a:lnB w="6350" cap="flat" cmpd="sng" algn="ctr">
                      <a:solidFill>
                        <a:srgbClr val="333333"/>
                      </a:solidFill>
                      <a:prstDash val="solid"/>
                      <a:round/>
                      <a:headEnd type="none" w="med" len="med"/>
                      <a:tailEnd type="none" w="med" len="med"/>
                    </a:lnB>
                    <a:noFill/>
                  </a:tcPr>
                </a:tc>
                <a:tc hMerge="1">
                  <a:txBody>
                    <a:bodyPr/>
                    <a:lstStyle/>
                    <a:p>
                      <a:endParaRPr lang="en-NL"/>
                    </a:p>
                  </a:txBody>
                  <a:tcPr/>
                </a:tc>
                <a:tc hMerge="1">
                  <a:txBody>
                    <a:bodyPr/>
                    <a:lstStyle/>
                    <a:p>
                      <a:endParaRPr lang="en-NL"/>
                    </a:p>
                  </a:txBody>
                  <a:tcPr/>
                </a:tc>
                <a:tc hMerge="1">
                  <a:txBody>
                    <a:bodyPr/>
                    <a:lstStyle/>
                    <a:p>
                      <a:endParaRPr lang="en-NL"/>
                    </a:p>
                  </a:txBody>
                  <a:tcPr/>
                </a:tc>
                <a:tc hMerge="1">
                  <a:txBody>
                    <a:bodyPr/>
                    <a:lstStyle/>
                    <a:p>
                      <a:endParaRPr lang="en-NL"/>
                    </a:p>
                  </a:txBody>
                  <a:tcPr/>
                </a:tc>
                <a:tc hMerge="1">
                  <a:txBody>
                    <a:bodyPr/>
                    <a:lstStyle/>
                    <a:p>
                      <a:endParaRPr lang="en-NL"/>
                    </a:p>
                  </a:txBody>
                  <a:tcPr/>
                </a:tc>
                <a:tc hMerge="1">
                  <a:txBody>
                    <a:bodyPr/>
                    <a:lstStyle/>
                    <a:p>
                      <a:endParaRPr lang="en-NL"/>
                    </a:p>
                  </a:txBody>
                  <a:tcPr/>
                </a:tc>
                <a:tc hMerge="1">
                  <a:txBody>
                    <a:bodyPr/>
                    <a:lstStyle/>
                    <a:p>
                      <a:endParaRPr lang="en-NL"/>
                    </a:p>
                  </a:txBody>
                  <a:tcPr/>
                </a:tc>
                <a:extLst>
                  <a:ext uri="{0D108BD9-81ED-4DB2-BD59-A6C34878D82A}">
                    <a16:rowId xmlns:a16="http://schemas.microsoft.com/office/drawing/2014/main" val="3268812050"/>
                  </a:ext>
                </a:extLst>
              </a:tr>
              <a:tr h="0">
                <a:tc gridSpan="2">
                  <a:txBody>
                    <a:bodyPr/>
                    <a:lstStyle/>
                    <a:p>
                      <a:pPr algn="ctr"/>
                      <a:r>
                        <a:rPr lang="en-NL">
                          <a:effectLst/>
                        </a:rPr>
                        <a:t> </a:t>
                      </a:r>
                    </a:p>
                  </a:txBody>
                  <a:tcPr marL="50800" marR="50800" marT="25400" marB="25400" anchor="ctr">
                    <a:lnL>
                      <a:noFill/>
                    </a:lnL>
                    <a:lnR>
                      <a:noFill/>
                    </a:lnR>
                    <a:lnT w="6350" cap="flat" cmpd="sng" algn="ctr">
                      <a:solidFill>
                        <a:srgbClr val="333333"/>
                      </a:solidFill>
                      <a:prstDash val="solid"/>
                      <a:round/>
                      <a:headEnd type="none" w="med" len="med"/>
                      <a:tailEnd type="none" w="med" len="med"/>
                    </a:lnT>
                    <a:lnB w="6350" cap="flat" cmpd="sng" algn="ctr">
                      <a:solidFill>
                        <a:srgbClr val="333333"/>
                      </a:solidFill>
                      <a:prstDash val="solid"/>
                      <a:round/>
                      <a:headEnd type="none" w="med" len="med"/>
                      <a:tailEnd type="none" w="med" len="med"/>
                    </a:lnB>
                    <a:noFill/>
                  </a:tcPr>
                </a:tc>
                <a:tc hMerge="1">
                  <a:txBody>
                    <a:bodyPr/>
                    <a:lstStyle/>
                    <a:p>
                      <a:endParaRPr lang="en-NL"/>
                    </a:p>
                  </a:txBody>
                  <a:tcPr/>
                </a:tc>
                <a:tc gridSpan="2">
                  <a:txBody>
                    <a:bodyPr/>
                    <a:lstStyle/>
                    <a:p>
                      <a:pPr algn="ctr"/>
                      <a:r>
                        <a:rPr lang="en-GB">
                          <a:effectLst/>
                        </a:rPr>
                        <a:t>Value</a:t>
                      </a:r>
                    </a:p>
                  </a:txBody>
                  <a:tcPr marL="50800" marR="50800" marT="25400" marB="25400" anchor="ctr">
                    <a:lnL>
                      <a:noFill/>
                    </a:lnL>
                    <a:lnR>
                      <a:noFill/>
                    </a:lnR>
                    <a:lnT w="6350" cap="flat" cmpd="sng" algn="ctr">
                      <a:solidFill>
                        <a:srgbClr val="333333"/>
                      </a:solidFill>
                      <a:prstDash val="solid"/>
                      <a:round/>
                      <a:headEnd type="none" w="med" len="med"/>
                      <a:tailEnd type="none" w="med" len="med"/>
                    </a:lnT>
                    <a:lnB w="6350" cap="flat" cmpd="sng" algn="ctr">
                      <a:solidFill>
                        <a:srgbClr val="333333"/>
                      </a:solidFill>
                      <a:prstDash val="solid"/>
                      <a:round/>
                      <a:headEnd type="none" w="med" len="med"/>
                      <a:tailEnd type="none" w="med" len="med"/>
                    </a:lnB>
                    <a:noFill/>
                  </a:tcPr>
                </a:tc>
                <a:tc hMerge="1">
                  <a:txBody>
                    <a:bodyPr/>
                    <a:lstStyle/>
                    <a:p>
                      <a:endParaRPr lang="en-NL"/>
                    </a:p>
                  </a:txBody>
                  <a:tcPr/>
                </a:tc>
                <a:tc gridSpan="2">
                  <a:txBody>
                    <a:bodyPr/>
                    <a:lstStyle/>
                    <a:p>
                      <a:pPr algn="ctr"/>
                      <a:r>
                        <a:rPr lang="en-GB">
                          <a:effectLst/>
                        </a:rPr>
                        <a:t>df</a:t>
                      </a:r>
                    </a:p>
                  </a:txBody>
                  <a:tcPr marL="50800" marR="50800" marT="25400" marB="25400" anchor="ctr">
                    <a:lnL>
                      <a:noFill/>
                    </a:lnL>
                    <a:lnR>
                      <a:noFill/>
                    </a:lnR>
                    <a:lnT w="6350" cap="flat" cmpd="sng" algn="ctr">
                      <a:solidFill>
                        <a:srgbClr val="333333"/>
                      </a:solidFill>
                      <a:prstDash val="solid"/>
                      <a:round/>
                      <a:headEnd type="none" w="med" len="med"/>
                      <a:tailEnd type="none" w="med" len="med"/>
                    </a:lnT>
                    <a:lnB w="6350" cap="flat" cmpd="sng" algn="ctr">
                      <a:solidFill>
                        <a:srgbClr val="333333"/>
                      </a:solidFill>
                      <a:prstDash val="solid"/>
                      <a:round/>
                      <a:headEnd type="none" w="med" len="med"/>
                      <a:tailEnd type="none" w="med" len="med"/>
                    </a:lnB>
                    <a:noFill/>
                  </a:tcPr>
                </a:tc>
                <a:tc hMerge="1">
                  <a:txBody>
                    <a:bodyPr/>
                    <a:lstStyle/>
                    <a:p>
                      <a:endParaRPr lang="en-NL"/>
                    </a:p>
                  </a:txBody>
                  <a:tcPr/>
                </a:tc>
                <a:tc gridSpan="2">
                  <a:txBody>
                    <a:bodyPr/>
                    <a:lstStyle/>
                    <a:p>
                      <a:pPr algn="ctr"/>
                      <a:r>
                        <a:rPr lang="en-GB">
                          <a:effectLst/>
                        </a:rPr>
                        <a:t>p</a:t>
                      </a:r>
                    </a:p>
                  </a:txBody>
                  <a:tcPr marL="50800" marR="50800" marT="25400" marB="25400" anchor="ctr">
                    <a:lnL>
                      <a:noFill/>
                    </a:lnL>
                    <a:lnR>
                      <a:noFill/>
                    </a:lnR>
                    <a:lnT w="6350" cap="flat" cmpd="sng" algn="ctr">
                      <a:solidFill>
                        <a:srgbClr val="333333"/>
                      </a:solidFill>
                      <a:prstDash val="solid"/>
                      <a:round/>
                      <a:headEnd type="none" w="med" len="med"/>
                      <a:tailEnd type="none" w="med" len="med"/>
                    </a:lnT>
                    <a:lnB w="6350" cap="flat" cmpd="sng" algn="ctr">
                      <a:solidFill>
                        <a:srgbClr val="333333"/>
                      </a:solidFill>
                      <a:prstDash val="solid"/>
                      <a:round/>
                      <a:headEnd type="none" w="med" len="med"/>
                      <a:tailEnd type="none" w="med" len="med"/>
                    </a:lnB>
                    <a:noFill/>
                  </a:tcPr>
                </a:tc>
                <a:tc hMerge="1">
                  <a:txBody>
                    <a:bodyPr/>
                    <a:lstStyle/>
                    <a:p>
                      <a:endParaRPr lang="en-NL"/>
                    </a:p>
                  </a:txBody>
                  <a:tcPr/>
                </a:tc>
                <a:extLst>
                  <a:ext uri="{0D108BD9-81ED-4DB2-BD59-A6C34878D82A}">
                    <a16:rowId xmlns:a16="http://schemas.microsoft.com/office/drawing/2014/main" val="2521296653"/>
                  </a:ext>
                </a:extLst>
              </a:tr>
              <a:tr h="0">
                <a:tc>
                  <a:txBody>
                    <a:bodyPr/>
                    <a:lstStyle/>
                    <a:p>
                      <a:r>
                        <a:rPr lang="el-GR">
                          <a:effectLst/>
                        </a:rPr>
                        <a:t>χ²</a:t>
                      </a:r>
                    </a:p>
                  </a:txBody>
                  <a:tcPr marL="50800" marT="50800" marB="12700" anchor="ctr">
                    <a:lnL>
                      <a:noFill/>
                    </a:lnL>
                    <a:lnR>
                      <a:noFill/>
                    </a:lnR>
                    <a:lnT w="6350" cap="flat" cmpd="sng" algn="ctr">
                      <a:solidFill>
                        <a:srgbClr val="333333"/>
                      </a:solidFill>
                      <a:prstDash val="solid"/>
                      <a:round/>
                      <a:headEnd type="none" w="med" len="med"/>
                      <a:tailEnd type="none" w="med" len="med"/>
                    </a:lnT>
                    <a:lnB>
                      <a:noFill/>
                    </a:lnB>
                    <a:noFill/>
                  </a:tcPr>
                </a:tc>
                <a:tc>
                  <a:txBody>
                    <a:bodyPr/>
                    <a:lstStyle/>
                    <a:p>
                      <a:endParaRPr lang="en-NL">
                        <a:effectLst/>
                      </a:endParaRPr>
                    </a:p>
                  </a:txBody>
                  <a:tcPr marL="12700" marR="50800" marT="50800" marB="12700" anchor="ctr">
                    <a:lnL>
                      <a:noFill/>
                    </a:lnL>
                    <a:lnR>
                      <a:noFill/>
                    </a:lnR>
                    <a:lnT w="6350" cap="flat" cmpd="sng" algn="ctr">
                      <a:solidFill>
                        <a:srgbClr val="333333"/>
                      </a:solidFill>
                      <a:prstDash val="solid"/>
                      <a:round/>
                      <a:headEnd type="none" w="med" len="med"/>
                      <a:tailEnd type="none" w="med" len="med"/>
                    </a:lnT>
                    <a:lnB>
                      <a:noFill/>
                    </a:lnB>
                    <a:noFill/>
                  </a:tcPr>
                </a:tc>
                <a:tc>
                  <a:txBody>
                    <a:bodyPr/>
                    <a:lstStyle/>
                    <a:p>
                      <a:pPr algn="r"/>
                      <a:r>
                        <a:rPr lang="en-NL">
                          <a:effectLst/>
                        </a:rPr>
                        <a:t>132</a:t>
                      </a:r>
                    </a:p>
                  </a:txBody>
                  <a:tcPr marL="50800" marT="50800" marB="12700" anchor="ctr">
                    <a:lnL>
                      <a:noFill/>
                    </a:lnL>
                    <a:lnR>
                      <a:noFill/>
                    </a:lnR>
                    <a:lnT w="6350" cap="flat" cmpd="sng" algn="ctr">
                      <a:solidFill>
                        <a:srgbClr val="333333"/>
                      </a:solidFill>
                      <a:prstDash val="solid"/>
                      <a:round/>
                      <a:headEnd type="none" w="med" len="med"/>
                      <a:tailEnd type="none" w="med" len="med"/>
                    </a:lnT>
                    <a:lnB>
                      <a:noFill/>
                    </a:lnB>
                    <a:noFill/>
                  </a:tcPr>
                </a:tc>
                <a:tc>
                  <a:txBody>
                    <a:bodyPr/>
                    <a:lstStyle/>
                    <a:p>
                      <a:endParaRPr lang="en-NL">
                        <a:effectLst/>
                      </a:endParaRPr>
                    </a:p>
                  </a:txBody>
                  <a:tcPr marL="12700" marR="50800" marT="50800" marB="12700" anchor="ctr">
                    <a:lnL>
                      <a:noFill/>
                    </a:lnL>
                    <a:lnR>
                      <a:noFill/>
                    </a:lnR>
                    <a:lnT w="6350" cap="flat" cmpd="sng" algn="ctr">
                      <a:solidFill>
                        <a:srgbClr val="333333"/>
                      </a:solidFill>
                      <a:prstDash val="solid"/>
                      <a:round/>
                      <a:headEnd type="none" w="med" len="med"/>
                      <a:tailEnd type="none" w="med" len="med"/>
                    </a:lnT>
                    <a:lnB>
                      <a:noFill/>
                    </a:lnB>
                    <a:noFill/>
                  </a:tcPr>
                </a:tc>
                <a:tc>
                  <a:txBody>
                    <a:bodyPr/>
                    <a:lstStyle/>
                    <a:p>
                      <a:pPr algn="r"/>
                      <a:r>
                        <a:rPr lang="en-NL">
                          <a:effectLst/>
                        </a:rPr>
                        <a:t>15</a:t>
                      </a:r>
                    </a:p>
                  </a:txBody>
                  <a:tcPr marL="50800" marT="50800" marB="12700" anchor="ctr">
                    <a:lnL>
                      <a:noFill/>
                    </a:lnL>
                    <a:lnR>
                      <a:noFill/>
                    </a:lnR>
                    <a:lnT w="6350" cap="flat" cmpd="sng" algn="ctr">
                      <a:solidFill>
                        <a:srgbClr val="333333"/>
                      </a:solidFill>
                      <a:prstDash val="solid"/>
                      <a:round/>
                      <a:headEnd type="none" w="med" len="med"/>
                      <a:tailEnd type="none" w="med" len="med"/>
                    </a:lnT>
                    <a:lnB>
                      <a:noFill/>
                    </a:lnB>
                    <a:noFill/>
                  </a:tcPr>
                </a:tc>
                <a:tc>
                  <a:txBody>
                    <a:bodyPr/>
                    <a:lstStyle/>
                    <a:p>
                      <a:endParaRPr lang="en-NL">
                        <a:effectLst/>
                      </a:endParaRPr>
                    </a:p>
                  </a:txBody>
                  <a:tcPr marL="12700" marR="50800" marT="50800" marB="12700" anchor="ctr">
                    <a:lnL>
                      <a:noFill/>
                    </a:lnL>
                    <a:lnR>
                      <a:noFill/>
                    </a:lnR>
                    <a:lnT w="6350" cap="flat" cmpd="sng" algn="ctr">
                      <a:solidFill>
                        <a:srgbClr val="333333"/>
                      </a:solidFill>
                      <a:prstDash val="solid"/>
                      <a:round/>
                      <a:headEnd type="none" w="med" len="med"/>
                      <a:tailEnd type="none" w="med" len="med"/>
                    </a:lnT>
                    <a:lnB>
                      <a:noFill/>
                    </a:lnB>
                    <a:noFill/>
                  </a:tcPr>
                </a:tc>
                <a:tc>
                  <a:txBody>
                    <a:bodyPr/>
                    <a:lstStyle/>
                    <a:p>
                      <a:pPr algn="r"/>
                      <a:r>
                        <a:rPr lang="en-NL">
                          <a:effectLst/>
                        </a:rPr>
                        <a:t>&lt; .001</a:t>
                      </a:r>
                    </a:p>
                  </a:txBody>
                  <a:tcPr marL="50800" marT="50800" marB="12700" anchor="ctr">
                    <a:lnL>
                      <a:noFill/>
                    </a:lnL>
                    <a:lnR>
                      <a:noFill/>
                    </a:lnR>
                    <a:lnT w="6350" cap="flat" cmpd="sng" algn="ctr">
                      <a:solidFill>
                        <a:srgbClr val="333333"/>
                      </a:solidFill>
                      <a:prstDash val="solid"/>
                      <a:round/>
                      <a:headEnd type="none" w="med" len="med"/>
                      <a:tailEnd type="none" w="med" len="med"/>
                    </a:lnT>
                    <a:lnB>
                      <a:noFill/>
                    </a:lnB>
                    <a:noFill/>
                  </a:tcPr>
                </a:tc>
                <a:tc>
                  <a:txBody>
                    <a:bodyPr/>
                    <a:lstStyle/>
                    <a:p>
                      <a:endParaRPr lang="en-NL">
                        <a:effectLst/>
                      </a:endParaRPr>
                    </a:p>
                  </a:txBody>
                  <a:tcPr marL="12700" marR="50800" marT="50800" marB="12700" anchor="ctr">
                    <a:lnL>
                      <a:noFill/>
                    </a:lnL>
                    <a:lnR>
                      <a:noFill/>
                    </a:lnR>
                    <a:lnT w="6350" cap="flat" cmpd="sng" algn="ctr">
                      <a:solidFill>
                        <a:srgbClr val="333333"/>
                      </a:solidFill>
                      <a:prstDash val="solid"/>
                      <a:round/>
                      <a:headEnd type="none" w="med" len="med"/>
                      <a:tailEnd type="none" w="med" len="med"/>
                    </a:lnT>
                    <a:lnB>
                      <a:noFill/>
                    </a:lnB>
                    <a:noFill/>
                  </a:tcPr>
                </a:tc>
                <a:extLst>
                  <a:ext uri="{0D108BD9-81ED-4DB2-BD59-A6C34878D82A}">
                    <a16:rowId xmlns:a16="http://schemas.microsoft.com/office/drawing/2014/main" val="1475099608"/>
                  </a:ext>
                </a:extLst>
              </a:tr>
              <a:tr h="0">
                <a:tc>
                  <a:txBody>
                    <a:bodyPr/>
                    <a:lstStyle/>
                    <a:p>
                      <a:r>
                        <a:rPr lang="en-GB">
                          <a:effectLst/>
                        </a:rPr>
                        <a:t>N</a:t>
                      </a:r>
                    </a:p>
                  </a:txBody>
                  <a:tcPr marL="50800" marT="12700" marB="50800" anchor="ctr">
                    <a:lnL>
                      <a:noFill/>
                    </a:lnL>
                    <a:lnR>
                      <a:noFill/>
                    </a:lnR>
                    <a:lnT>
                      <a:noFill/>
                    </a:lnT>
                    <a:lnB w="12700" cap="flat" cmpd="sng" algn="ctr">
                      <a:solidFill>
                        <a:srgbClr val="333333"/>
                      </a:solidFill>
                      <a:prstDash val="solid"/>
                      <a:round/>
                      <a:headEnd type="none" w="med" len="med"/>
                      <a:tailEnd type="none" w="med" len="med"/>
                    </a:lnB>
                    <a:noFill/>
                  </a:tcPr>
                </a:tc>
                <a:tc>
                  <a:txBody>
                    <a:bodyPr/>
                    <a:lstStyle/>
                    <a:p>
                      <a:endParaRPr lang="en-NL">
                        <a:effectLst/>
                      </a:endParaRPr>
                    </a:p>
                  </a:txBody>
                  <a:tcPr marL="12700" marR="50800" marT="12700" marB="50800" anchor="ctr">
                    <a:lnL>
                      <a:noFill/>
                    </a:lnL>
                    <a:lnR>
                      <a:noFill/>
                    </a:lnR>
                    <a:lnT>
                      <a:noFill/>
                    </a:lnT>
                    <a:lnB w="12700" cap="flat" cmpd="sng" algn="ctr">
                      <a:solidFill>
                        <a:srgbClr val="333333"/>
                      </a:solidFill>
                      <a:prstDash val="solid"/>
                      <a:round/>
                      <a:headEnd type="none" w="med" len="med"/>
                      <a:tailEnd type="none" w="med" len="med"/>
                    </a:lnB>
                    <a:noFill/>
                  </a:tcPr>
                </a:tc>
                <a:tc>
                  <a:txBody>
                    <a:bodyPr/>
                    <a:lstStyle/>
                    <a:p>
                      <a:pPr algn="r"/>
                      <a:r>
                        <a:rPr lang="en-NL">
                          <a:effectLst/>
                        </a:rPr>
                        <a:t>922</a:t>
                      </a:r>
                    </a:p>
                  </a:txBody>
                  <a:tcPr marL="50800" marT="12700" marB="50800" anchor="ctr">
                    <a:lnL>
                      <a:noFill/>
                    </a:lnL>
                    <a:lnR>
                      <a:noFill/>
                    </a:lnR>
                    <a:lnT>
                      <a:noFill/>
                    </a:lnT>
                    <a:lnB w="12700" cap="flat" cmpd="sng" algn="ctr">
                      <a:solidFill>
                        <a:srgbClr val="333333"/>
                      </a:solidFill>
                      <a:prstDash val="solid"/>
                      <a:round/>
                      <a:headEnd type="none" w="med" len="med"/>
                      <a:tailEnd type="none" w="med" len="med"/>
                    </a:lnB>
                    <a:noFill/>
                  </a:tcPr>
                </a:tc>
                <a:tc>
                  <a:txBody>
                    <a:bodyPr/>
                    <a:lstStyle/>
                    <a:p>
                      <a:endParaRPr lang="en-NL">
                        <a:effectLst/>
                      </a:endParaRPr>
                    </a:p>
                  </a:txBody>
                  <a:tcPr marL="12700" marR="50800" marT="12700" marB="50800" anchor="ctr">
                    <a:lnL>
                      <a:noFill/>
                    </a:lnL>
                    <a:lnR>
                      <a:noFill/>
                    </a:lnR>
                    <a:lnT>
                      <a:noFill/>
                    </a:lnT>
                    <a:lnB w="12700" cap="flat" cmpd="sng" algn="ctr">
                      <a:solidFill>
                        <a:srgbClr val="333333"/>
                      </a:solidFill>
                      <a:prstDash val="solid"/>
                      <a:round/>
                      <a:headEnd type="none" w="med" len="med"/>
                      <a:tailEnd type="none" w="med" len="med"/>
                    </a:lnB>
                    <a:noFill/>
                  </a:tcPr>
                </a:tc>
                <a:tc gridSpan="2">
                  <a:txBody>
                    <a:bodyPr/>
                    <a:lstStyle/>
                    <a:p>
                      <a:r>
                        <a:rPr lang="en-NL">
                          <a:effectLst/>
                        </a:rPr>
                        <a:t> </a:t>
                      </a:r>
                    </a:p>
                  </a:txBody>
                  <a:tcPr marL="6350" marR="6350" marT="6350" marB="50800" anchor="ctr">
                    <a:lnL>
                      <a:noFill/>
                    </a:lnL>
                    <a:lnR>
                      <a:noFill/>
                    </a:lnR>
                    <a:lnT>
                      <a:noFill/>
                    </a:lnT>
                    <a:lnB w="12700" cap="flat" cmpd="sng" algn="ctr">
                      <a:solidFill>
                        <a:srgbClr val="333333"/>
                      </a:solidFill>
                      <a:prstDash val="solid"/>
                      <a:round/>
                      <a:headEnd type="none" w="med" len="med"/>
                      <a:tailEnd type="none" w="med" len="med"/>
                    </a:lnB>
                    <a:noFill/>
                  </a:tcPr>
                </a:tc>
                <a:tc hMerge="1">
                  <a:txBody>
                    <a:bodyPr/>
                    <a:lstStyle/>
                    <a:p>
                      <a:endParaRPr lang="en-NL"/>
                    </a:p>
                  </a:txBody>
                  <a:tcPr/>
                </a:tc>
                <a:tc gridSpan="2">
                  <a:txBody>
                    <a:bodyPr/>
                    <a:lstStyle/>
                    <a:p>
                      <a:r>
                        <a:rPr lang="en-NL">
                          <a:effectLst/>
                        </a:rPr>
                        <a:t> </a:t>
                      </a:r>
                    </a:p>
                  </a:txBody>
                  <a:tcPr marL="6350" marR="6350" marT="6350" marB="50800" anchor="ctr">
                    <a:lnL>
                      <a:noFill/>
                    </a:lnL>
                    <a:lnR>
                      <a:noFill/>
                    </a:lnR>
                    <a:lnT>
                      <a:noFill/>
                    </a:lnT>
                    <a:lnB w="12700" cap="flat" cmpd="sng" algn="ctr">
                      <a:solidFill>
                        <a:srgbClr val="333333"/>
                      </a:solidFill>
                      <a:prstDash val="solid"/>
                      <a:round/>
                      <a:headEnd type="none" w="med" len="med"/>
                      <a:tailEnd type="none" w="med" len="med"/>
                    </a:lnB>
                    <a:noFill/>
                  </a:tcPr>
                </a:tc>
                <a:tc hMerge="1">
                  <a:txBody>
                    <a:bodyPr/>
                    <a:lstStyle/>
                    <a:p>
                      <a:endParaRPr lang="en-NL"/>
                    </a:p>
                  </a:txBody>
                  <a:tcPr/>
                </a:tc>
                <a:extLst>
                  <a:ext uri="{0D108BD9-81ED-4DB2-BD59-A6C34878D82A}">
                    <a16:rowId xmlns:a16="http://schemas.microsoft.com/office/drawing/2014/main" val="1177284020"/>
                  </a:ext>
                </a:extLst>
              </a:tr>
              <a:tr h="0">
                <a:tc gridSpan="8">
                  <a:txBody>
                    <a:bodyPr/>
                    <a:lstStyle/>
                    <a:p>
                      <a:endParaRPr lang="en-NL" dirty="0">
                        <a:effectLst/>
                      </a:endParaRPr>
                    </a:p>
                  </a:txBody>
                  <a:tcPr marL="50800" marR="50800" marT="38100" marB="12700" anchor="ctr">
                    <a:lnL>
                      <a:noFill/>
                    </a:lnL>
                    <a:lnR>
                      <a:noFill/>
                    </a:lnR>
                    <a:lnT w="12700" cap="flat" cmpd="sng" algn="ctr">
                      <a:solidFill>
                        <a:srgbClr val="333333"/>
                      </a:solidFill>
                      <a:prstDash val="solid"/>
                      <a:round/>
                      <a:headEnd type="none" w="med" len="med"/>
                      <a:tailEnd type="none" w="med" len="med"/>
                    </a:lnT>
                    <a:lnB>
                      <a:noFill/>
                    </a:lnB>
                    <a:noFill/>
                  </a:tcPr>
                </a:tc>
                <a:tc hMerge="1">
                  <a:txBody>
                    <a:bodyPr/>
                    <a:lstStyle/>
                    <a:p>
                      <a:endParaRPr lang="en-NL"/>
                    </a:p>
                  </a:txBody>
                  <a:tcPr/>
                </a:tc>
                <a:tc hMerge="1">
                  <a:txBody>
                    <a:bodyPr/>
                    <a:lstStyle/>
                    <a:p>
                      <a:endParaRPr lang="en-NL"/>
                    </a:p>
                  </a:txBody>
                  <a:tcPr/>
                </a:tc>
                <a:tc hMerge="1">
                  <a:txBody>
                    <a:bodyPr/>
                    <a:lstStyle/>
                    <a:p>
                      <a:endParaRPr lang="en-NL"/>
                    </a:p>
                  </a:txBody>
                  <a:tcPr/>
                </a:tc>
                <a:tc hMerge="1">
                  <a:txBody>
                    <a:bodyPr/>
                    <a:lstStyle/>
                    <a:p>
                      <a:endParaRPr lang="en-NL"/>
                    </a:p>
                  </a:txBody>
                  <a:tcPr/>
                </a:tc>
                <a:tc hMerge="1">
                  <a:txBody>
                    <a:bodyPr/>
                    <a:lstStyle/>
                    <a:p>
                      <a:endParaRPr lang="en-NL"/>
                    </a:p>
                  </a:txBody>
                  <a:tcPr/>
                </a:tc>
                <a:tc hMerge="1">
                  <a:txBody>
                    <a:bodyPr/>
                    <a:lstStyle/>
                    <a:p>
                      <a:endParaRPr lang="en-NL"/>
                    </a:p>
                  </a:txBody>
                  <a:tcPr/>
                </a:tc>
                <a:tc hMerge="1">
                  <a:txBody>
                    <a:bodyPr/>
                    <a:lstStyle/>
                    <a:p>
                      <a:endParaRPr lang="en-NL"/>
                    </a:p>
                  </a:txBody>
                  <a:tcPr/>
                </a:tc>
                <a:extLst>
                  <a:ext uri="{0D108BD9-81ED-4DB2-BD59-A6C34878D82A}">
                    <a16:rowId xmlns:a16="http://schemas.microsoft.com/office/drawing/2014/main" val="4033590906"/>
                  </a:ext>
                </a:extLst>
              </a:tr>
            </a:tbl>
          </a:graphicData>
        </a:graphic>
      </p:graphicFrame>
      <p:sp>
        <p:nvSpPr>
          <p:cNvPr id="6" name="Rectangle 1">
            <a:extLst>
              <a:ext uri="{FF2B5EF4-FFF2-40B4-BE49-F238E27FC236}">
                <a16:creationId xmlns:a16="http://schemas.microsoft.com/office/drawing/2014/main" id="{A5B42969-BA00-2C9F-DB78-9E975F054AD9}"/>
              </a:ext>
            </a:extLst>
          </p:cNvPr>
          <p:cNvSpPr>
            <a:spLocks noChangeArrowheads="1"/>
          </p:cNvSpPr>
          <p:nvPr/>
        </p:nvSpPr>
        <p:spPr bwMode="auto">
          <a:xfrm>
            <a:off x="600075" y="2000548"/>
            <a:ext cx="248786"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NL" altLang="en-NL" sz="1800" b="0"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NL" altLang="en-NL" sz="1800" b="0"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NL" altLang="en-NL" sz="1800" b="0" i="0" u="none" strike="noStrike" cap="none" normalizeH="0" baseline="0" dirty="0">
              <a:ln>
                <a:noFill/>
              </a:ln>
              <a:solidFill>
                <a:schemeClr val="tx1"/>
              </a:solidFill>
              <a:effectLst/>
              <a:latin typeface="Arial" panose="020B0604020202020204" pitchFamily="34" charset="0"/>
            </a:endParaRPr>
          </a:p>
        </p:txBody>
      </p:sp>
      <p:graphicFrame>
        <p:nvGraphicFramePr>
          <p:cNvPr id="7" name="Table 6">
            <a:extLst>
              <a:ext uri="{FF2B5EF4-FFF2-40B4-BE49-F238E27FC236}">
                <a16:creationId xmlns:a16="http://schemas.microsoft.com/office/drawing/2014/main" id="{85FB27A8-F7A5-814E-6B7E-06FF802B499C}"/>
              </a:ext>
            </a:extLst>
          </p:cNvPr>
          <p:cNvGraphicFramePr>
            <a:graphicFrameLocks noGrp="1"/>
          </p:cNvGraphicFramePr>
          <p:nvPr>
            <p:extLst>
              <p:ext uri="{D42A27DB-BD31-4B8C-83A1-F6EECF244321}">
                <p14:modId xmlns:p14="http://schemas.microsoft.com/office/powerpoint/2010/main" val="3039449958"/>
              </p:ext>
            </p:extLst>
          </p:nvPr>
        </p:nvGraphicFramePr>
        <p:xfrm>
          <a:off x="724468" y="4787574"/>
          <a:ext cx="10515600" cy="1651000"/>
        </p:xfrm>
        <a:graphic>
          <a:graphicData uri="http://schemas.openxmlformats.org/drawingml/2006/table">
            <a:tbl>
              <a:tblPr/>
              <a:tblGrid>
                <a:gridCol w="3435790">
                  <a:extLst>
                    <a:ext uri="{9D8B030D-6E8A-4147-A177-3AD203B41FA5}">
                      <a16:colId xmlns:a16="http://schemas.microsoft.com/office/drawing/2014/main" val="3544292756"/>
                    </a:ext>
                  </a:extLst>
                </a:gridCol>
                <a:gridCol w="1822010">
                  <a:extLst>
                    <a:ext uri="{9D8B030D-6E8A-4147-A177-3AD203B41FA5}">
                      <a16:colId xmlns:a16="http://schemas.microsoft.com/office/drawing/2014/main" val="3291421805"/>
                    </a:ext>
                  </a:extLst>
                </a:gridCol>
                <a:gridCol w="3435790">
                  <a:extLst>
                    <a:ext uri="{9D8B030D-6E8A-4147-A177-3AD203B41FA5}">
                      <a16:colId xmlns:a16="http://schemas.microsoft.com/office/drawing/2014/main" val="1400972152"/>
                    </a:ext>
                  </a:extLst>
                </a:gridCol>
                <a:gridCol w="1822010">
                  <a:extLst>
                    <a:ext uri="{9D8B030D-6E8A-4147-A177-3AD203B41FA5}">
                      <a16:colId xmlns:a16="http://schemas.microsoft.com/office/drawing/2014/main" val="3733565696"/>
                    </a:ext>
                  </a:extLst>
                </a:gridCol>
              </a:tblGrid>
              <a:tr h="0">
                <a:tc gridSpan="4">
                  <a:txBody>
                    <a:bodyPr/>
                    <a:lstStyle/>
                    <a:p>
                      <a:pPr algn="l"/>
                      <a:r>
                        <a:rPr lang="en-GB" b="0" dirty="0">
                          <a:effectLst/>
                        </a:rPr>
                        <a:t>Nominal</a:t>
                      </a:r>
                      <a:endParaRPr lang="en-GB" dirty="0">
                        <a:effectLst/>
                      </a:endParaRPr>
                    </a:p>
                  </a:txBody>
                  <a:tcPr marR="50800" marT="25400" marB="25400" anchor="ctr">
                    <a:lnL>
                      <a:noFill/>
                    </a:lnL>
                    <a:lnR>
                      <a:noFill/>
                    </a:lnR>
                    <a:lnT>
                      <a:noFill/>
                    </a:lnT>
                    <a:lnB w="6350" cap="flat" cmpd="sng" algn="ctr">
                      <a:solidFill>
                        <a:srgbClr val="333333"/>
                      </a:solidFill>
                      <a:prstDash val="solid"/>
                      <a:round/>
                      <a:headEnd type="none" w="med" len="med"/>
                      <a:tailEnd type="none" w="med" len="med"/>
                    </a:lnB>
                    <a:noFill/>
                  </a:tcPr>
                </a:tc>
                <a:tc hMerge="1">
                  <a:txBody>
                    <a:bodyPr/>
                    <a:lstStyle/>
                    <a:p>
                      <a:endParaRPr lang="en-NL"/>
                    </a:p>
                  </a:txBody>
                  <a:tcPr/>
                </a:tc>
                <a:tc hMerge="1">
                  <a:txBody>
                    <a:bodyPr/>
                    <a:lstStyle/>
                    <a:p>
                      <a:endParaRPr lang="en-NL"/>
                    </a:p>
                  </a:txBody>
                  <a:tcPr/>
                </a:tc>
                <a:tc hMerge="1">
                  <a:txBody>
                    <a:bodyPr/>
                    <a:lstStyle/>
                    <a:p>
                      <a:endParaRPr lang="en-NL"/>
                    </a:p>
                  </a:txBody>
                  <a:tcPr/>
                </a:tc>
                <a:extLst>
                  <a:ext uri="{0D108BD9-81ED-4DB2-BD59-A6C34878D82A}">
                    <a16:rowId xmlns:a16="http://schemas.microsoft.com/office/drawing/2014/main" val="2472928782"/>
                  </a:ext>
                </a:extLst>
              </a:tr>
              <a:tr h="0">
                <a:tc gridSpan="2">
                  <a:txBody>
                    <a:bodyPr/>
                    <a:lstStyle/>
                    <a:p>
                      <a:pPr algn="ctr"/>
                      <a:r>
                        <a:rPr lang="en-NL" dirty="0">
                          <a:effectLst/>
                        </a:rPr>
                        <a:t> </a:t>
                      </a:r>
                    </a:p>
                  </a:txBody>
                  <a:tcPr marL="50800" marR="50800" marT="25400" marB="25400" anchor="ctr">
                    <a:lnL>
                      <a:noFill/>
                    </a:lnL>
                    <a:lnR>
                      <a:noFill/>
                    </a:lnR>
                    <a:lnT w="6350" cap="flat" cmpd="sng" algn="ctr">
                      <a:solidFill>
                        <a:srgbClr val="333333"/>
                      </a:solidFill>
                      <a:prstDash val="solid"/>
                      <a:round/>
                      <a:headEnd type="none" w="med" len="med"/>
                      <a:tailEnd type="none" w="med" len="med"/>
                    </a:lnT>
                    <a:lnB w="6350" cap="flat" cmpd="sng" algn="ctr">
                      <a:solidFill>
                        <a:srgbClr val="333333"/>
                      </a:solidFill>
                      <a:prstDash val="solid"/>
                      <a:round/>
                      <a:headEnd type="none" w="med" len="med"/>
                      <a:tailEnd type="none" w="med" len="med"/>
                    </a:lnB>
                    <a:noFill/>
                  </a:tcPr>
                </a:tc>
                <a:tc hMerge="1">
                  <a:txBody>
                    <a:bodyPr/>
                    <a:lstStyle/>
                    <a:p>
                      <a:endParaRPr lang="en-NL"/>
                    </a:p>
                  </a:txBody>
                  <a:tcPr/>
                </a:tc>
                <a:tc gridSpan="2">
                  <a:txBody>
                    <a:bodyPr/>
                    <a:lstStyle/>
                    <a:p>
                      <a:pPr algn="ctr"/>
                      <a:r>
                        <a:rPr lang="en-GB">
                          <a:effectLst/>
                        </a:rPr>
                        <a:t>Value</a:t>
                      </a:r>
                    </a:p>
                  </a:txBody>
                  <a:tcPr marL="50800" marR="50800" marT="25400" marB="25400" anchor="ctr">
                    <a:lnL>
                      <a:noFill/>
                    </a:lnL>
                    <a:lnR>
                      <a:noFill/>
                    </a:lnR>
                    <a:lnT w="6350" cap="flat" cmpd="sng" algn="ctr">
                      <a:solidFill>
                        <a:srgbClr val="333333"/>
                      </a:solidFill>
                      <a:prstDash val="solid"/>
                      <a:round/>
                      <a:headEnd type="none" w="med" len="med"/>
                      <a:tailEnd type="none" w="med" len="med"/>
                    </a:lnT>
                    <a:lnB w="6350" cap="flat" cmpd="sng" algn="ctr">
                      <a:solidFill>
                        <a:srgbClr val="333333"/>
                      </a:solidFill>
                      <a:prstDash val="solid"/>
                      <a:round/>
                      <a:headEnd type="none" w="med" len="med"/>
                      <a:tailEnd type="none" w="med" len="med"/>
                    </a:lnB>
                    <a:noFill/>
                  </a:tcPr>
                </a:tc>
                <a:tc hMerge="1">
                  <a:txBody>
                    <a:bodyPr/>
                    <a:lstStyle/>
                    <a:p>
                      <a:endParaRPr lang="en-NL"/>
                    </a:p>
                  </a:txBody>
                  <a:tcPr/>
                </a:tc>
                <a:extLst>
                  <a:ext uri="{0D108BD9-81ED-4DB2-BD59-A6C34878D82A}">
                    <a16:rowId xmlns:a16="http://schemas.microsoft.com/office/drawing/2014/main" val="2901431909"/>
                  </a:ext>
                </a:extLst>
              </a:tr>
              <a:tr h="0">
                <a:tc>
                  <a:txBody>
                    <a:bodyPr/>
                    <a:lstStyle/>
                    <a:p>
                      <a:r>
                        <a:rPr lang="en-GB">
                          <a:effectLst/>
                        </a:rPr>
                        <a:t>Phi-coefficient</a:t>
                      </a:r>
                    </a:p>
                  </a:txBody>
                  <a:tcPr marL="50800" marT="50800" marB="12700" anchor="ctr">
                    <a:lnL>
                      <a:noFill/>
                    </a:lnL>
                    <a:lnR>
                      <a:noFill/>
                    </a:lnR>
                    <a:lnT w="6350" cap="flat" cmpd="sng" algn="ctr">
                      <a:solidFill>
                        <a:srgbClr val="333333"/>
                      </a:solidFill>
                      <a:prstDash val="solid"/>
                      <a:round/>
                      <a:headEnd type="none" w="med" len="med"/>
                      <a:tailEnd type="none" w="med" len="med"/>
                    </a:lnT>
                    <a:lnB>
                      <a:noFill/>
                    </a:lnB>
                    <a:noFill/>
                  </a:tcPr>
                </a:tc>
                <a:tc>
                  <a:txBody>
                    <a:bodyPr/>
                    <a:lstStyle/>
                    <a:p>
                      <a:endParaRPr lang="en-NL">
                        <a:effectLst/>
                      </a:endParaRPr>
                    </a:p>
                  </a:txBody>
                  <a:tcPr marL="12700" marR="50800" marT="50800" marB="12700" anchor="ctr">
                    <a:lnL>
                      <a:noFill/>
                    </a:lnL>
                    <a:lnR>
                      <a:noFill/>
                    </a:lnR>
                    <a:lnT w="6350" cap="flat" cmpd="sng" algn="ctr">
                      <a:solidFill>
                        <a:srgbClr val="333333"/>
                      </a:solidFill>
                      <a:prstDash val="solid"/>
                      <a:round/>
                      <a:headEnd type="none" w="med" len="med"/>
                      <a:tailEnd type="none" w="med" len="med"/>
                    </a:lnT>
                    <a:lnB>
                      <a:noFill/>
                    </a:lnB>
                    <a:noFill/>
                  </a:tcPr>
                </a:tc>
                <a:tc>
                  <a:txBody>
                    <a:bodyPr/>
                    <a:lstStyle/>
                    <a:p>
                      <a:pPr algn="r"/>
                      <a:r>
                        <a:rPr lang="en-GB">
                          <a:effectLst/>
                        </a:rPr>
                        <a:t>NaN</a:t>
                      </a:r>
                    </a:p>
                  </a:txBody>
                  <a:tcPr marL="50800" marT="50800" marB="12700" anchor="ctr">
                    <a:lnL>
                      <a:noFill/>
                    </a:lnL>
                    <a:lnR>
                      <a:noFill/>
                    </a:lnR>
                    <a:lnT w="6350" cap="flat" cmpd="sng" algn="ctr">
                      <a:solidFill>
                        <a:srgbClr val="333333"/>
                      </a:solidFill>
                      <a:prstDash val="solid"/>
                      <a:round/>
                      <a:headEnd type="none" w="med" len="med"/>
                      <a:tailEnd type="none" w="med" len="med"/>
                    </a:lnT>
                    <a:lnB>
                      <a:noFill/>
                    </a:lnB>
                    <a:noFill/>
                  </a:tcPr>
                </a:tc>
                <a:tc>
                  <a:txBody>
                    <a:bodyPr/>
                    <a:lstStyle/>
                    <a:p>
                      <a:endParaRPr lang="en-NL">
                        <a:effectLst/>
                      </a:endParaRPr>
                    </a:p>
                  </a:txBody>
                  <a:tcPr marL="12700" marR="50800" marT="50800" marB="12700" anchor="ctr">
                    <a:lnL>
                      <a:noFill/>
                    </a:lnL>
                    <a:lnR>
                      <a:noFill/>
                    </a:lnR>
                    <a:lnT w="6350" cap="flat" cmpd="sng" algn="ctr">
                      <a:solidFill>
                        <a:srgbClr val="333333"/>
                      </a:solidFill>
                      <a:prstDash val="solid"/>
                      <a:round/>
                      <a:headEnd type="none" w="med" len="med"/>
                      <a:tailEnd type="none" w="med" len="med"/>
                    </a:lnT>
                    <a:lnB>
                      <a:noFill/>
                    </a:lnB>
                    <a:noFill/>
                  </a:tcPr>
                </a:tc>
                <a:extLst>
                  <a:ext uri="{0D108BD9-81ED-4DB2-BD59-A6C34878D82A}">
                    <a16:rowId xmlns:a16="http://schemas.microsoft.com/office/drawing/2014/main" val="2041079581"/>
                  </a:ext>
                </a:extLst>
              </a:tr>
              <a:tr h="0">
                <a:tc>
                  <a:txBody>
                    <a:bodyPr/>
                    <a:lstStyle/>
                    <a:p>
                      <a:r>
                        <a:rPr lang="en-GB">
                          <a:effectLst/>
                        </a:rPr>
                        <a:t>Cramer's V</a:t>
                      </a:r>
                    </a:p>
                  </a:txBody>
                  <a:tcPr marL="50800" marT="12700" marB="50800" anchor="ctr">
                    <a:lnL>
                      <a:noFill/>
                    </a:lnL>
                    <a:lnR>
                      <a:noFill/>
                    </a:lnR>
                    <a:lnT>
                      <a:noFill/>
                    </a:lnT>
                    <a:lnB w="12700" cap="flat" cmpd="sng" algn="ctr">
                      <a:solidFill>
                        <a:srgbClr val="333333"/>
                      </a:solidFill>
                      <a:prstDash val="solid"/>
                      <a:round/>
                      <a:headEnd type="none" w="med" len="med"/>
                      <a:tailEnd type="none" w="med" len="med"/>
                    </a:lnB>
                    <a:noFill/>
                  </a:tcPr>
                </a:tc>
                <a:tc>
                  <a:txBody>
                    <a:bodyPr/>
                    <a:lstStyle/>
                    <a:p>
                      <a:endParaRPr lang="en-NL">
                        <a:effectLst/>
                      </a:endParaRPr>
                    </a:p>
                  </a:txBody>
                  <a:tcPr marL="12700" marR="50800" marT="12700" marB="50800" anchor="ctr">
                    <a:lnL>
                      <a:noFill/>
                    </a:lnL>
                    <a:lnR>
                      <a:noFill/>
                    </a:lnR>
                    <a:lnT>
                      <a:noFill/>
                    </a:lnT>
                    <a:lnB w="12700" cap="flat" cmpd="sng" algn="ctr">
                      <a:solidFill>
                        <a:srgbClr val="333333"/>
                      </a:solidFill>
                      <a:prstDash val="solid"/>
                      <a:round/>
                      <a:headEnd type="none" w="med" len="med"/>
                      <a:tailEnd type="none" w="med" len="med"/>
                    </a:lnB>
                    <a:noFill/>
                  </a:tcPr>
                </a:tc>
                <a:tc>
                  <a:txBody>
                    <a:bodyPr/>
                    <a:lstStyle/>
                    <a:p>
                      <a:pPr algn="r"/>
                      <a:r>
                        <a:rPr lang="en-NL">
                          <a:effectLst/>
                        </a:rPr>
                        <a:t>0.219</a:t>
                      </a:r>
                    </a:p>
                  </a:txBody>
                  <a:tcPr marL="50800" marT="12700" marB="50800" anchor="ctr">
                    <a:lnL>
                      <a:noFill/>
                    </a:lnL>
                    <a:lnR>
                      <a:noFill/>
                    </a:lnR>
                    <a:lnT>
                      <a:noFill/>
                    </a:lnT>
                    <a:lnB w="12700" cap="flat" cmpd="sng" algn="ctr">
                      <a:solidFill>
                        <a:srgbClr val="333333"/>
                      </a:solidFill>
                      <a:prstDash val="solid"/>
                      <a:round/>
                      <a:headEnd type="none" w="med" len="med"/>
                      <a:tailEnd type="none" w="med" len="med"/>
                    </a:lnB>
                    <a:noFill/>
                  </a:tcPr>
                </a:tc>
                <a:tc>
                  <a:txBody>
                    <a:bodyPr/>
                    <a:lstStyle/>
                    <a:p>
                      <a:endParaRPr lang="en-NL">
                        <a:effectLst/>
                      </a:endParaRPr>
                    </a:p>
                  </a:txBody>
                  <a:tcPr marL="12700" marR="50800" marT="12700" marB="50800" anchor="ctr">
                    <a:lnL>
                      <a:noFill/>
                    </a:lnL>
                    <a:lnR>
                      <a:noFill/>
                    </a:lnR>
                    <a:lnT>
                      <a:noFill/>
                    </a:lnT>
                    <a:lnB w="12700" cap="flat" cmpd="sng" algn="ctr">
                      <a:solidFill>
                        <a:srgbClr val="333333"/>
                      </a:solidFill>
                      <a:prstDash val="solid"/>
                      <a:round/>
                      <a:headEnd type="none" w="med" len="med"/>
                      <a:tailEnd type="none" w="med" len="med"/>
                    </a:lnB>
                    <a:noFill/>
                  </a:tcPr>
                </a:tc>
                <a:extLst>
                  <a:ext uri="{0D108BD9-81ED-4DB2-BD59-A6C34878D82A}">
                    <a16:rowId xmlns:a16="http://schemas.microsoft.com/office/drawing/2014/main" val="2043026139"/>
                  </a:ext>
                </a:extLst>
              </a:tr>
              <a:tr h="0">
                <a:tc gridSpan="4">
                  <a:txBody>
                    <a:bodyPr/>
                    <a:lstStyle/>
                    <a:p>
                      <a:endParaRPr lang="en-NL" dirty="0">
                        <a:effectLst/>
                      </a:endParaRPr>
                    </a:p>
                  </a:txBody>
                  <a:tcPr marL="50800" marR="50800" marT="38100" marB="12700" anchor="ctr">
                    <a:lnL>
                      <a:noFill/>
                    </a:lnL>
                    <a:lnR>
                      <a:noFill/>
                    </a:lnR>
                    <a:lnT w="12700" cap="flat" cmpd="sng" algn="ctr">
                      <a:solidFill>
                        <a:srgbClr val="333333"/>
                      </a:solidFill>
                      <a:prstDash val="solid"/>
                      <a:round/>
                      <a:headEnd type="none" w="med" len="med"/>
                      <a:tailEnd type="none" w="med" len="med"/>
                    </a:lnT>
                    <a:lnB>
                      <a:noFill/>
                    </a:lnB>
                    <a:noFill/>
                  </a:tcPr>
                </a:tc>
                <a:tc hMerge="1">
                  <a:txBody>
                    <a:bodyPr/>
                    <a:lstStyle/>
                    <a:p>
                      <a:endParaRPr lang="en-NL"/>
                    </a:p>
                  </a:txBody>
                  <a:tcPr/>
                </a:tc>
                <a:tc hMerge="1">
                  <a:txBody>
                    <a:bodyPr/>
                    <a:lstStyle/>
                    <a:p>
                      <a:endParaRPr lang="en-NL"/>
                    </a:p>
                  </a:txBody>
                  <a:tcPr/>
                </a:tc>
                <a:tc hMerge="1">
                  <a:txBody>
                    <a:bodyPr/>
                    <a:lstStyle/>
                    <a:p>
                      <a:endParaRPr lang="en-NL"/>
                    </a:p>
                  </a:txBody>
                  <a:tcPr/>
                </a:tc>
                <a:extLst>
                  <a:ext uri="{0D108BD9-81ED-4DB2-BD59-A6C34878D82A}">
                    <a16:rowId xmlns:a16="http://schemas.microsoft.com/office/drawing/2014/main" val="3184763120"/>
                  </a:ext>
                </a:extLst>
              </a:tr>
            </a:tbl>
          </a:graphicData>
        </a:graphic>
      </p:graphicFrame>
      <p:sp>
        <p:nvSpPr>
          <p:cNvPr id="9" name="Rectangle 8">
            <a:extLst>
              <a:ext uri="{FF2B5EF4-FFF2-40B4-BE49-F238E27FC236}">
                <a16:creationId xmlns:a16="http://schemas.microsoft.com/office/drawing/2014/main" id="{D7740C0F-626D-CE9F-FFD1-08722E48943E}"/>
              </a:ext>
            </a:extLst>
          </p:cNvPr>
          <p:cNvSpPr/>
          <p:nvPr/>
        </p:nvSpPr>
        <p:spPr>
          <a:xfrm>
            <a:off x="9139109" y="2115907"/>
            <a:ext cx="1457325" cy="1076323"/>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10" name="Title 1">
            <a:extLst>
              <a:ext uri="{FF2B5EF4-FFF2-40B4-BE49-F238E27FC236}">
                <a16:creationId xmlns:a16="http://schemas.microsoft.com/office/drawing/2014/main" id="{BA8095A3-C2EF-149A-1991-12143A6BFC26}"/>
              </a:ext>
            </a:extLst>
          </p:cNvPr>
          <p:cNvSpPr txBox="1">
            <a:spLocks/>
          </p:cNvSpPr>
          <p:nvPr/>
        </p:nvSpPr>
        <p:spPr>
          <a:xfrm>
            <a:off x="848861" y="3172066"/>
            <a:ext cx="10743064" cy="1325563"/>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lang="en-US" sz="2800" kern="1200" cap="all" spc="150" baseline="0" dirty="0">
                <a:solidFill>
                  <a:schemeClr val="tx1"/>
                </a:solidFill>
                <a:latin typeface="+mj-lt"/>
                <a:ea typeface="+mj-ea"/>
                <a:cs typeface="+mj-cs"/>
              </a:defRPr>
            </a:lvl1pPr>
          </a:lstStyle>
          <a:p>
            <a:r>
              <a:rPr lang="en-NL" dirty="0"/>
              <a:t>Chi Squared test – How strong is that relationship?</a:t>
            </a:r>
          </a:p>
        </p:txBody>
      </p:sp>
      <p:sp>
        <p:nvSpPr>
          <p:cNvPr id="11" name="Rectangle 10">
            <a:extLst>
              <a:ext uri="{FF2B5EF4-FFF2-40B4-BE49-F238E27FC236}">
                <a16:creationId xmlns:a16="http://schemas.microsoft.com/office/drawing/2014/main" id="{384E9646-2F3D-0038-C304-227B7CA03B39}"/>
              </a:ext>
            </a:extLst>
          </p:cNvPr>
          <p:cNvSpPr/>
          <p:nvPr/>
        </p:nvSpPr>
        <p:spPr>
          <a:xfrm>
            <a:off x="724468" y="5721176"/>
            <a:ext cx="9395716" cy="407773"/>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extLst>
      <p:ext uri="{BB962C8B-B14F-4D97-AF65-F5344CB8AC3E}">
        <p14:creationId xmlns:p14="http://schemas.microsoft.com/office/powerpoint/2010/main" val="2081310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1"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3162F87-C9B6-61C7-5610-AD20DF41817B}"/>
              </a:ext>
            </a:extLst>
          </p:cNvPr>
          <p:cNvSpPr>
            <a:spLocks noGrp="1"/>
          </p:cNvSpPr>
          <p:nvPr>
            <p:ph type="sldNum" sz="quarter" idx="12"/>
          </p:nvPr>
        </p:nvSpPr>
        <p:spPr/>
        <p:txBody>
          <a:bodyPr/>
          <a:lstStyle/>
          <a:p>
            <a:fld id="{DE5F457A-6F21-44FD-9619-CB0DA220E900}" type="slidenum">
              <a:rPr lang="en-NL" smtClean="0"/>
              <a:t>23</a:t>
            </a:fld>
            <a:endParaRPr lang="en-NL"/>
          </a:p>
        </p:txBody>
      </p:sp>
      <p:pic>
        <p:nvPicPr>
          <p:cNvPr id="14338" name="Picture 2" descr="Chi-Square Test of Independence - SPSS Tutorials - LibGuides at Kent State  University">
            <a:extLst>
              <a:ext uri="{FF2B5EF4-FFF2-40B4-BE49-F238E27FC236}">
                <a16:creationId xmlns:a16="http://schemas.microsoft.com/office/drawing/2014/main" id="{F40C67B7-3DA5-F883-8C23-1742E7EB8F1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29034" y="1534092"/>
            <a:ext cx="9121346" cy="4822258"/>
          </a:xfrm>
          <a:prstGeom prst="rect">
            <a:avLst/>
          </a:prstGeom>
          <a:noFill/>
          <a:extLst>
            <a:ext uri="{909E8E84-426E-40DD-AFC4-6F175D3DCCD1}">
              <a14:hiddenFill xmlns:a14="http://schemas.microsoft.com/office/drawing/2010/main">
                <a:solidFill>
                  <a:srgbClr val="FFFFFF"/>
                </a:solidFill>
              </a14:hiddenFill>
            </a:ext>
          </a:extLst>
        </p:spPr>
      </p:pic>
      <p:sp>
        <p:nvSpPr>
          <p:cNvPr id="3" name="Title 1">
            <a:extLst>
              <a:ext uri="{FF2B5EF4-FFF2-40B4-BE49-F238E27FC236}">
                <a16:creationId xmlns:a16="http://schemas.microsoft.com/office/drawing/2014/main" id="{6ED69DA2-43F8-BA49-856E-46C234A59481}"/>
              </a:ext>
            </a:extLst>
          </p:cNvPr>
          <p:cNvSpPr txBox="1">
            <a:spLocks/>
          </p:cNvSpPr>
          <p:nvPr/>
        </p:nvSpPr>
        <p:spPr>
          <a:xfrm>
            <a:off x="1072977" y="343091"/>
            <a:ext cx="12531811" cy="1325563"/>
          </a:xfrm>
          <a:prstGeom prst="rect">
            <a:avLst/>
          </a:prstGeom>
        </p:spPr>
        <p:txBody>
          <a:bodyPr/>
          <a:lstStyle>
            <a:lvl1pPr algn="l" defTabSz="914400" rtl="0" eaLnBrk="1" latinLnBrk="0" hangingPunct="1">
              <a:lnSpc>
                <a:spcPct val="90000"/>
              </a:lnSpc>
              <a:spcBef>
                <a:spcPct val="0"/>
              </a:spcBef>
              <a:buNone/>
              <a:defRPr sz="4400" kern="1200" cap="all" baseline="0">
                <a:solidFill>
                  <a:schemeClr val="tx1"/>
                </a:solidFill>
                <a:latin typeface="+mj-lt"/>
                <a:ea typeface="+mj-ea"/>
                <a:cs typeface="+mj-cs"/>
              </a:defRPr>
            </a:lvl1pPr>
          </a:lstStyle>
          <a:p>
            <a:r>
              <a:rPr lang="en-NL" sz="3600" dirty="0"/>
              <a:t>Chi Squared test – is there a relationship?</a:t>
            </a:r>
          </a:p>
        </p:txBody>
      </p:sp>
      <p:sp>
        <p:nvSpPr>
          <p:cNvPr id="4" name="Rectangle 3">
            <a:extLst>
              <a:ext uri="{FF2B5EF4-FFF2-40B4-BE49-F238E27FC236}">
                <a16:creationId xmlns:a16="http://schemas.microsoft.com/office/drawing/2014/main" id="{19AD0F14-0879-96C0-8534-FB915D722473}"/>
              </a:ext>
            </a:extLst>
          </p:cNvPr>
          <p:cNvSpPr/>
          <p:nvPr/>
        </p:nvSpPr>
        <p:spPr>
          <a:xfrm>
            <a:off x="1223319" y="5511114"/>
            <a:ext cx="10219038" cy="1003795"/>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6" name="Rectangle 5">
            <a:extLst>
              <a:ext uri="{FF2B5EF4-FFF2-40B4-BE49-F238E27FC236}">
                <a16:creationId xmlns:a16="http://schemas.microsoft.com/office/drawing/2014/main" id="{3E946CA7-B831-44FF-FCB1-16F50A26E569}"/>
              </a:ext>
            </a:extLst>
          </p:cNvPr>
          <p:cNvSpPr/>
          <p:nvPr/>
        </p:nvSpPr>
        <p:spPr>
          <a:xfrm>
            <a:off x="8513805" y="2162432"/>
            <a:ext cx="2082629" cy="1594022"/>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extLst>
      <p:ext uri="{BB962C8B-B14F-4D97-AF65-F5344CB8AC3E}">
        <p14:creationId xmlns:p14="http://schemas.microsoft.com/office/powerpoint/2010/main" val="19821357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hypothesis testing - Chi-Square Test Problem - Cross Validated">
            <a:extLst>
              <a:ext uri="{FF2B5EF4-FFF2-40B4-BE49-F238E27FC236}">
                <a16:creationId xmlns:a16="http://schemas.microsoft.com/office/drawing/2014/main" id="{1FEE3D24-79A1-BA7B-5646-5714E1B41C09}"/>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9032" t="20625" r="11061" b="6875"/>
          <a:stretch/>
        </p:blipFill>
        <p:spPr bwMode="auto">
          <a:xfrm>
            <a:off x="798119" y="1507490"/>
            <a:ext cx="10644238" cy="4277360"/>
          </a:xfrm>
          <a:prstGeom prst="rect">
            <a:avLst/>
          </a:prstGeom>
          <a:noFill/>
          <a:extLst>
            <a:ext uri="{909E8E84-426E-40DD-AFC4-6F175D3DCCD1}">
              <a14:hiddenFill xmlns:a14="http://schemas.microsoft.com/office/drawing/2010/main">
                <a:solidFill>
                  <a:srgbClr val="FFFFFF"/>
                </a:solidFill>
              </a14:hiddenFill>
            </a:ext>
          </a:extLst>
        </p:spPr>
      </p:pic>
      <p:sp>
        <p:nvSpPr>
          <p:cNvPr id="2" name="Slide Number Placeholder 1">
            <a:extLst>
              <a:ext uri="{FF2B5EF4-FFF2-40B4-BE49-F238E27FC236}">
                <a16:creationId xmlns:a16="http://schemas.microsoft.com/office/drawing/2014/main" id="{4CB276F4-2A75-FB68-BFA4-0DEAD49B2E98}"/>
              </a:ext>
            </a:extLst>
          </p:cNvPr>
          <p:cNvSpPr>
            <a:spLocks noGrp="1"/>
          </p:cNvSpPr>
          <p:nvPr>
            <p:ph type="sldNum" sz="quarter" idx="12"/>
          </p:nvPr>
        </p:nvSpPr>
        <p:spPr/>
        <p:txBody>
          <a:bodyPr/>
          <a:lstStyle/>
          <a:p>
            <a:fld id="{DE5F457A-6F21-44FD-9619-CB0DA220E900}" type="slidenum">
              <a:rPr lang="en-NL" smtClean="0"/>
              <a:t>24</a:t>
            </a:fld>
            <a:endParaRPr lang="en-NL"/>
          </a:p>
        </p:txBody>
      </p:sp>
      <p:sp>
        <p:nvSpPr>
          <p:cNvPr id="3" name="Title 1">
            <a:extLst>
              <a:ext uri="{FF2B5EF4-FFF2-40B4-BE49-F238E27FC236}">
                <a16:creationId xmlns:a16="http://schemas.microsoft.com/office/drawing/2014/main" id="{73B29075-845B-6399-8E4E-D93A85C41785}"/>
              </a:ext>
            </a:extLst>
          </p:cNvPr>
          <p:cNvSpPr txBox="1">
            <a:spLocks/>
          </p:cNvSpPr>
          <p:nvPr/>
        </p:nvSpPr>
        <p:spPr>
          <a:xfrm>
            <a:off x="1072977" y="343091"/>
            <a:ext cx="12531811" cy="1325563"/>
          </a:xfrm>
          <a:prstGeom prst="rect">
            <a:avLst/>
          </a:prstGeom>
        </p:spPr>
        <p:txBody>
          <a:bodyPr/>
          <a:lstStyle>
            <a:lvl1pPr algn="l" defTabSz="914400" rtl="0" eaLnBrk="1" latinLnBrk="0" hangingPunct="1">
              <a:lnSpc>
                <a:spcPct val="90000"/>
              </a:lnSpc>
              <a:spcBef>
                <a:spcPct val="0"/>
              </a:spcBef>
              <a:buNone/>
              <a:defRPr sz="4400" kern="1200" cap="all" baseline="0">
                <a:solidFill>
                  <a:schemeClr val="tx1"/>
                </a:solidFill>
                <a:latin typeface="+mj-lt"/>
                <a:ea typeface="+mj-ea"/>
                <a:cs typeface="+mj-cs"/>
              </a:defRPr>
            </a:lvl1pPr>
          </a:lstStyle>
          <a:p>
            <a:r>
              <a:rPr lang="en-NL" sz="3600" dirty="0"/>
              <a:t>Chi Squared test – is there a relationship?</a:t>
            </a:r>
          </a:p>
        </p:txBody>
      </p:sp>
      <p:sp>
        <p:nvSpPr>
          <p:cNvPr id="4" name="Rectangle 3">
            <a:extLst>
              <a:ext uri="{FF2B5EF4-FFF2-40B4-BE49-F238E27FC236}">
                <a16:creationId xmlns:a16="http://schemas.microsoft.com/office/drawing/2014/main" id="{59B16A45-0427-FEC2-AE96-4D74B08C3DAE}"/>
              </a:ext>
            </a:extLst>
          </p:cNvPr>
          <p:cNvSpPr/>
          <p:nvPr/>
        </p:nvSpPr>
        <p:spPr>
          <a:xfrm>
            <a:off x="1223319" y="4881194"/>
            <a:ext cx="10219038" cy="1003795"/>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6" name="Rectangle 5">
            <a:extLst>
              <a:ext uri="{FF2B5EF4-FFF2-40B4-BE49-F238E27FC236}">
                <a16:creationId xmlns:a16="http://schemas.microsoft.com/office/drawing/2014/main" id="{4D130D25-DA96-3F57-61DF-B18FC637D4C3}"/>
              </a:ext>
            </a:extLst>
          </p:cNvPr>
          <p:cNvSpPr/>
          <p:nvPr/>
        </p:nvSpPr>
        <p:spPr>
          <a:xfrm>
            <a:off x="5179330" y="5097201"/>
            <a:ext cx="2938241" cy="923330"/>
          </a:xfrm>
          <a:prstGeom prst="rect">
            <a:avLst/>
          </a:prstGeom>
          <a:noFill/>
        </p:spPr>
        <p:txBody>
          <a:bodyPr wrap="none" lIns="91440" tIns="45720" rIns="91440" bIns="45720">
            <a:spAutoFit/>
          </a:bodyPr>
          <a:lstStyle/>
          <a:p>
            <a:pPr algn="ctr"/>
            <a:r>
              <a:rPr lang="en-GB" sz="5400" b="1" cap="none" spc="0" dirty="0">
                <a:ln w="22225">
                  <a:solidFill>
                    <a:srgbClr val="FF0000"/>
                  </a:solidFill>
                  <a:prstDash val="solid"/>
                </a:ln>
                <a:solidFill>
                  <a:srgbClr val="FFA7A7"/>
                </a:solidFill>
                <a:effectLst/>
              </a:rPr>
              <a:t>N</a:t>
            </a:r>
            <a:r>
              <a:rPr lang="en-NL" sz="5400" b="1" cap="none" spc="0" dirty="0" err="1">
                <a:ln w="22225">
                  <a:solidFill>
                    <a:srgbClr val="FF0000"/>
                  </a:solidFill>
                  <a:prstDash val="solid"/>
                </a:ln>
                <a:solidFill>
                  <a:srgbClr val="FFA7A7"/>
                </a:solidFill>
                <a:effectLst/>
              </a:rPr>
              <a:t>ot</a:t>
            </a:r>
            <a:r>
              <a:rPr lang="en-NL" sz="5400" b="1" cap="none" spc="0" dirty="0">
                <a:ln w="22225">
                  <a:solidFill>
                    <a:srgbClr val="FF0000"/>
                  </a:solidFill>
                  <a:prstDash val="solid"/>
                </a:ln>
                <a:solidFill>
                  <a:srgbClr val="FFA7A7"/>
                </a:solidFill>
                <a:effectLst/>
              </a:rPr>
              <a:t> valid</a:t>
            </a:r>
            <a:endParaRPr lang="en-US" sz="5400" b="1" cap="none" spc="0" dirty="0">
              <a:ln w="22225">
                <a:solidFill>
                  <a:srgbClr val="FF0000"/>
                </a:solidFill>
                <a:prstDash val="solid"/>
              </a:ln>
              <a:solidFill>
                <a:srgbClr val="FFA7A7"/>
              </a:solidFill>
              <a:effectLst/>
            </a:endParaRPr>
          </a:p>
        </p:txBody>
      </p:sp>
    </p:spTree>
    <p:extLst>
      <p:ext uri="{BB962C8B-B14F-4D97-AF65-F5344CB8AC3E}">
        <p14:creationId xmlns:p14="http://schemas.microsoft.com/office/powerpoint/2010/main" val="7287704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p:bldLst>
  </p:timing>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8D7EE2-A2E0-089F-E21C-B0B60BC82037}"/>
              </a:ext>
            </a:extLst>
          </p:cNvPr>
          <p:cNvSpPr>
            <a:spLocks noGrp="1"/>
          </p:cNvSpPr>
          <p:nvPr>
            <p:ph type="ctrTitle"/>
          </p:nvPr>
        </p:nvSpPr>
        <p:spPr>
          <a:xfrm>
            <a:off x="3210181" y="25109"/>
            <a:ext cx="6057385" cy="995131"/>
          </a:xfrm>
        </p:spPr>
        <p:txBody>
          <a:bodyPr/>
          <a:lstStyle/>
          <a:p>
            <a:r>
              <a:rPr lang="en-NL" dirty="0"/>
              <a:t>Pearsons Correlation</a:t>
            </a:r>
          </a:p>
        </p:txBody>
      </p:sp>
      <p:pic>
        <p:nvPicPr>
          <p:cNvPr id="4" name="Picture 2" descr="Understanding the Pearson Correlation Coefficient | Outlier">
            <a:extLst>
              <a:ext uri="{FF2B5EF4-FFF2-40B4-BE49-F238E27FC236}">
                <a16:creationId xmlns:a16="http://schemas.microsoft.com/office/drawing/2014/main" id="{3482E651-B1EB-CC8B-9C33-C5C99A3F66D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 y="1112109"/>
            <a:ext cx="12192000" cy="5720782"/>
          </a:xfrm>
          <a:prstGeom prst="rect">
            <a:avLst/>
          </a:prstGeom>
          <a:noFill/>
          <a:extLst>
            <a:ext uri="{909E8E84-426E-40DD-AFC4-6F175D3DCCD1}">
              <a14:hiddenFill xmlns:a14="http://schemas.microsoft.com/office/drawing/2010/main">
                <a:solidFill>
                  <a:srgbClr val="FFFFFF"/>
                </a:solidFill>
              </a14:hiddenFill>
            </a:ext>
          </a:extLst>
        </p:spPr>
      </p:pic>
      <p:cxnSp>
        <p:nvCxnSpPr>
          <p:cNvPr id="6" name="Straight Arrow Connector 5">
            <a:extLst>
              <a:ext uri="{FF2B5EF4-FFF2-40B4-BE49-F238E27FC236}">
                <a16:creationId xmlns:a16="http://schemas.microsoft.com/office/drawing/2014/main" id="{610F5AB4-8BA5-C150-25CF-84FD11C8C15F}"/>
              </a:ext>
            </a:extLst>
          </p:cNvPr>
          <p:cNvCxnSpPr/>
          <p:nvPr/>
        </p:nvCxnSpPr>
        <p:spPr>
          <a:xfrm flipH="1">
            <a:off x="5029200" y="1020240"/>
            <a:ext cx="1209673" cy="1784744"/>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348789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023BBF-DBA5-66FA-2C9F-9E2A94FAF336}"/>
              </a:ext>
            </a:extLst>
          </p:cNvPr>
          <p:cNvSpPr>
            <a:spLocks noGrp="1"/>
          </p:cNvSpPr>
          <p:nvPr>
            <p:ph type="title"/>
          </p:nvPr>
        </p:nvSpPr>
        <p:spPr/>
        <p:txBody>
          <a:bodyPr/>
          <a:lstStyle/>
          <a:p>
            <a:r>
              <a:rPr lang="en-NL" dirty="0"/>
              <a:t>Correlation output – Is there a relationship?</a:t>
            </a:r>
          </a:p>
        </p:txBody>
      </p:sp>
      <p:graphicFrame>
        <p:nvGraphicFramePr>
          <p:cNvPr id="5" name="Table Placeholder 4">
            <a:extLst>
              <a:ext uri="{FF2B5EF4-FFF2-40B4-BE49-F238E27FC236}">
                <a16:creationId xmlns:a16="http://schemas.microsoft.com/office/drawing/2014/main" id="{E6F839A6-3CBE-A249-6390-FBFD76E14283}"/>
              </a:ext>
            </a:extLst>
          </p:cNvPr>
          <p:cNvGraphicFramePr>
            <a:graphicFrameLocks noGrp="1"/>
          </p:cNvGraphicFramePr>
          <p:nvPr>
            <p:ph type="tbl" sz="quarter" idx="14"/>
            <p:extLst>
              <p:ext uri="{D42A27DB-BD31-4B8C-83A1-F6EECF244321}">
                <p14:modId xmlns:p14="http://schemas.microsoft.com/office/powerpoint/2010/main" val="2492466433"/>
              </p:ext>
            </p:extLst>
          </p:nvPr>
        </p:nvGraphicFramePr>
        <p:xfrm>
          <a:off x="838200" y="2269100"/>
          <a:ext cx="10515600" cy="2562860"/>
        </p:xfrm>
        <a:graphic>
          <a:graphicData uri="http://schemas.openxmlformats.org/drawingml/2006/table">
            <a:tbl>
              <a:tblPr/>
              <a:tblGrid>
                <a:gridCol w="1717895">
                  <a:extLst>
                    <a:ext uri="{9D8B030D-6E8A-4147-A177-3AD203B41FA5}">
                      <a16:colId xmlns:a16="http://schemas.microsoft.com/office/drawing/2014/main" val="2020377469"/>
                    </a:ext>
                  </a:extLst>
                </a:gridCol>
                <a:gridCol w="911005">
                  <a:extLst>
                    <a:ext uri="{9D8B030D-6E8A-4147-A177-3AD203B41FA5}">
                      <a16:colId xmlns:a16="http://schemas.microsoft.com/office/drawing/2014/main" val="2828622526"/>
                    </a:ext>
                  </a:extLst>
                </a:gridCol>
                <a:gridCol w="1717895">
                  <a:extLst>
                    <a:ext uri="{9D8B030D-6E8A-4147-A177-3AD203B41FA5}">
                      <a16:colId xmlns:a16="http://schemas.microsoft.com/office/drawing/2014/main" val="3377142080"/>
                    </a:ext>
                  </a:extLst>
                </a:gridCol>
                <a:gridCol w="911005">
                  <a:extLst>
                    <a:ext uri="{9D8B030D-6E8A-4147-A177-3AD203B41FA5}">
                      <a16:colId xmlns:a16="http://schemas.microsoft.com/office/drawing/2014/main" val="4054411686"/>
                    </a:ext>
                  </a:extLst>
                </a:gridCol>
                <a:gridCol w="1717895">
                  <a:extLst>
                    <a:ext uri="{9D8B030D-6E8A-4147-A177-3AD203B41FA5}">
                      <a16:colId xmlns:a16="http://schemas.microsoft.com/office/drawing/2014/main" val="3505811270"/>
                    </a:ext>
                  </a:extLst>
                </a:gridCol>
                <a:gridCol w="911005">
                  <a:extLst>
                    <a:ext uri="{9D8B030D-6E8A-4147-A177-3AD203B41FA5}">
                      <a16:colId xmlns:a16="http://schemas.microsoft.com/office/drawing/2014/main" val="1085626991"/>
                    </a:ext>
                  </a:extLst>
                </a:gridCol>
                <a:gridCol w="1717895">
                  <a:extLst>
                    <a:ext uri="{9D8B030D-6E8A-4147-A177-3AD203B41FA5}">
                      <a16:colId xmlns:a16="http://schemas.microsoft.com/office/drawing/2014/main" val="2218684443"/>
                    </a:ext>
                  </a:extLst>
                </a:gridCol>
                <a:gridCol w="911005">
                  <a:extLst>
                    <a:ext uri="{9D8B030D-6E8A-4147-A177-3AD203B41FA5}">
                      <a16:colId xmlns:a16="http://schemas.microsoft.com/office/drawing/2014/main" val="1628510473"/>
                    </a:ext>
                  </a:extLst>
                </a:gridCol>
              </a:tblGrid>
              <a:tr h="0">
                <a:tc gridSpan="8">
                  <a:txBody>
                    <a:bodyPr/>
                    <a:lstStyle/>
                    <a:p>
                      <a:pPr algn="l"/>
                      <a:r>
                        <a:rPr lang="en-GB" b="0">
                          <a:effectLst/>
                        </a:rPr>
                        <a:t>Correlation Matrix</a:t>
                      </a:r>
                      <a:endParaRPr lang="en-GB">
                        <a:effectLst/>
                      </a:endParaRPr>
                    </a:p>
                  </a:txBody>
                  <a:tcPr marR="50800" marT="25400" marB="25400" anchor="ctr">
                    <a:lnL>
                      <a:noFill/>
                    </a:lnL>
                    <a:lnR>
                      <a:noFill/>
                    </a:lnR>
                    <a:lnT>
                      <a:noFill/>
                    </a:lnT>
                    <a:lnB w="6350" cap="flat" cmpd="sng" algn="ctr">
                      <a:solidFill>
                        <a:srgbClr val="333333"/>
                      </a:solidFill>
                      <a:prstDash val="solid"/>
                      <a:round/>
                      <a:headEnd type="none" w="med" len="med"/>
                      <a:tailEnd type="none" w="med" len="med"/>
                    </a:lnB>
                    <a:noFill/>
                  </a:tcPr>
                </a:tc>
                <a:tc hMerge="1">
                  <a:txBody>
                    <a:bodyPr/>
                    <a:lstStyle/>
                    <a:p>
                      <a:endParaRPr lang="en-NL"/>
                    </a:p>
                  </a:txBody>
                  <a:tcPr/>
                </a:tc>
                <a:tc hMerge="1">
                  <a:txBody>
                    <a:bodyPr/>
                    <a:lstStyle/>
                    <a:p>
                      <a:endParaRPr lang="en-NL"/>
                    </a:p>
                  </a:txBody>
                  <a:tcPr/>
                </a:tc>
                <a:tc hMerge="1">
                  <a:txBody>
                    <a:bodyPr/>
                    <a:lstStyle/>
                    <a:p>
                      <a:endParaRPr lang="en-NL"/>
                    </a:p>
                  </a:txBody>
                  <a:tcPr/>
                </a:tc>
                <a:tc hMerge="1">
                  <a:txBody>
                    <a:bodyPr/>
                    <a:lstStyle/>
                    <a:p>
                      <a:endParaRPr lang="en-NL"/>
                    </a:p>
                  </a:txBody>
                  <a:tcPr/>
                </a:tc>
                <a:tc hMerge="1">
                  <a:txBody>
                    <a:bodyPr/>
                    <a:lstStyle/>
                    <a:p>
                      <a:endParaRPr lang="en-NL"/>
                    </a:p>
                  </a:txBody>
                  <a:tcPr/>
                </a:tc>
                <a:tc hMerge="1">
                  <a:txBody>
                    <a:bodyPr/>
                    <a:lstStyle/>
                    <a:p>
                      <a:endParaRPr lang="en-NL"/>
                    </a:p>
                  </a:txBody>
                  <a:tcPr/>
                </a:tc>
                <a:tc hMerge="1">
                  <a:txBody>
                    <a:bodyPr/>
                    <a:lstStyle/>
                    <a:p>
                      <a:endParaRPr lang="en-NL"/>
                    </a:p>
                  </a:txBody>
                  <a:tcPr/>
                </a:tc>
                <a:extLst>
                  <a:ext uri="{0D108BD9-81ED-4DB2-BD59-A6C34878D82A}">
                    <a16:rowId xmlns:a16="http://schemas.microsoft.com/office/drawing/2014/main" val="1689800209"/>
                  </a:ext>
                </a:extLst>
              </a:tr>
              <a:tr h="0">
                <a:tc gridSpan="2">
                  <a:txBody>
                    <a:bodyPr/>
                    <a:lstStyle/>
                    <a:p>
                      <a:pPr algn="ctr"/>
                      <a:r>
                        <a:rPr lang="en-NL">
                          <a:effectLst/>
                        </a:rPr>
                        <a:t> </a:t>
                      </a:r>
                    </a:p>
                  </a:txBody>
                  <a:tcPr marL="50800" marR="50800" marT="25400" marB="25400" anchor="ctr">
                    <a:lnL>
                      <a:noFill/>
                    </a:lnL>
                    <a:lnR>
                      <a:noFill/>
                    </a:lnR>
                    <a:lnT w="6350" cap="flat" cmpd="sng" algn="ctr">
                      <a:solidFill>
                        <a:srgbClr val="333333"/>
                      </a:solidFill>
                      <a:prstDash val="solid"/>
                      <a:round/>
                      <a:headEnd type="none" w="med" len="med"/>
                      <a:tailEnd type="none" w="med" len="med"/>
                    </a:lnT>
                    <a:lnB w="6350" cap="flat" cmpd="sng" algn="ctr">
                      <a:solidFill>
                        <a:srgbClr val="333333"/>
                      </a:solidFill>
                      <a:prstDash val="solid"/>
                      <a:round/>
                      <a:headEnd type="none" w="med" len="med"/>
                      <a:tailEnd type="none" w="med" len="med"/>
                    </a:lnB>
                    <a:noFill/>
                  </a:tcPr>
                </a:tc>
                <a:tc hMerge="1">
                  <a:txBody>
                    <a:bodyPr/>
                    <a:lstStyle/>
                    <a:p>
                      <a:endParaRPr lang="en-NL"/>
                    </a:p>
                  </a:txBody>
                  <a:tcPr/>
                </a:tc>
                <a:tc gridSpan="2">
                  <a:txBody>
                    <a:bodyPr/>
                    <a:lstStyle/>
                    <a:p>
                      <a:pPr algn="ctr"/>
                      <a:r>
                        <a:rPr lang="en-NL">
                          <a:effectLst/>
                        </a:rPr>
                        <a:t> </a:t>
                      </a:r>
                    </a:p>
                  </a:txBody>
                  <a:tcPr marL="50800" marR="50800" marT="25400" marB="25400" anchor="ctr">
                    <a:lnL>
                      <a:noFill/>
                    </a:lnL>
                    <a:lnR>
                      <a:noFill/>
                    </a:lnR>
                    <a:lnT w="6350" cap="flat" cmpd="sng" algn="ctr">
                      <a:solidFill>
                        <a:srgbClr val="333333"/>
                      </a:solidFill>
                      <a:prstDash val="solid"/>
                      <a:round/>
                      <a:headEnd type="none" w="med" len="med"/>
                      <a:tailEnd type="none" w="med" len="med"/>
                    </a:lnT>
                    <a:lnB w="6350" cap="flat" cmpd="sng" algn="ctr">
                      <a:solidFill>
                        <a:srgbClr val="333333"/>
                      </a:solidFill>
                      <a:prstDash val="solid"/>
                      <a:round/>
                      <a:headEnd type="none" w="med" len="med"/>
                      <a:tailEnd type="none" w="med" len="med"/>
                    </a:lnB>
                    <a:noFill/>
                  </a:tcPr>
                </a:tc>
                <a:tc hMerge="1">
                  <a:txBody>
                    <a:bodyPr/>
                    <a:lstStyle/>
                    <a:p>
                      <a:endParaRPr lang="en-NL"/>
                    </a:p>
                  </a:txBody>
                  <a:tcPr/>
                </a:tc>
                <a:tc gridSpan="2">
                  <a:txBody>
                    <a:bodyPr/>
                    <a:lstStyle/>
                    <a:p>
                      <a:pPr algn="ctr"/>
                      <a:r>
                        <a:rPr lang="en-GB">
                          <a:effectLst/>
                        </a:rPr>
                        <a:t>Blue light exposure</a:t>
                      </a:r>
                    </a:p>
                  </a:txBody>
                  <a:tcPr marL="50800" marR="50800" marT="25400" marB="25400" anchor="ctr">
                    <a:lnL>
                      <a:noFill/>
                    </a:lnL>
                    <a:lnR>
                      <a:noFill/>
                    </a:lnR>
                    <a:lnT w="6350" cap="flat" cmpd="sng" algn="ctr">
                      <a:solidFill>
                        <a:srgbClr val="333333"/>
                      </a:solidFill>
                      <a:prstDash val="solid"/>
                      <a:round/>
                      <a:headEnd type="none" w="med" len="med"/>
                      <a:tailEnd type="none" w="med" len="med"/>
                    </a:lnT>
                    <a:lnB w="6350" cap="flat" cmpd="sng" algn="ctr">
                      <a:solidFill>
                        <a:srgbClr val="333333"/>
                      </a:solidFill>
                      <a:prstDash val="solid"/>
                      <a:round/>
                      <a:headEnd type="none" w="med" len="med"/>
                      <a:tailEnd type="none" w="med" len="med"/>
                    </a:lnB>
                    <a:noFill/>
                  </a:tcPr>
                </a:tc>
                <a:tc hMerge="1">
                  <a:txBody>
                    <a:bodyPr/>
                    <a:lstStyle/>
                    <a:p>
                      <a:endParaRPr lang="en-NL"/>
                    </a:p>
                  </a:txBody>
                  <a:tcPr/>
                </a:tc>
                <a:tc gridSpan="2">
                  <a:txBody>
                    <a:bodyPr/>
                    <a:lstStyle/>
                    <a:p>
                      <a:pPr algn="ctr"/>
                      <a:r>
                        <a:rPr lang="en-GB">
                          <a:effectLst/>
                        </a:rPr>
                        <a:t>Sleep Quality</a:t>
                      </a:r>
                    </a:p>
                  </a:txBody>
                  <a:tcPr marL="50800" marR="50800" marT="25400" marB="25400" anchor="ctr">
                    <a:lnL>
                      <a:noFill/>
                    </a:lnL>
                    <a:lnR>
                      <a:noFill/>
                    </a:lnR>
                    <a:lnT w="6350" cap="flat" cmpd="sng" algn="ctr">
                      <a:solidFill>
                        <a:srgbClr val="333333"/>
                      </a:solidFill>
                      <a:prstDash val="solid"/>
                      <a:round/>
                      <a:headEnd type="none" w="med" len="med"/>
                      <a:tailEnd type="none" w="med" len="med"/>
                    </a:lnT>
                    <a:lnB w="6350" cap="flat" cmpd="sng" algn="ctr">
                      <a:solidFill>
                        <a:srgbClr val="333333"/>
                      </a:solidFill>
                      <a:prstDash val="solid"/>
                      <a:round/>
                      <a:headEnd type="none" w="med" len="med"/>
                      <a:tailEnd type="none" w="med" len="med"/>
                    </a:lnB>
                    <a:noFill/>
                  </a:tcPr>
                </a:tc>
                <a:tc hMerge="1">
                  <a:txBody>
                    <a:bodyPr/>
                    <a:lstStyle/>
                    <a:p>
                      <a:endParaRPr lang="en-NL"/>
                    </a:p>
                  </a:txBody>
                  <a:tcPr/>
                </a:tc>
                <a:extLst>
                  <a:ext uri="{0D108BD9-81ED-4DB2-BD59-A6C34878D82A}">
                    <a16:rowId xmlns:a16="http://schemas.microsoft.com/office/drawing/2014/main" val="2733405209"/>
                  </a:ext>
                </a:extLst>
              </a:tr>
              <a:tr h="0">
                <a:tc>
                  <a:txBody>
                    <a:bodyPr/>
                    <a:lstStyle/>
                    <a:p>
                      <a:r>
                        <a:rPr lang="en-GB">
                          <a:effectLst/>
                        </a:rPr>
                        <a:t>Blue light exposure</a:t>
                      </a:r>
                    </a:p>
                  </a:txBody>
                  <a:tcPr marL="50800" marT="50800" marB="12700" anchor="ctr">
                    <a:lnL>
                      <a:noFill/>
                    </a:lnL>
                    <a:lnR>
                      <a:noFill/>
                    </a:lnR>
                    <a:lnT w="6350" cap="flat" cmpd="sng" algn="ctr">
                      <a:solidFill>
                        <a:srgbClr val="333333"/>
                      </a:solidFill>
                      <a:prstDash val="solid"/>
                      <a:round/>
                      <a:headEnd type="none" w="med" len="med"/>
                      <a:tailEnd type="none" w="med" len="med"/>
                    </a:lnT>
                    <a:lnB>
                      <a:noFill/>
                    </a:lnB>
                    <a:noFill/>
                  </a:tcPr>
                </a:tc>
                <a:tc>
                  <a:txBody>
                    <a:bodyPr/>
                    <a:lstStyle/>
                    <a:p>
                      <a:endParaRPr lang="en-NL">
                        <a:effectLst/>
                      </a:endParaRPr>
                    </a:p>
                  </a:txBody>
                  <a:tcPr marL="12700" marR="50800" marT="50800" marB="12700" anchor="ctr">
                    <a:lnL>
                      <a:noFill/>
                    </a:lnL>
                    <a:lnR>
                      <a:noFill/>
                    </a:lnR>
                    <a:lnT w="6350" cap="flat" cmpd="sng" algn="ctr">
                      <a:solidFill>
                        <a:srgbClr val="333333"/>
                      </a:solidFill>
                      <a:prstDash val="solid"/>
                      <a:round/>
                      <a:headEnd type="none" w="med" len="med"/>
                      <a:tailEnd type="none" w="med" len="med"/>
                    </a:lnT>
                    <a:lnB>
                      <a:noFill/>
                    </a:lnB>
                    <a:noFill/>
                  </a:tcPr>
                </a:tc>
                <a:tc>
                  <a:txBody>
                    <a:bodyPr/>
                    <a:lstStyle/>
                    <a:p>
                      <a:r>
                        <a:rPr lang="en-GB">
                          <a:effectLst/>
                        </a:rPr>
                        <a:t>Pearson's r</a:t>
                      </a:r>
                    </a:p>
                  </a:txBody>
                  <a:tcPr marL="50800" marT="50800" marB="12700" anchor="ctr">
                    <a:lnL>
                      <a:noFill/>
                    </a:lnL>
                    <a:lnR>
                      <a:noFill/>
                    </a:lnR>
                    <a:lnT w="6350" cap="flat" cmpd="sng" algn="ctr">
                      <a:solidFill>
                        <a:srgbClr val="333333"/>
                      </a:solidFill>
                      <a:prstDash val="solid"/>
                      <a:round/>
                      <a:headEnd type="none" w="med" len="med"/>
                      <a:tailEnd type="none" w="med" len="med"/>
                    </a:lnT>
                    <a:lnB>
                      <a:noFill/>
                    </a:lnB>
                    <a:noFill/>
                  </a:tcPr>
                </a:tc>
                <a:tc>
                  <a:txBody>
                    <a:bodyPr/>
                    <a:lstStyle/>
                    <a:p>
                      <a:endParaRPr lang="en-NL">
                        <a:effectLst/>
                      </a:endParaRPr>
                    </a:p>
                  </a:txBody>
                  <a:tcPr marL="12700" marR="50800" marT="50800" marB="12700" anchor="ctr">
                    <a:lnL>
                      <a:noFill/>
                    </a:lnL>
                    <a:lnR>
                      <a:noFill/>
                    </a:lnR>
                    <a:lnT w="6350" cap="flat" cmpd="sng" algn="ctr">
                      <a:solidFill>
                        <a:srgbClr val="333333"/>
                      </a:solidFill>
                      <a:prstDash val="solid"/>
                      <a:round/>
                      <a:headEnd type="none" w="med" len="med"/>
                      <a:tailEnd type="none" w="med" len="med"/>
                    </a:lnT>
                    <a:lnB>
                      <a:noFill/>
                    </a:lnB>
                    <a:noFill/>
                  </a:tcPr>
                </a:tc>
                <a:tc>
                  <a:txBody>
                    <a:bodyPr/>
                    <a:lstStyle/>
                    <a:p>
                      <a:pPr algn="r"/>
                      <a:r>
                        <a:rPr lang="en-NL">
                          <a:effectLst/>
                        </a:rPr>
                        <a:t>—</a:t>
                      </a:r>
                    </a:p>
                  </a:txBody>
                  <a:tcPr marL="50800" marT="50800" marB="12700" anchor="ctr">
                    <a:lnL>
                      <a:noFill/>
                    </a:lnL>
                    <a:lnR>
                      <a:noFill/>
                    </a:lnR>
                    <a:lnT w="6350" cap="flat" cmpd="sng" algn="ctr">
                      <a:solidFill>
                        <a:srgbClr val="333333"/>
                      </a:solidFill>
                      <a:prstDash val="solid"/>
                      <a:round/>
                      <a:headEnd type="none" w="med" len="med"/>
                      <a:tailEnd type="none" w="med" len="med"/>
                    </a:lnT>
                    <a:lnB>
                      <a:noFill/>
                    </a:lnB>
                    <a:noFill/>
                  </a:tcPr>
                </a:tc>
                <a:tc>
                  <a:txBody>
                    <a:bodyPr/>
                    <a:lstStyle/>
                    <a:p>
                      <a:endParaRPr lang="en-NL">
                        <a:effectLst/>
                      </a:endParaRPr>
                    </a:p>
                  </a:txBody>
                  <a:tcPr marL="12700" marR="50800" marT="50800" marB="12700" anchor="ctr">
                    <a:lnL>
                      <a:noFill/>
                    </a:lnL>
                    <a:lnR>
                      <a:noFill/>
                    </a:lnR>
                    <a:lnT w="6350" cap="flat" cmpd="sng" algn="ctr">
                      <a:solidFill>
                        <a:srgbClr val="333333"/>
                      </a:solidFill>
                      <a:prstDash val="solid"/>
                      <a:round/>
                      <a:headEnd type="none" w="med" len="med"/>
                      <a:tailEnd type="none" w="med" len="med"/>
                    </a:lnT>
                    <a:lnB>
                      <a:noFill/>
                    </a:lnB>
                    <a:noFill/>
                  </a:tcPr>
                </a:tc>
                <a:tc>
                  <a:txBody>
                    <a:bodyPr/>
                    <a:lstStyle/>
                    <a:p>
                      <a:pPr algn="r"/>
                      <a:r>
                        <a:rPr lang="en-NL">
                          <a:effectLst/>
                        </a:rPr>
                        <a:t> </a:t>
                      </a:r>
                    </a:p>
                  </a:txBody>
                  <a:tcPr marL="50800" marT="50800" marB="12700" anchor="ctr">
                    <a:lnL>
                      <a:noFill/>
                    </a:lnL>
                    <a:lnR>
                      <a:noFill/>
                    </a:lnR>
                    <a:lnT w="6350" cap="flat" cmpd="sng" algn="ctr">
                      <a:solidFill>
                        <a:srgbClr val="333333"/>
                      </a:solidFill>
                      <a:prstDash val="solid"/>
                      <a:round/>
                      <a:headEnd type="none" w="med" len="med"/>
                      <a:tailEnd type="none" w="med" len="med"/>
                    </a:lnT>
                    <a:lnB>
                      <a:noFill/>
                    </a:lnB>
                    <a:noFill/>
                  </a:tcPr>
                </a:tc>
                <a:tc>
                  <a:txBody>
                    <a:bodyPr/>
                    <a:lstStyle/>
                    <a:p>
                      <a:endParaRPr lang="en-NL">
                        <a:effectLst/>
                      </a:endParaRPr>
                    </a:p>
                  </a:txBody>
                  <a:tcPr marL="12700" marR="50800" marT="50800" marB="12700" anchor="ctr">
                    <a:lnL>
                      <a:noFill/>
                    </a:lnL>
                    <a:lnR>
                      <a:noFill/>
                    </a:lnR>
                    <a:lnT w="6350" cap="flat" cmpd="sng" algn="ctr">
                      <a:solidFill>
                        <a:srgbClr val="333333"/>
                      </a:solidFill>
                      <a:prstDash val="solid"/>
                      <a:round/>
                      <a:headEnd type="none" w="med" len="med"/>
                      <a:tailEnd type="none" w="med" len="med"/>
                    </a:lnT>
                    <a:lnB>
                      <a:noFill/>
                    </a:lnB>
                    <a:noFill/>
                  </a:tcPr>
                </a:tc>
                <a:extLst>
                  <a:ext uri="{0D108BD9-81ED-4DB2-BD59-A6C34878D82A}">
                    <a16:rowId xmlns:a16="http://schemas.microsoft.com/office/drawing/2014/main" val="2598210571"/>
                  </a:ext>
                </a:extLst>
              </a:tr>
              <a:tr h="0">
                <a:tc>
                  <a:txBody>
                    <a:bodyPr/>
                    <a:lstStyle/>
                    <a:p>
                      <a:r>
                        <a:rPr lang="en-NL">
                          <a:effectLst/>
                        </a:rPr>
                        <a:t> </a:t>
                      </a:r>
                    </a:p>
                  </a:txBody>
                  <a:tcPr marL="50800" marT="12700" marB="12700" anchor="ctr">
                    <a:lnL>
                      <a:noFill/>
                    </a:lnL>
                    <a:lnR>
                      <a:noFill/>
                    </a:lnR>
                    <a:lnT>
                      <a:noFill/>
                    </a:lnT>
                    <a:lnB>
                      <a:noFill/>
                    </a:lnB>
                    <a:noFill/>
                  </a:tcPr>
                </a:tc>
                <a:tc>
                  <a:txBody>
                    <a:bodyPr/>
                    <a:lstStyle/>
                    <a:p>
                      <a:endParaRPr lang="en-NL">
                        <a:effectLst/>
                      </a:endParaRPr>
                    </a:p>
                  </a:txBody>
                  <a:tcPr marL="12700" marR="50800" marT="12700" marB="12700" anchor="ctr">
                    <a:lnL>
                      <a:noFill/>
                    </a:lnL>
                    <a:lnR>
                      <a:noFill/>
                    </a:lnR>
                    <a:lnT>
                      <a:noFill/>
                    </a:lnT>
                    <a:lnB>
                      <a:noFill/>
                    </a:lnB>
                    <a:noFill/>
                  </a:tcPr>
                </a:tc>
                <a:tc>
                  <a:txBody>
                    <a:bodyPr/>
                    <a:lstStyle/>
                    <a:p>
                      <a:r>
                        <a:rPr lang="en-GB">
                          <a:effectLst/>
                        </a:rPr>
                        <a:t>p-value</a:t>
                      </a:r>
                    </a:p>
                  </a:txBody>
                  <a:tcPr marL="50800" marT="12700" marB="12700" anchor="ctr">
                    <a:lnL>
                      <a:noFill/>
                    </a:lnL>
                    <a:lnR>
                      <a:noFill/>
                    </a:lnR>
                    <a:lnT>
                      <a:noFill/>
                    </a:lnT>
                    <a:lnB>
                      <a:noFill/>
                    </a:lnB>
                    <a:noFill/>
                  </a:tcPr>
                </a:tc>
                <a:tc>
                  <a:txBody>
                    <a:bodyPr/>
                    <a:lstStyle/>
                    <a:p>
                      <a:endParaRPr lang="en-NL">
                        <a:effectLst/>
                      </a:endParaRPr>
                    </a:p>
                  </a:txBody>
                  <a:tcPr marL="12700" marR="50800" marT="12700" marB="12700" anchor="ctr">
                    <a:lnL>
                      <a:noFill/>
                    </a:lnL>
                    <a:lnR>
                      <a:noFill/>
                    </a:lnR>
                    <a:lnT>
                      <a:noFill/>
                    </a:lnT>
                    <a:lnB>
                      <a:noFill/>
                    </a:lnB>
                    <a:noFill/>
                  </a:tcPr>
                </a:tc>
                <a:tc>
                  <a:txBody>
                    <a:bodyPr/>
                    <a:lstStyle/>
                    <a:p>
                      <a:pPr algn="r"/>
                      <a:r>
                        <a:rPr lang="en-NL">
                          <a:effectLst/>
                        </a:rPr>
                        <a:t>—</a:t>
                      </a:r>
                    </a:p>
                  </a:txBody>
                  <a:tcPr marL="50800" marT="12700" marB="12700" anchor="ctr">
                    <a:lnL>
                      <a:noFill/>
                    </a:lnL>
                    <a:lnR>
                      <a:noFill/>
                    </a:lnR>
                    <a:lnT>
                      <a:noFill/>
                    </a:lnT>
                    <a:lnB>
                      <a:noFill/>
                    </a:lnB>
                    <a:noFill/>
                  </a:tcPr>
                </a:tc>
                <a:tc>
                  <a:txBody>
                    <a:bodyPr/>
                    <a:lstStyle/>
                    <a:p>
                      <a:endParaRPr lang="en-NL">
                        <a:effectLst/>
                      </a:endParaRPr>
                    </a:p>
                  </a:txBody>
                  <a:tcPr marL="12700" marR="50800" marT="12700" marB="12700" anchor="ctr">
                    <a:lnL>
                      <a:noFill/>
                    </a:lnL>
                    <a:lnR>
                      <a:noFill/>
                    </a:lnR>
                    <a:lnT>
                      <a:noFill/>
                    </a:lnT>
                    <a:lnB>
                      <a:noFill/>
                    </a:lnB>
                    <a:noFill/>
                  </a:tcPr>
                </a:tc>
                <a:tc>
                  <a:txBody>
                    <a:bodyPr/>
                    <a:lstStyle/>
                    <a:p>
                      <a:pPr algn="r"/>
                      <a:r>
                        <a:rPr lang="en-NL">
                          <a:effectLst/>
                        </a:rPr>
                        <a:t> </a:t>
                      </a:r>
                    </a:p>
                  </a:txBody>
                  <a:tcPr marL="50800" marT="12700" marB="12700" anchor="ctr">
                    <a:lnL>
                      <a:noFill/>
                    </a:lnL>
                    <a:lnR>
                      <a:noFill/>
                    </a:lnR>
                    <a:lnT>
                      <a:noFill/>
                    </a:lnT>
                    <a:lnB>
                      <a:noFill/>
                    </a:lnB>
                    <a:noFill/>
                  </a:tcPr>
                </a:tc>
                <a:tc>
                  <a:txBody>
                    <a:bodyPr/>
                    <a:lstStyle/>
                    <a:p>
                      <a:endParaRPr lang="en-NL">
                        <a:effectLst/>
                      </a:endParaRPr>
                    </a:p>
                  </a:txBody>
                  <a:tcPr marL="12700" marR="50800" marT="12700" marB="12700" anchor="ctr">
                    <a:lnL>
                      <a:noFill/>
                    </a:lnL>
                    <a:lnR>
                      <a:noFill/>
                    </a:lnR>
                    <a:lnT>
                      <a:noFill/>
                    </a:lnT>
                    <a:lnB>
                      <a:noFill/>
                    </a:lnB>
                    <a:noFill/>
                  </a:tcPr>
                </a:tc>
                <a:extLst>
                  <a:ext uri="{0D108BD9-81ED-4DB2-BD59-A6C34878D82A}">
                    <a16:rowId xmlns:a16="http://schemas.microsoft.com/office/drawing/2014/main" val="4253163135"/>
                  </a:ext>
                </a:extLst>
              </a:tr>
              <a:tr h="0">
                <a:tc>
                  <a:txBody>
                    <a:bodyPr/>
                    <a:lstStyle/>
                    <a:p>
                      <a:r>
                        <a:rPr lang="en-GB">
                          <a:effectLst/>
                        </a:rPr>
                        <a:t>Sleep Quality</a:t>
                      </a:r>
                    </a:p>
                  </a:txBody>
                  <a:tcPr marL="50800" marT="50800" marB="12700" anchor="ctr">
                    <a:lnL>
                      <a:noFill/>
                    </a:lnL>
                    <a:lnR>
                      <a:noFill/>
                    </a:lnR>
                    <a:lnT>
                      <a:noFill/>
                    </a:lnT>
                    <a:lnB>
                      <a:noFill/>
                    </a:lnB>
                    <a:noFill/>
                  </a:tcPr>
                </a:tc>
                <a:tc>
                  <a:txBody>
                    <a:bodyPr/>
                    <a:lstStyle/>
                    <a:p>
                      <a:endParaRPr lang="en-NL">
                        <a:effectLst/>
                      </a:endParaRPr>
                    </a:p>
                  </a:txBody>
                  <a:tcPr marL="12700" marR="50800" marT="12700" marB="12700" anchor="ctr">
                    <a:lnL>
                      <a:noFill/>
                    </a:lnL>
                    <a:lnR>
                      <a:noFill/>
                    </a:lnR>
                    <a:lnT>
                      <a:noFill/>
                    </a:lnT>
                    <a:lnB>
                      <a:noFill/>
                    </a:lnB>
                    <a:noFill/>
                  </a:tcPr>
                </a:tc>
                <a:tc>
                  <a:txBody>
                    <a:bodyPr/>
                    <a:lstStyle/>
                    <a:p>
                      <a:r>
                        <a:rPr lang="en-GB">
                          <a:effectLst/>
                        </a:rPr>
                        <a:t>Pearson's r</a:t>
                      </a:r>
                    </a:p>
                  </a:txBody>
                  <a:tcPr marL="50800" marT="50800" marB="12700" anchor="ctr">
                    <a:lnL>
                      <a:noFill/>
                    </a:lnL>
                    <a:lnR>
                      <a:noFill/>
                    </a:lnR>
                    <a:lnT>
                      <a:noFill/>
                    </a:lnT>
                    <a:lnB>
                      <a:noFill/>
                    </a:lnB>
                    <a:noFill/>
                  </a:tcPr>
                </a:tc>
                <a:tc>
                  <a:txBody>
                    <a:bodyPr/>
                    <a:lstStyle/>
                    <a:p>
                      <a:endParaRPr lang="en-NL">
                        <a:effectLst/>
                      </a:endParaRPr>
                    </a:p>
                  </a:txBody>
                  <a:tcPr marL="12700" marR="50800" marT="12700" marB="12700" anchor="ctr">
                    <a:lnL>
                      <a:noFill/>
                    </a:lnL>
                    <a:lnR>
                      <a:noFill/>
                    </a:lnR>
                    <a:lnT>
                      <a:noFill/>
                    </a:lnT>
                    <a:lnB>
                      <a:noFill/>
                    </a:lnB>
                    <a:noFill/>
                  </a:tcPr>
                </a:tc>
                <a:tc>
                  <a:txBody>
                    <a:bodyPr/>
                    <a:lstStyle/>
                    <a:p>
                      <a:pPr algn="r"/>
                      <a:r>
                        <a:rPr lang="en-NL">
                          <a:effectLst/>
                        </a:rPr>
                        <a:t>-0.928</a:t>
                      </a:r>
                    </a:p>
                  </a:txBody>
                  <a:tcPr marL="50800" marT="50800" marB="12700" anchor="ctr">
                    <a:lnL>
                      <a:noFill/>
                    </a:lnL>
                    <a:lnR>
                      <a:noFill/>
                    </a:lnR>
                    <a:lnT>
                      <a:noFill/>
                    </a:lnT>
                    <a:lnB>
                      <a:noFill/>
                    </a:lnB>
                    <a:noFill/>
                  </a:tcPr>
                </a:tc>
                <a:tc>
                  <a:txBody>
                    <a:bodyPr/>
                    <a:lstStyle/>
                    <a:p>
                      <a:endParaRPr lang="en-NL">
                        <a:effectLst/>
                      </a:endParaRPr>
                    </a:p>
                  </a:txBody>
                  <a:tcPr marL="12700" marR="50800" marT="12700" marB="12700" anchor="ctr">
                    <a:lnL>
                      <a:noFill/>
                    </a:lnL>
                    <a:lnR>
                      <a:noFill/>
                    </a:lnR>
                    <a:lnT>
                      <a:noFill/>
                    </a:lnT>
                    <a:lnB>
                      <a:noFill/>
                    </a:lnB>
                    <a:noFill/>
                  </a:tcPr>
                </a:tc>
                <a:tc>
                  <a:txBody>
                    <a:bodyPr/>
                    <a:lstStyle/>
                    <a:p>
                      <a:pPr algn="r"/>
                      <a:r>
                        <a:rPr lang="en-NL">
                          <a:effectLst/>
                        </a:rPr>
                        <a:t>—</a:t>
                      </a:r>
                    </a:p>
                  </a:txBody>
                  <a:tcPr marL="50800" marT="50800" marB="12700" anchor="ctr">
                    <a:lnL>
                      <a:noFill/>
                    </a:lnL>
                    <a:lnR>
                      <a:noFill/>
                    </a:lnR>
                    <a:lnT>
                      <a:noFill/>
                    </a:lnT>
                    <a:lnB>
                      <a:noFill/>
                    </a:lnB>
                    <a:noFill/>
                  </a:tcPr>
                </a:tc>
                <a:tc>
                  <a:txBody>
                    <a:bodyPr/>
                    <a:lstStyle/>
                    <a:p>
                      <a:endParaRPr lang="en-NL">
                        <a:effectLst/>
                      </a:endParaRPr>
                    </a:p>
                  </a:txBody>
                  <a:tcPr marL="12700" marR="50800" marT="12700" marB="12700" anchor="ctr">
                    <a:lnL>
                      <a:noFill/>
                    </a:lnL>
                    <a:lnR>
                      <a:noFill/>
                    </a:lnR>
                    <a:lnT>
                      <a:noFill/>
                    </a:lnT>
                    <a:lnB>
                      <a:noFill/>
                    </a:lnB>
                    <a:noFill/>
                  </a:tcPr>
                </a:tc>
                <a:extLst>
                  <a:ext uri="{0D108BD9-81ED-4DB2-BD59-A6C34878D82A}">
                    <a16:rowId xmlns:a16="http://schemas.microsoft.com/office/drawing/2014/main" val="978395978"/>
                  </a:ext>
                </a:extLst>
              </a:tr>
              <a:tr h="0">
                <a:tc>
                  <a:txBody>
                    <a:bodyPr/>
                    <a:lstStyle/>
                    <a:p>
                      <a:r>
                        <a:rPr lang="en-NL">
                          <a:effectLst/>
                        </a:rPr>
                        <a:t> </a:t>
                      </a:r>
                    </a:p>
                  </a:txBody>
                  <a:tcPr marL="50800" marT="12700" marB="50800" anchor="ctr">
                    <a:lnL>
                      <a:noFill/>
                    </a:lnL>
                    <a:lnR>
                      <a:noFill/>
                    </a:lnR>
                    <a:lnT>
                      <a:noFill/>
                    </a:lnT>
                    <a:lnB w="12700" cap="flat" cmpd="sng" algn="ctr">
                      <a:solidFill>
                        <a:srgbClr val="333333"/>
                      </a:solidFill>
                      <a:prstDash val="solid"/>
                      <a:round/>
                      <a:headEnd type="none" w="med" len="med"/>
                      <a:tailEnd type="none" w="med" len="med"/>
                    </a:lnB>
                    <a:noFill/>
                  </a:tcPr>
                </a:tc>
                <a:tc>
                  <a:txBody>
                    <a:bodyPr/>
                    <a:lstStyle/>
                    <a:p>
                      <a:endParaRPr lang="en-NL">
                        <a:effectLst/>
                      </a:endParaRPr>
                    </a:p>
                  </a:txBody>
                  <a:tcPr marL="12700" marR="50800" marT="12700" marB="50800" anchor="ctr">
                    <a:lnL>
                      <a:noFill/>
                    </a:lnL>
                    <a:lnR>
                      <a:noFill/>
                    </a:lnR>
                    <a:lnT>
                      <a:noFill/>
                    </a:lnT>
                    <a:lnB w="12700" cap="flat" cmpd="sng" algn="ctr">
                      <a:solidFill>
                        <a:srgbClr val="333333"/>
                      </a:solidFill>
                      <a:prstDash val="solid"/>
                      <a:round/>
                      <a:headEnd type="none" w="med" len="med"/>
                      <a:tailEnd type="none" w="med" len="med"/>
                    </a:lnB>
                    <a:noFill/>
                  </a:tcPr>
                </a:tc>
                <a:tc>
                  <a:txBody>
                    <a:bodyPr/>
                    <a:lstStyle/>
                    <a:p>
                      <a:r>
                        <a:rPr lang="en-GB">
                          <a:effectLst/>
                        </a:rPr>
                        <a:t>p-value</a:t>
                      </a:r>
                    </a:p>
                  </a:txBody>
                  <a:tcPr marL="50800" marT="12700" marB="50800" anchor="ctr">
                    <a:lnL>
                      <a:noFill/>
                    </a:lnL>
                    <a:lnR>
                      <a:noFill/>
                    </a:lnR>
                    <a:lnT>
                      <a:noFill/>
                    </a:lnT>
                    <a:lnB w="12700" cap="flat" cmpd="sng" algn="ctr">
                      <a:solidFill>
                        <a:srgbClr val="333333"/>
                      </a:solidFill>
                      <a:prstDash val="solid"/>
                      <a:round/>
                      <a:headEnd type="none" w="med" len="med"/>
                      <a:tailEnd type="none" w="med" len="med"/>
                    </a:lnB>
                    <a:noFill/>
                  </a:tcPr>
                </a:tc>
                <a:tc>
                  <a:txBody>
                    <a:bodyPr/>
                    <a:lstStyle/>
                    <a:p>
                      <a:endParaRPr lang="en-NL">
                        <a:effectLst/>
                      </a:endParaRPr>
                    </a:p>
                  </a:txBody>
                  <a:tcPr marL="12700" marR="50800" marT="12700" marB="50800" anchor="ctr">
                    <a:lnL>
                      <a:noFill/>
                    </a:lnL>
                    <a:lnR>
                      <a:noFill/>
                    </a:lnR>
                    <a:lnT>
                      <a:noFill/>
                    </a:lnT>
                    <a:lnB w="12700" cap="flat" cmpd="sng" algn="ctr">
                      <a:solidFill>
                        <a:srgbClr val="333333"/>
                      </a:solidFill>
                      <a:prstDash val="solid"/>
                      <a:round/>
                      <a:headEnd type="none" w="med" len="med"/>
                      <a:tailEnd type="none" w="med" len="med"/>
                    </a:lnB>
                    <a:noFill/>
                  </a:tcPr>
                </a:tc>
                <a:tc>
                  <a:txBody>
                    <a:bodyPr/>
                    <a:lstStyle/>
                    <a:p>
                      <a:pPr algn="r"/>
                      <a:r>
                        <a:rPr lang="en-NL">
                          <a:effectLst/>
                        </a:rPr>
                        <a:t>&lt; .001</a:t>
                      </a:r>
                    </a:p>
                  </a:txBody>
                  <a:tcPr marL="50800" marT="12700" marB="50800" anchor="ctr">
                    <a:lnL>
                      <a:noFill/>
                    </a:lnL>
                    <a:lnR>
                      <a:noFill/>
                    </a:lnR>
                    <a:lnT>
                      <a:noFill/>
                    </a:lnT>
                    <a:lnB w="12700" cap="flat" cmpd="sng" algn="ctr">
                      <a:solidFill>
                        <a:srgbClr val="333333"/>
                      </a:solidFill>
                      <a:prstDash val="solid"/>
                      <a:round/>
                      <a:headEnd type="none" w="med" len="med"/>
                      <a:tailEnd type="none" w="med" len="med"/>
                    </a:lnB>
                    <a:noFill/>
                  </a:tcPr>
                </a:tc>
                <a:tc>
                  <a:txBody>
                    <a:bodyPr/>
                    <a:lstStyle/>
                    <a:p>
                      <a:endParaRPr lang="en-NL">
                        <a:effectLst/>
                      </a:endParaRPr>
                    </a:p>
                  </a:txBody>
                  <a:tcPr marL="12700" marR="50800" marT="12700" marB="50800" anchor="ctr">
                    <a:lnL>
                      <a:noFill/>
                    </a:lnL>
                    <a:lnR>
                      <a:noFill/>
                    </a:lnR>
                    <a:lnT>
                      <a:noFill/>
                    </a:lnT>
                    <a:lnB w="12700" cap="flat" cmpd="sng" algn="ctr">
                      <a:solidFill>
                        <a:srgbClr val="333333"/>
                      </a:solidFill>
                      <a:prstDash val="solid"/>
                      <a:round/>
                      <a:headEnd type="none" w="med" len="med"/>
                      <a:tailEnd type="none" w="med" len="med"/>
                    </a:lnB>
                    <a:noFill/>
                  </a:tcPr>
                </a:tc>
                <a:tc>
                  <a:txBody>
                    <a:bodyPr/>
                    <a:lstStyle/>
                    <a:p>
                      <a:pPr algn="r"/>
                      <a:r>
                        <a:rPr lang="en-NL">
                          <a:effectLst/>
                        </a:rPr>
                        <a:t>—</a:t>
                      </a:r>
                    </a:p>
                  </a:txBody>
                  <a:tcPr marL="50800" marT="12700" marB="50800" anchor="ctr">
                    <a:lnL>
                      <a:noFill/>
                    </a:lnL>
                    <a:lnR>
                      <a:noFill/>
                    </a:lnR>
                    <a:lnT>
                      <a:noFill/>
                    </a:lnT>
                    <a:lnB w="12700" cap="flat" cmpd="sng" algn="ctr">
                      <a:solidFill>
                        <a:srgbClr val="333333"/>
                      </a:solidFill>
                      <a:prstDash val="solid"/>
                      <a:round/>
                      <a:headEnd type="none" w="med" len="med"/>
                      <a:tailEnd type="none" w="med" len="med"/>
                    </a:lnB>
                    <a:noFill/>
                  </a:tcPr>
                </a:tc>
                <a:tc>
                  <a:txBody>
                    <a:bodyPr/>
                    <a:lstStyle/>
                    <a:p>
                      <a:endParaRPr lang="en-NL">
                        <a:effectLst/>
                      </a:endParaRPr>
                    </a:p>
                  </a:txBody>
                  <a:tcPr marL="12700" marR="50800" marT="12700" marB="50800" anchor="ctr">
                    <a:lnL>
                      <a:noFill/>
                    </a:lnL>
                    <a:lnR>
                      <a:noFill/>
                    </a:lnR>
                    <a:lnT>
                      <a:noFill/>
                    </a:lnT>
                    <a:lnB w="12700" cap="flat" cmpd="sng" algn="ctr">
                      <a:solidFill>
                        <a:srgbClr val="333333"/>
                      </a:solidFill>
                      <a:prstDash val="solid"/>
                      <a:round/>
                      <a:headEnd type="none" w="med" len="med"/>
                      <a:tailEnd type="none" w="med" len="med"/>
                    </a:lnB>
                    <a:noFill/>
                  </a:tcPr>
                </a:tc>
                <a:extLst>
                  <a:ext uri="{0D108BD9-81ED-4DB2-BD59-A6C34878D82A}">
                    <a16:rowId xmlns:a16="http://schemas.microsoft.com/office/drawing/2014/main" val="1914767684"/>
                  </a:ext>
                </a:extLst>
              </a:tr>
              <a:tr h="0">
                <a:tc gridSpan="8">
                  <a:txBody>
                    <a:bodyPr/>
                    <a:lstStyle/>
                    <a:p>
                      <a:endParaRPr lang="en-NL" dirty="0">
                        <a:effectLst/>
                      </a:endParaRPr>
                    </a:p>
                  </a:txBody>
                  <a:tcPr marL="50800" marR="50800" marT="38100" marB="12700" anchor="ctr">
                    <a:lnL>
                      <a:noFill/>
                    </a:lnL>
                    <a:lnR>
                      <a:noFill/>
                    </a:lnR>
                    <a:lnT w="12700" cap="flat" cmpd="sng" algn="ctr">
                      <a:solidFill>
                        <a:srgbClr val="333333"/>
                      </a:solidFill>
                      <a:prstDash val="solid"/>
                      <a:round/>
                      <a:headEnd type="none" w="med" len="med"/>
                      <a:tailEnd type="none" w="med" len="med"/>
                    </a:lnT>
                    <a:lnB>
                      <a:noFill/>
                    </a:lnB>
                    <a:noFill/>
                  </a:tcPr>
                </a:tc>
                <a:tc hMerge="1">
                  <a:txBody>
                    <a:bodyPr/>
                    <a:lstStyle/>
                    <a:p>
                      <a:endParaRPr lang="en-NL"/>
                    </a:p>
                  </a:txBody>
                  <a:tcPr/>
                </a:tc>
                <a:tc hMerge="1">
                  <a:txBody>
                    <a:bodyPr/>
                    <a:lstStyle/>
                    <a:p>
                      <a:endParaRPr lang="en-NL"/>
                    </a:p>
                  </a:txBody>
                  <a:tcPr/>
                </a:tc>
                <a:tc hMerge="1">
                  <a:txBody>
                    <a:bodyPr/>
                    <a:lstStyle/>
                    <a:p>
                      <a:endParaRPr lang="en-NL"/>
                    </a:p>
                  </a:txBody>
                  <a:tcPr/>
                </a:tc>
                <a:tc hMerge="1">
                  <a:txBody>
                    <a:bodyPr/>
                    <a:lstStyle/>
                    <a:p>
                      <a:endParaRPr lang="en-NL"/>
                    </a:p>
                  </a:txBody>
                  <a:tcPr/>
                </a:tc>
                <a:tc hMerge="1">
                  <a:txBody>
                    <a:bodyPr/>
                    <a:lstStyle/>
                    <a:p>
                      <a:endParaRPr lang="en-NL"/>
                    </a:p>
                  </a:txBody>
                  <a:tcPr/>
                </a:tc>
                <a:tc hMerge="1">
                  <a:txBody>
                    <a:bodyPr/>
                    <a:lstStyle/>
                    <a:p>
                      <a:endParaRPr lang="en-NL"/>
                    </a:p>
                  </a:txBody>
                  <a:tcPr/>
                </a:tc>
                <a:tc hMerge="1">
                  <a:txBody>
                    <a:bodyPr/>
                    <a:lstStyle/>
                    <a:p>
                      <a:endParaRPr lang="en-NL"/>
                    </a:p>
                  </a:txBody>
                  <a:tcPr/>
                </a:tc>
                <a:extLst>
                  <a:ext uri="{0D108BD9-81ED-4DB2-BD59-A6C34878D82A}">
                    <a16:rowId xmlns:a16="http://schemas.microsoft.com/office/drawing/2014/main" val="3553735538"/>
                  </a:ext>
                </a:extLst>
              </a:tr>
            </a:tbl>
          </a:graphicData>
        </a:graphic>
      </p:graphicFrame>
      <p:sp>
        <p:nvSpPr>
          <p:cNvPr id="4" name="Slide Number Placeholder 3">
            <a:extLst>
              <a:ext uri="{FF2B5EF4-FFF2-40B4-BE49-F238E27FC236}">
                <a16:creationId xmlns:a16="http://schemas.microsoft.com/office/drawing/2014/main" id="{452E9A3F-3A16-904B-2BA1-BFBF79905523}"/>
              </a:ext>
            </a:extLst>
          </p:cNvPr>
          <p:cNvSpPr>
            <a:spLocks noGrp="1"/>
          </p:cNvSpPr>
          <p:nvPr>
            <p:ph type="sldNum" sz="quarter" idx="12"/>
          </p:nvPr>
        </p:nvSpPr>
        <p:spPr/>
        <p:txBody>
          <a:bodyPr/>
          <a:lstStyle/>
          <a:p>
            <a:fld id="{A49DFD55-3C28-40EF-9E31-A92D2E4017FF}" type="slidenum">
              <a:rPr lang="en-US" smtClean="0"/>
              <a:pPr/>
              <a:t>26</a:t>
            </a:fld>
            <a:endParaRPr lang="en-US" dirty="0"/>
          </a:p>
        </p:txBody>
      </p:sp>
      <p:sp>
        <p:nvSpPr>
          <p:cNvPr id="6" name="Rectangle 1">
            <a:extLst>
              <a:ext uri="{FF2B5EF4-FFF2-40B4-BE49-F238E27FC236}">
                <a16:creationId xmlns:a16="http://schemas.microsoft.com/office/drawing/2014/main" id="{C10CCCB9-8EAB-2A15-43F1-029DF10E82AC}"/>
              </a:ext>
            </a:extLst>
          </p:cNvPr>
          <p:cNvSpPr>
            <a:spLocks noChangeArrowheads="1"/>
          </p:cNvSpPr>
          <p:nvPr/>
        </p:nvSpPr>
        <p:spPr bwMode="auto">
          <a:xfrm>
            <a:off x="0" y="-807654"/>
            <a:ext cx="248786"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NL" altLang="en-NL" sz="1800" b="0"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NL" altLang="en-NL" sz="1800" b="0"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NL" altLang="en-NL" sz="1800" b="0" i="0" u="none" strike="noStrike" cap="none" normalizeH="0" baseline="0" dirty="0">
              <a:ln>
                <a:noFill/>
              </a:ln>
              <a:solidFill>
                <a:schemeClr val="tx1"/>
              </a:solidFill>
              <a:effectLst/>
              <a:latin typeface="Arial" panose="020B0604020202020204" pitchFamily="34" charset="0"/>
            </a:endParaRPr>
          </a:p>
        </p:txBody>
      </p:sp>
      <p:sp>
        <p:nvSpPr>
          <p:cNvPr id="7" name="Title 1">
            <a:extLst>
              <a:ext uri="{FF2B5EF4-FFF2-40B4-BE49-F238E27FC236}">
                <a16:creationId xmlns:a16="http://schemas.microsoft.com/office/drawing/2014/main" id="{5056D5E4-9E04-7ADD-9604-4B868892C3C2}"/>
              </a:ext>
            </a:extLst>
          </p:cNvPr>
          <p:cNvSpPr txBox="1">
            <a:spLocks/>
          </p:cNvSpPr>
          <p:nvPr/>
        </p:nvSpPr>
        <p:spPr>
          <a:xfrm>
            <a:off x="595183" y="4546609"/>
            <a:ext cx="11205519" cy="1325563"/>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lang="en-US" sz="2800" kern="1200" cap="all" spc="150" baseline="0" dirty="0">
                <a:solidFill>
                  <a:schemeClr val="tx1"/>
                </a:solidFill>
                <a:latin typeface="+mj-lt"/>
                <a:ea typeface="+mj-ea"/>
                <a:cs typeface="+mj-cs"/>
              </a:defRPr>
            </a:lvl1pPr>
          </a:lstStyle>
          <a:p>
            <a:r>
              <a:rPr lang="en-NL" dirty="0"/>
              <a:t>Correlation output – How strong is the relationship?</a:t>
            </a:r>
          </a:p>
        </p:txBody>
      </p:sp>
      <p:sp>
        <p:nvSpPr>
          <p:cNvPr id="8" name="Rectangle 7">
            <a:extLst>
              <a:ext uri="{FF2B5EF4-FFF2-40B4-BE49-F238E27FC236}">
                <a16:creationId xmlns:a16="http://schemas.microsoft.com/office/drawing/2014/main" id="{7CC04334-D6D0-7438-1B43-9845BC427253}"/>
              </a:ext>
            </a:extLst>
          </p:cNvPr>
          <p:cNvSpPr/>
          <p:nvPr/>
        </p:nvSpPr>
        <p:spPr>
          <a:xfrm>
            <a:off x="2891481" y="4176582"/>
            <a:ext cx="5634681" cy="370028"/>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cxnSp>
        <p:nvCxnSpPr>
          <p:cNvPr id="10" name="Straight Arrow Connector 9">
            <a:extLst>
              <a:ext uri="{FF2B5EF4-FFF2-40B4-BE49-F238E27FC236}">
                <a16:creationId xmlns:a16="http://schemas.microsoft.com/office/drawing/2014/main" id="{2AEE6967-A88C-C432-A487-2060AB88BD24}"/>
              </a:ext>
            </a:extLst>
          </p:cNvPr>
          <p:cNvCxnSpPr>
            <a:cxnSpLocks/>
            <a:stCxn id="2" idx="2"/>
          </p:cNvCxnSpPr>
          <p:nvPr/>
        </p:nvCxnSpPr>
        <p:spPr>
          <a:xfrm flipH="1">
            <a:off x="5721178" y="1679113"/>
            <a:ext cx="374822" cy="2707536"/>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1" name="Rectangle 10">
            <a:extLst>
              <a:ext uri="{FF2B5EF4-FFF2-40B4-BE49-F238E27FC236}">
                <a16:creationId xmlns:a16="http://schemas.microsoft.com/office/drawing/2014/main" id="{1A5241AF-EFCF-764A-D8F6-AE63CA11A072}"/>
              </a:ext>
            </a:extLst>
          </p:cNvPr>
          <p:cNvSpPr/>
          <p:nvPr/>
        </p:nvSpPr>
        <p:spPr>
          <a:xfrm>
            <a:off x="3262184" y="3793523"/>
            <a:ext cx="4683211" cy="370028"/>
          </a:xfrm>
          <a:prstGeom prst="rect">
            <a:avLst/>
          </a:prstGeom>
          <a:noFill/>
          <a:ln w="57150">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cxnSp>
        <p:nvCxnSpPr>
          <p:cNvPr id="13" name="Straight Arrow Connector 12">
            <a:extLst>
              <a:ext uri="{FF2B5EF4-FFF2-40B4-BE49-F238E27FC236}">
                <a16:creationId xmlns:a16="http://schemas.microsoft.com/office/drawing/2014/main" id="{6CE87376-512C-FB9C-AE1A-A9A0E61E7D12}"/>
              </a:ext>
            </a:extLst>
          </p:cNvPr>
          <p:cNvCxnSpPr>
            <a:cxnSpLocks/>
          </p:cNvCxnSpPr>
          <p:nvPr/>
        </p:nvCxnSpPr>
        <p:spPr>
          <a:xfrm flipH="1" flipV="1">
            <a:off x="6755027" y="3956622"/>
            <a:ext cx="374822" cy="1465325"/>
          </a:xfrm>
          <a:prstGeom prst="straightConnector1">
            <a:avLst/>
          </a:prstGeom>
          <a:ln w="38100">
            <a:solidFill>
              <a:srgbClr val="0070C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407962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3"/>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animBg="1"/>
      <p:bldP spid="11"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DD65D2E-6286-2CA1-1FEC-A8CEF554F83A}"/>
              </a:ext>
            </a:extLst>
          </p:cNvPr>
          <p:cNvSpPr>
            <a:spLocks noGrp="1"/>
          </p:cNvSpPr>
          <p:nvPr>
            <p:ph type="sldNum" sz="quarter" idx="12"/>
          </p:nvPr>
        </p:nvSpPr>
        <p:spPr/>
        <p:txBody>
          <a:bodyPr/>
          <a:lstStyle/>
          <a:p>
            <a:fld id="{DE5F457A-6F21-44FD-9619-CB0DA220E900}" type="slidenum">
              <a:rPr lang="en-NL" smtClean="0"/>
              <a:t>27</a:t>
            </a:fld>
            <a:endParaRPr lang="en-NL"/>
          </a:p>
        </p:txBody>
      </p:sp>
      <p:sp>
        <p:nvSpPr>
          <p:cNvPr id="3" name="Rectangle 2">
            <a:extLst>
              <a:ext uri="{FF2B5EF4-FFF2-40B4-BE49-F238E27FC236}">
                <a16:creationId xmlns:a16="http://schemas.microsoft.com/office/drawing/2014/main" id="{8187C520-266C-B92D-6C95-0C40AB668129}"/>
              </a:ext>
            </a:extLst>
          </p:cNvPr>
          <p:cNvSpPr/>
          <p:nvPr/>
        </p:nvSpPr>
        <p:spPr>
          <a:xfrm>
            <a:off x="7801404" y="1459811"/>
            <a:ext cx="1071448" cy="923330"/>
          </a:xfrm>
          <a:prstGeom prst="rect">
            <a:avLst/>
          </a:prstGeom>
          <a:noFill/>
        </p:spPr>
        <p:txBody>
          <a:bodyPr wrap="none" lIns="91440" tIns="45720" rIns="91440" bIns="45720">
            <a:spAutoFit/>
          </a:bodyPr>
          <a:lstStyle/>
          <a:p>
            <a:pPr algn="ctr"/>
            <a:r>
              <a:rPr lang="en-NL" sz="5400" b="0" cap="none" spc="0" dirty="0">
                <a:ln w="0"/>
                <a:solidFill>
                  <a:schemeClr val="tx1"/>
                </a:solidFill>
                <a:effectLst>
                  <a:outerShdw blurRad="38100" dist="19050" dir="2700000" algn="tl" rotWithShape="0">
                    <a:schemeClr val="dk1">
                      <a:alpha val="40000"/>
                    </a:schemeClr>
                  </a:outerShdw>
                </a:effectLst>
              </a:rPr>
              <a:t>1.0</a:t>
            </a:r>
            <a:endParaRPr lang="en-US" sz="5400" b="0" cap="none" spc="0" dirty="0">
              <a:ln w="0"/>
              <a:solidFill>
                <a:schemeClr val="tx1"/>
              </a:solidFill>
              <a:effectLst>
                <a:outerShdw blurRad="38100" dist="19050" dir="2700000" algn="tl" rotWithShape="0">
                  <a:schemeClr val="dk1">
                    <a:alpha val="40000"/>
                  </a:schemeClr>
                </a:outerShdw>
              </a:effectLst>
            </a:endParaRPr>
          </a:p>
        </p:txBody>
      </p:sp>
      <p:sp>
        <p:nvSpPr>
          <p:cNvPr id="4" name="Rectangle 3">
            <a:extLst>
              <a:ext uri="{FF2B5EF4-FFF2-40B4-BE49-F238E27FC236}">
                <a16:creationId xmlns:a16="http://schemas.microsoft.com/office/drawing/2014/main" id="{6F5D37A2-1CCA-DB40-21A3-0ED44F015520}"/>
              </a:ext>
            </a:extLst>
          </p:cNvPr>
          <p:cNvSpPr/>
          <p:nvPr/>
        </p:nvSpPr>
        <p:spPr>
          <a:xfrm>
            <a:off x="2850499" y="1459811"/>
            <a:ext cx="1367939" cy="923330"/>
          </a:xfrm>
          <a:prstGeom prst="rect">
            <a:avLst/>
          </a:prstGeom>
          <a:noFill/>
        </p:spPr>
        <p:txBody>
          <a:bodyPr wrap="none" lIns="91440" tIns="45720" rIns="91440" bIns="45720">
            <a:spAutoFit/>
          </a:bodyPr>
          <a:lstStyle/>
          <a:p>
            <a:pPr algn="ctr"/>
            <a:r>
              <a:rPr lang="en-NL" sz="5400" b="0" cap="none" spc="0" dirty="0">
                <a:ln w="0"/>
                <a:solidFill>
                  <a:schemeClr val="tx1"/>
                </a:solidFill>
                <a:effectLst>
                  <a:outerShdw blurRad="38100" dist="19050" dir="2700000" algn="tl" rotWithShape="0">
                    <a:schemeClr val="dk1">
                      <a:alpha val="40000"/>
                    </a:schemeClr>
                  </a:outerShdw>
                </a:effectLst>
              </a:rPr>
              <a:t>-1.0</a:t>
            </a:r>
            <a:endParaRPr lang="en-US" sz="5400" b="0" cap="none" spc="0" dirty="0">
              <a:ln w="0"/>
              <a:solidFill>
                <a:schemeClr val="tx1"/>
              </a:solidFill>
              <a:effectLst>
                <a:outerShdw blurRad="38100" dist="19050" dir="2700000" algn="tl" rotWithShape="0">
                  <a:schemeClr val="dk1">
                    <a:alpha val="40000"/>
                  </a:schemeClr>
                </a:outerShdw>
              </a:effectLst>
            </a:endParaRPr>
          </a:p>
        </p:txBody>
      </p:sp>
      <p:sp>
        <p:nvSpPr>
          <p:cNvPr id="5" name="Rectangle 4">
            <a:extLst>
              <a:ext uri="{FF2B5EF4-FFF2-40B4-BE49-F238E27FC236}">
                <a16:creationId xmlns:a16="http://schemas.microsoft.com/office/drawing/2014/main" id="{3E4F7BE1-7C3B-C31C-AD0D-DBE498A9CDB8}"/>
              </a:ext>
            </a:extLst>
          </p:cNvPr>
          <p:cNvSpPr/>
          <p:nvPr/>
        </p:nvSpPr>
        <p:spPr>
          <a:xfrm>
            <a:off x="5695277" y="4738471"/>
            <a:ext cx="546945" cy="923330"/>
          </a:xfrm>
          <a:prstGeom prst="rect">
            <a:avLst/>
          </a:prstGeom>
          <a:noFill/>
        </p:spPr>
        <p:txBody>
          <a:bodyPr wrap="none" lIns="91440" tIns="45720" rIns="91440" bIns="45720">
            <a:spAutoFit/>
          </a:bodyPr>
          <a:lstStyle/>
          <a:p>
            <a:pPr algn="ctr"/>
            <a:r>
              <a:rPr lang="en-NL" sz="5400" b="0" cap="none" spc="0" dirty="0">
                <a:ln w="0"/>
                <a:solidFill>
                  <a:schemeClr val="tx1"/>
                </a:solidFill>
                <a:effectLst>
                  <a:outerShdw blurRad="38100" dist="19050" dir="2700000" algn="tl" rotWithShape="0">
                    <a:schemeClr val="dk1">
                      <a:alpha val="40000"/>
                    </a:schemeClr>
                  </a:outerShdw>
                </a:effectLst>
              </a:rPr>
              <a:t>0</a:t>
            </a:r>
            <a:endParaRPr lang="en-US" sz="5400" b="0" cap="none" spc="0" dirty="0">
              <a:ln w="0"/>
              <a:solidFill>
                <a:schemeClr val="tx1"/>
              </a:solidFill>
              <a:effectLst>
                <a:outerShdw blurRad="38100" dist="19050" dir="2700000" algn="tl" rotWithShape="0">
                  <a:schemeClr val="dk1">
                    <a:alpha val="40000"/>
                  </a:schemeClr>
                </a:outerShdw>
              </a:effectLst>
            </a:endParaRPr>
          </a:p>
        </p:txBody>
      </p:sp>
      <p:cxnSp>
        <p:nvCxnSpPr>
          <p:cNvPr id="7" name="Straight Connector 6">
            <a:extLst>
              <a:ext uri="{FF2B5EF4-FFF2-40B4-BE49-F238E27FC236}">
                <a16:creationId xmlns:a16="http://schemas.microsoft.com/office/drawing/2014/main" id="{2383DB3B-8EEB-5003-B9EB-1AE726B4AA67}"/>
              </a:ext>
            </a:extLst>
          </p:cNvPr>
          <p:cNvCxnSpPr>
            <a:stCxn id="4" idx="2"/>
            <a:endCxn id="5" idx="1"/>
          </p:cNvCxnSpPr>
          <p:nvPr/>
        </p:nvCxnSpPr>
        <p:spPr>
          <a:xfrm>
            <a:off x="3534469" y="2383141"/>
            <a:ext cx="2160808" cy="2816995"/>
          </a:xfrm>
          <a:prstGeom prst="line">
            <a:avLst/>
          </a:prstGeom>
          <a:ln w="38100"/>
        </p:spPr>
        <p:style>
          <a:lnRef idx="1">
            <a:schemeClr val="dk1"/>
          </a:lnRef>
          <a:fillRef idx="0">
            <a:schemeClr val="dk1"/>
          </a:fillRef>
          <a:effectRef idx="0">
            <a:schemeClr val="dk1"/>
          </a:effectRef>
          <a:fontRef idx="minor">
            <a:schemeClr val="tx1"/>
          </a:fontRef>
        </p:style>
      </p:cxnSp>
      <p:cxnSp>
        <p:nvCxnSpPr>
          <p:cNvPr id="9" name="Straight Connector 8">
            <a:extLst>
              <a:ext uri="{FF2B5EF4-FFF2-40B4-BE49-F238E27FC236}">
                <a16:creationId xmlns:a16="http://schemas.microsoft.com/office/drawing/2014/main" id="{7B166273-B138-1F04-79BD-674C3626AC87}"/>
              </a:ext>
            </a:extLst>
          </p:cNvPr>
          <p:cNvCxnSpPr>
            <a:stCxn id="3" idx="2"/>
            <a:endCxn id="5" idx="3"/>
          </p:cNvCxnSpPr>
          <p:nvPr/>
        </p:nvCxnSpPr>
        <p:spPr>
          <a:xfrm flipH="1">
            <a:off x="6242222" y="2383141"/>
            <a:ext cx="2094906" cy="2816995"/>
          </a:xfrm>
          <a:prstGeom prst="line">
            <a:avLst/>
          </a:prstGeom>
          <a:ln w="38100"/>
        </p:spPr>
        <p:style>
          <a:lnRef idx="1">
            <a:schemeClr val="dk1"/>
          </a:lnRef>
          <a:fillRef idx="0">
            <a:schemeClr val="dk1"/>
          </a:fillRef>
          <a:effectRef idx="0">
            <a:schemeClr val="dk1"/>
          </a:effectRef>
          <a:fontRef idx="minor">
            <a:schemeClr val="tx1"/>
          </a:fontRef>
        </p:style>
      </p:cxnSp>
      <p:sp>
        <p:nvSpPr>
          <p:cNvPr id="10" name="Rectangle 9">
            <a:extLst>
              <a:ext uri="{FF2B5EF4-FFF2-40B4-BE49-F238E27FC236}">
                <a16:creationId xmlns:a16="http://schemas.microsoft.com/office/drawing/2014/main" id="{FCE8ACC7-FBEC-9655-EB30-2924BAF3D6B8}"/>
              </a:ext>
            </a:extLst>
          </p:cNvPr>
          <p:cNvSpPr/>
          <p:nvPr/>
        </p:nvSpPr>
        <p:spPr>
          <a:xfrm>
            <a:off x="4058988" y="5661801"/>
            <a:ext cx="3808301" cy="461665"/>
          </a:xfrm>
          <a:prstGeom prst="rect">
            <a:avLst/>
          </a:prstGeom>
          <a:noFill/>
        </p:spPr>
        <p:txBody>
          <a:bodyPr wrap="square" lIns="91440" tIns="45720" rIns="91440" bIns="45720">
            <a:spAutoFit/>
          </a:bodyPr>
          <a:lstStyle/>
          <a:p>
            <a:pPr algn="ctr"/>
            <a:r>
              <a:rPr lang="en-NL" sz="2400" b="0" cap="none" spc="0" dirty="0">
                <a:ln w="0"/>
                <a:solidFill>
                  <a:schemeClr val="tx1"/>
                </a:solidFill>
                <a:effectLst>
                  <a:outerShdw blurRad="38100" dist="19050" dir="2700000" algn="tl" rotWithShape="0">
                    <a:schemeClr val="dk1">
                      <a:alpha val="40000"/>
                    </a:schemeClr>
                  </a:outerShdw>
                </a:effectLst>
              </a:rPr>
              <a:t>No correlation</a:t>
            </a:r>
            <a:endParaRPr lang="en-US" sz="2400" b="0" cap="none" spc="0" dirty="0">
              <a:ln w="0"/>
              <a:solidFill>
                <a:schemeClr val="tx1"/>
              </a:solidFill>
              <a:effectLst>
                <a:outerShdw blurRad="38100" dist="19050" dir="2700000" algn="tl" rotWithShape="0">
                  <a:schemeClr val="dk1">
                    <a:alpha val="40000"/>
                  </a:schemeClr>
                </a:outerShdw>
              </a:effectLst>
            </a:endParaRPr>
          </a:p>
        </p:txBody>
      </p:sp>
      <p:sp>
        <p:nvSpPr>
          <p:cNvPr id="11" name="Rectangle 10">
            <a:extLst>
              <a:ext uri="{FF2B5EF4-FFF2-40B4-BE49-F238E27FC236}">
                <a16:creationId xmlns:a16="http://schemas.microsoft.com/office/drawing/2014/main" id="{DA49CE33-62C2-3952-5051-F386A3FFA4B1}"/>
              </a:ext>
            </a:extLst>
          </p:cNvPr>
          <p:cNvSpPr/>
          <p:nvPr/>
        </p:nvSpPr>
        <p:spPr>
          <a:xfrm>
            <a:off x="4058988" y="1676056"/>
            <a:ext cx="3808301" cy="461665"/>
          </a:xfrm>
          <a:prstGeom prst="rect">
            <a:avLst/>
          </a:prstGeom>
          <a:noFill/>
        </p:spPr>
        <p:txBody>
          <a:bodyPr wrap="square" lIns="91440" tIns="45720" rIns="91440" bIns="45720">
            <a:spAutoFit/>
          </a:bodyPr>
          <a:lstStyle/>
          <a:p>
            <a:pPr algn="ctr"/>
            <a:r>
              <a:rPr lang="en-NL" sz="2400" dirty="0">
                <a:ln w="0"/>
                <a:effectLst>
                  <a:outerShdw blurRad="38100" dist="19050" dir="2700000" algn="tl" rotWithShape="0">
                    <a:schemeClr val="dk1">
                      <a:alpha val="40000"/>
                    </a:schemeClr>
                  </a:outerShdw>
                </a:effectLst>
              </a:rPr>
              <a:t>Perfect correlation</a:t>
            </a:r>
            <a:endParaRPr lang="en-US" sz="2400" b="0" cap="none" spc="0" dirty="0">
              <a:ln w="0"/>
              <a:solidFill>
                <a:schemeClr val="tx1"/>
              </a:solidFill>
              <a:effectLst>
                <a:outerShdw blurRad="38100" dist="19050" dir="2700000" algn="tl" rotWithShape="0">
                  <a:schemeClr val="dk1">
                    <a:alpha val="40000"/>
                  </a:schemeClr>
                </a:outerShdw>
              </a:effectLst>
            </a:endParaRPr>
          </a:p>
        </p:txBody>
      </p:sp>
      <p:sp>
        <p:nvSpPr>
          <p:cNvPr id="12" name="Rectangle 11">
            <a:extLst>
              <a:ext uri="{FF2B5EF4-FFF2-40B4-BE49-F238E27FC236}">
                <a16:creationId xmlns:a16="http://schemas.microsoft.com/office/drawing/2014/main" id="{8AB139FC-9DD4-730A-56EE-C05E19AC617F}"/>
              </a:ext>
            </a:extLst>
          </p:cNvPr>
          <p:cNvSpPr/>
          <p:nvPr/>
        </p:nvSpPr>
        <p:spPr>
          <a:xfrm>
            <a:off x="3975970" y="2484518"/>
            <a:ext cx="3808301" cy="400110"/>
          </a:xfrm>
          <a:prstGeom prst="rect">
            <a:avLst/>
          </a:prstGeom>
          <a:noFill/>
        </p:spPr>
        <p:txBody>
          <a:bodyPr wrap="square" lIns="91440" tIns="45720" rIns="91440" bIns="45720">
            <a:spAutoFit/>
          </a:bodyPr>
          <a:lstStyle/>
          <a:p>
            <a:pPr algn="ctr"/>
            <a:r>
              <a:rPr lang="en-NL" sz="2000" dirty="0">
                <a:ln w="0"/>
                <a:effectLst>
                  <a:outerShdw blurRad="38100" dist="19050" dir="2700000" algn="tl" rotWithShape="0">
                    <a:schemeClr val="dk1">
                      <a:alpha val="40000"/>
                    </a:schemeClr>
                  </a:outerShdw>
                </a:effectLst>
              </a:rPr>
              <a:t>Strong </a:t>
            </a:r>
            <a:endParaRPr lang="en-US" sz="2000" b="0" cap="none" spc="0" dirty="0">
              <a:ln w="0"/>
              <a:solidFill>
                <a:schemeClr val="tx1"/>
              </a:solidFill>
              <a:effectLst>
                <a:outerShdw blurRad="38100" dist="19050" dir="2700000" algn="tl" rotWithShape="0">
                  <a:schemeClr val="dk1">
                    <a:alpha val="40000"/>
                  </a:schemeClr>
                </a:outerShdw>
              </a:effectLst>
            </a:endParaRPr>
          </a:p>
        </p:txBody>
      </p:sp>
      <p:sp>
        <p:nvSpPr>
          <p:cNvPr id="13" name="Rectangle 12">
            <a:extLst>
              <a:ext uri="{FF2B5EF4-FFF2-40B4-BE49-F238E27FC236}">
                <a16:creationId xmlns:a16="http://schemas.microsoft.com/office/drawing/2014/main" id="{2EE1BE0F-3FEA-0A86-235D-06173A489D19}"/>
              </a:ext>
            </a:extLst>
          </p:cNvPr>
          <p:cNvSpPr/>
          <p:nvPr/>
        </p:nvSpPr>
        <p:spPr>
          <a:xfrm>
            <a:off x="4058989" y="4169690"/>
            <a:ext cx="3808301" cy="400110"/>
          </a:xfrm>
          <a:prstGeom prst="rect">
            <a:avLst/>
          </a:prstGeom>
          <a:noFill/>
        </p:spPr>
        <p:txBody>
          <a:bodyPr wrap="square" lIns="91440" tIns="45720" rIns="91440" bIns="45720">
            <a:spAutoFit/>
          </a:bodyPr>
          <a:lstStyle/>
          <a:p>
            <a:pPr algn="ctr"/>
            <a:r>
              <a:rPr lang="en-NL" sz="2000" dirty="0">
                <a:ln w="0"/>
                <a:effectLst>
                  <a:outerShdw blurRad="38100" dist="19050" dir="2700000" algn="tl" rotWithShape="0">
                    <a:schemeClr val="dk1">
                      <a:alpha val="40000"/>
                    </a:schemeClr>
                  </a:outerShdw>
                </a:effectLst>
              </a:rPr>
              <a:t>Weak </a:t>
            </a:r>
            <a:endParaRPr lang="en-US" sz="2000" b="0" cap="none" spc="0" dirty="0">
              <a:ln w="0"/>
              <a:solidFill>
                <a:schemeClr val="tx1"/>
              </a:solidFill>
              <a:effectLst>
                <a:outerShdw blurRad="38100" dist="19050" dir="2700000" algn="tl" rotWithShape="0">
                  <a:schemeClr val="dk1">
                    <a:alpha val="40000"/>
                  </a:schemeClr>
                </a:outerShdw>
              </a:effectLst>
            </a:endParaRPr>
          </a:p>
        </p:txBody>
      </p:sp>
      <p:sp>
        <p:nvSpPr>
          <p:cNvPr id="14" name="Rectangle 13">
            <a:extLst>
              <a:ext uri="{FF2B5EF4-FFF2-40B4-BE49-F238E27FC236}">
                <a16:creationId xmlns:a16="http://schemas.microsoft.com/office/drawing/2014/main" id="{269B47E6-089A-F2C9-4B69-06C3F8B91510}"/>
              </a:ext>
            </a:extLst>
          </p:cNvPr>
          <p:cNvSpPr/>
          <p:nvPr/>
        </p:nvSpPr>
        <p:spPr>
          <a:xfrm>
            <a:off x="0" y="330353"/>
            <a:ext cx="7784271" cy="584775"/>
          </a:xfrm>
          <a:prstGeom prst="rect">
            <a:avLst/>
          </a:prstGeom>
          <a:noFill/>
        </p:spPr>
        <p:txBody>
          <a:bodyPr wrap="square" lIns="91440" tIns="45720" rIns="91440" bIns="45720">
            <a:spAutoFit/>
          </a:bodyPr>
          <a:lstStyle/>
          <a:p>
            <a:pPr algn="ctr"/>
            <a:r>
              <a:rPr lang="en-NL" sz="3200" dirty="0">
                <a:ln w="0"/>
                <a:effectLst>
                  <a:outerShdw blurRad="38100" dist="19050" dir="2700000" algn="tl" rotWithShape="0">
                    <a:schemeClr val="dk1">
                      <a:alpha val="40000"/>
                    </a:schemeClr>
                  </a:outerShdw>
                </a:effectLst>
              </a:rPr>
              <a:t>Pearsons R: The correlation coefficient</a:t>
            </a:r>
            <a:endParaRPr lang="en-US" sz="3200" b="0" cap="none" spc="0" dirty="0">
              <a:ln w="0"/>
              <a:solidFill>
                <a:schemeClr val="tx1"/>
              </a:solidFill>
              <a:effectLst>
                <a:outerShdw blurRad="38100" dist="19050" dir="2700000" algn="tl" rotWithShape="0">
                  <a:schemeClr val="dk1">
                    <a:alpha val="40000"/>
                  </a:schemeClr>
                </a:outerShdw>
              </a:effectLst>
            </a:endParaRPr>
          </a:p>
        </p:txBody>
      </p:sp>
    </p:spTree>
    <p:extLst>
      <p:ext uri="{BB962C8B-B14F-4D97-AF65-F5344CB8AC3E}">
        <p14:creationId xmlns:p14="http://schemas.microsoft.com/office/powerpoint/2010/main" val="70616635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B83B851-28AE-4D42-355C-8B8ABA6DFE5C}"/>
              </a:ext>
            </a:extLst>
          </p:cNvPr>
          <p:cNvSpPr>
            <a:spLocks noGrp="1"/>
          </p:cNvSpPr>
          <p:nvPr>
            <p:ph type="sldNum" sz="quarter" idx="12"/>
          </p:nvPr>
        </p:nvSpPr>
        <p:spPr/>
        <p:txBody>
          <a:bodyPr/>
          <a:lstStyle/>
          <a:p>
            <a:fld id="{DE5F457A-6F21-44FD-9619-CB0DA220E900}" type="slidenum">
              <a:rPr lang="en-NL" smtClean="0"/>
              <a:t>28</a:t>
            </a:fld>
            <a:endParaRPr lang="en-NL"/>
          </a:p>
        </p:txBody>
      </p:sp>
      <p:pic>
        <p:nvPicPr>
          <p:cNvPr id="18434" name="Picture 2" descr="Pearson Correlation - an overview | ScienceDirect Topics">
            <a:extLst>
              <a:ext uri="{FF2B5EF4-FFF2-40B4-BE49-F238E27FC236}">
                <a16:creationId xmlns:a16="http://schemas.microsoft.com/office/drawing/2014/main" id="{369D6C89-DF4B-B509-1897-CD4FDD75FD7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42351" y="136525"/>
            <a:ext cx="8879227" cy="3974685"/>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a:extLst>
              <a:ext uri="{FF2B5EF4-FFF2-40B4-BE49-F238E27FC236}">
                <a16:creationId xmlns:a16="http://schemas.microsoft.com/office/drawing/2014/main" id="{674AF5C7-58D5-8EA1-C4B8-A618A0100C5B}"/>
              </a:ext>
            </a:extLst>
          </p:cNvPr>
          <p:cNvSpPr/>
          <p:nvPr/>
        </p:nvSpPr>
        <p:spPr>
          <a:xfrm>
            <a:off x="3459162" y="1084306"/>
            <a:ext cx="7290487" cy="1075037"/>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4" name="TextBox 3">
            <a:extLst>
              <a:ext uri="{FF2B5EF4-FFF2-40B4-BE49-F238E27FC236}">
                <a16:creationId xmlns:a16="http://schemas.microsoft.com/office/drawing/2014/main" id="{75CD1907-ECC3-109F-FDC8-03440117DEE9}"/>
              </a:ext>
            </a:extLst>
          </p:cNvPr>
          <p:cNvSpPr txBox="1"/>
          <p:nvPr/>
        </p:nvSpPr>
        <p:spPr>
          <a:xfrm>
            <a:off x="1816443" y="4850364"/>
            <a:ext cx="7560468" cy="1384995"/>
          </a:xfrm>
          <a:prstGeom prst="rect">
            <a:avLst/>
          </a:prstGeom>
          <a:noFill/>
        </p:spPr>
        <p:txBody>
          <a:bodyPr wrap="none" rtlCol="0">
            <a:spAutoFit/>
          </a:bodyPr>
          <a:lstStyle/>
          <a:p>
            <a:r>
              <a:rPr lang="en-NL" sz="2800" dirty="0"/>
              <a:t>Is there a relationship between these variables?</a:t>
            </a:r>
          </a:p>
          <a:p>
            <a:r>
              <a:rPr lang="en-NL" sz="2800" dirty="0"/>
              <a:t>Is it strong or weak?</a:t>
            </a:r>
          </a:p>
          <a:p>
            <a:r>
              <a:rPr lang="en-NL" sz="2800" dirty="0"/>
              <a:t>Positive or negative?</a:t>
            </a:r>
          </a:p>
        </p:txBody>
      </p:sp>
    </p:spTree>
    <p:extLst>
      <p:ext uri="{BB962C8B-B14F-4D97-AF65-F5344CB8AC3E}">
        <p14:creationId xmlns:p14="http://schemas.microsoft.com/office/powerpoint/2010/main" val="33178192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E954164-774A-FC2C-7EFC-0A81CACE5067}"/>
              </a:ext>
            </a:extLst>
          </p:cNvPr>
          <p:cNvSpPr>
            <a:spLocks noGrp="1"/>
          </p:cNvSpPr>
          <p:nvPr>
            <p:ph type="sldNum" sz="quarter" idx="12"/>
          </p:nvPr>
        </p:nvSpPr>
        <p:spPr/>
        <p:txBody>
          <a:bodyPr/>
          <a:lstStyle/>
          <a:p>
            <a:fld id="{DE5F457A-6F21-44FD-9619-CB0DA220E900}" type="slidenum">
              <a:rPr lang="en-NL" smtClean="0"/>
              <a:t>29</a:t>
            </a:fld>
            <a:endParaRPr lang="en-NL"/>
          </a:p>
        </p:txBody>
      </p:sp>
      <p:pic>
        <p:nvPicPr>
          <p:cNvPr id="2050" name="Picture 2" descr="A deep dive into... scatter plots ...">
            <a:extLst>
              <a:ext uri="{FF2B5EF4-FFF2-40B4-BE49-F238E27FC236}">
                <a16:creationId xmlns:a16="http://schemas.microsoft.com/office/drawing/2014/main" id="{E10FCDC5-031D-F5E5-F631-022D26F2F307}"/>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3086" t="1276" r="3086" b="18146"/>
          <a:stretch/>
        </p:blipFill>
        <p:spPr bwMode="auto">
          <a:xfrm>
            <a:off x="0" y="1830751"/>
            <a:ext cx="12010345" cy="3609975"/>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a:extLst>
              <a:ext uri="{FF2B5EF4-FFF2-40B4-BE49-F238E27FC236}">
                <a16:creationId xmlns:a16="http://schemas.microsoft.com/office/drawing/2014/main" id="{5E0E3567-EC30-87E7-1C85-EA1656F84AB1}"/>
              </a:ext>
            </a:extLst>
          </p:cNvPr>
          <p:cNvSpPr/>
          <p:nvPr/>
        </p:nvSpPr>
        <p:spPr>
          <a:xfrm>
            <a:off x="0" y="330353"/>
            <a:ext cx="10296525" cy="584775"/>
          </a:xfrm>
          <a:prstGeom prst="rect">
            <a:avLst/>
          </a:prstGeom>
          <a:noFill/>
        </p:spPr>
        <p:txBody>
          <a:bodyPr wrap="square" lIns="91440" tIns="45720" rIns="91440" bIns="45720">
            <a:spAutoFit/>
          </a:bodyPr>
          <a:lstStyle/>
          <a:p>
            <a:pPr algn="ctr"/>
            <a:r>
              <a:rPr lang="en-NL" sz="3200" b="0" cap="none" spc="0" dirty="0">
                <a:ln w="0"/>
                <a:solidFill>
                  <a:schemeClr val="tx1"/>
                </a:solidFill>
                <a:effectLst>
                  <a:outerShdw blurRad="38100" dist="19050" dir="2700000" algn="tl" rotWithShape="0">
                    <a:schemeClr val="dk1">
                      <a:alpha val="40000"/>
                    </a:schemeClr>
                  </a:outerShdw>
                </a:effectLst>
              </a:rPr>
              <a:t>Which </a:t>
            </a:r>
            <a:r>
              <a:rPr lang="en-NL" sz="3200" dirty="0">
                <a:ln w="0"/>
                <a:effectLst>
                  <a:outerShdw blurRad="38100" dist="19050" dir="2700000" algn="tl" rotWithShape="0">
                    <a:schemeClr val="dk1">
                      <a:alpha val="40000"/>
                    </a:schemeClr>
                  </a:outerShdw>
                </a:effectLst>
              </a:rPr>
              <a:t>data are appropriate for a Pearson’s correlation</a:t>
            </a:r>
            <a:endParaRPr lang="en-US" sz="3200" b="0" cap="none" spc="0" dirty="0">
              <a:ln w="0"/>
              <a:solidFill>
                <a:schemeClr val="tx1"/>
              </a:solidFill>
              <a:effectLst>
                <a:outerShdw blurRad="38100" dist="19050" dir="2700000" algn="tl" rotWithShape="0">
                  <a:schemeClr val="dk1">
                    <a:alpha val="40000"/>
                  </a:schemeClr>
                </a:outerShdw>
              </a:effectLst>
            </a:endParaRPr>
          </a:p>
        </p:txBody>
      </p:sp>
      <p:sp>
        <p:nvSpPr>
          <p:cNvPr id="4" name="Rectangle 3">
            <a:extLst>
              <a:ext uri="{FF2B5EF4-FFF2-40B4-BE49-F238E27FC236}">
                <a16:creationId xmlns:a16="http://schemas.microsoft.com/office/drawing/2014/main" id="{17077A24-7414-E1E2-917F-B0E8C6BD372D}"/>
              </a:ext>
            </a:extLst>
          </p:cNvPr>
          <p:cNvSpPr/>
          <p:nvPr/>
        </p:nvSpPr>
        <p:spPr>
          <a:xfrm>
            <a:off x="94456" y="1510010"/>
            <a:ext cx="820738" cy="923330"/>
          </a:xfrm>
          <a:prstGeom prst="rect">
            <a:avLst/>
          </a:prstGeom>
          <a:noFill/>
        </p:spPr>
        <p:txBody>
          <a:bodyPr wrap="none" lIns="91440" tIns="45720" rIns="91440" bIns="45720">
            <a:spAutoFit/>
          </a:bodyPr>
          <a:lstStyle/>
          <a:p>
            <a:pPr algn="ctr"/>
            <a:r>
              <a:rPr lang="en-NL" sz="5400" dirty="0">
                <a:ln w="0"/>
                <a:effectLst>
                  <a:outerShdw blurRad="38100" dist="19050" dir="2700000" algn="tl" rotWithShape="0">
                    <a:schemeClr val="dk1">
                      <a:alpha val="40000"/>
                    </a:schemeClr>
                  </a:outerShdw>
                </a:effectLst>
              </a:rPr>
              <a:t>A.</a:t>
            </a:r>
            <a:endParaRPr lang="en-US" sz="5400" dirty="0">
              <a:ln w="0"/>
              <a:effectLst>
                <a:outerShdw blurRad="38100" dist="19050" dir="2700000" algn="tl" rotWithShape="0">
                  <a:schemeClr val="dk1">
                    <a:alpha val="40000"/>
                  </a:schemeClr>
                </a:outerShdw>
              </a:effectLst>
            </a:endParaRPr>
          </a:p>
        </p:txBody>
      </p:sp>
      <p:sp>
        <p:nvSpPr>
          <p:cNvPr id="5" name="Rectangle 4">
            <a:extLst>
              <a:ext uri="{FF2B5EF4-FFF2-40B4-BE49-F238E27FC236}">
                <a16:creationId xmlns:a16="http://schemas.microsoft.com/office/drawing/2014/main" id="{9BA61CD9-488B-DD60-A7D2-B855EF82C60A}"/>
              </a:ext>
            </a:extLst>
          </p:cNvPr>
          <p:cNvSpPr/>
          <p:nvPr/>
        </p:nvSpPr>
        <p:spPr>
          <a:xfrm>
            <a:off x="4628475" y="1510010"/>
            <a:ext cx="763351" cy="923330"/>
          </a:xfrm>
          <a:prstGeom prst="rect">
            <a:avLst/>
          </a:prstGeom>
          <a:noFill/>
        </p:spPr>
        <p:txBody>
          <a:bodyPr wrap="none" lIns="91440" tIns="45720" rIns="91440" bIns="45720">
            <a:spAutoFit/>
          </a:bodyPr>
          <a:lstStyle/>
          <a:p>
            <a:pPr algn="ctr"/>
            <a:r>
              <a:rPr lang="en-NL" sz="5400" dirty="0">
                <a:ln w="0"/>
                <a:effectLst>
                  <a:outerShdw blurRad="38100" dist="19050" dir="2700000" algn="tl" rotWithShape="0">
                    <a:schemeClr val="dk1">
                      <a:alpha val="40000"/>
                    </a:schemeClr>
                  </a:outerShdw>
                </a:effectLst>
              </a:rPr>
              <a:t>B.</a:t>
            </a:r>
            <a:endParaRPr lang="en-US" sz="5400" dirty="0">
              <a:ln w="0"/>
              <a:effectLst>
                <a:outerShdw blurRad="38100" dist="19050" dir="2700000" algn="tl" rotWithShape="0">
                  <a:schemeClr val="dk1">
                    <a:alpha val="40000"/>
                  </a:schemeClr>
                </a:outerShdw>
              </a:effectLst>
            </a:endParaRPr>
          </a:p>
        </p:txBody>
      </p:sp>
      <p:sp>
        <p:nvSpPr>
          <p:cNvPr id="6" name="Rectangle 5">
            <a:extLst>
              <a:ext uri="{FF2B5EF4-FFF2-40B4-BE49-F238E27FC236}">
                <a16:creationId xmlns:a16="http://schemas.microsoft.com/office/drawing/2014/main" id="{0A7B1A8B-EBA1-8837-60C0-EAC674E9E574}"/>
              </a:ext>
            </a:extLst>
          </p:cNvPr>
          <p:cNvSpPr/>
          <p:nvPr/>
        </p:nvSpPr>
        <p:spPr>
          <a:xfrm>
            <a:off x="8813191" y="1510010"/>
            <a:ext cx="775918" cy="923330"/>
          </a:xfrm>
          <a:prstGeom prst="rect">
            <a:avLst/>
          </a:prstGeom>
          <a:noFill/>
        </p:spPr>
        <p:txBody>
          <a:bodyPr wrap="none" lIns="91440" tIns="45720" rIns="91440" bIns="45720">
            <a:spAutoFit/>
          </a:bodyPr>
          <a:lstStyle/>
          <a:p>
            <a:pPr algn="ctr"/>
            <a:r>
              <a:rPr lang="en-NL" sz="5400" dirty="0">
                <a:ln w="0"/>
                <a:effectLst>
                  <a:outerShdw blurRad="38100" dist="19050" dir="2700000" algn="tl" rotWithShape="0">
                    <a:schemeClr val="dk1">
                      <a:alpha val="40000"/>
                    </a:schemeClr>
                  </a:outerShdw>
                </a:effectLst>
              </a:rPr>
              <a:t>C.</a:t>
            </a:r>
            <a:endParaRPr lang="en-US" sz="5400" dirty="0">
              <a:ln w="0"/>
              <a:effectLst>
                <a:outerShdw blurRad="38100" dist="19050" dir="2700000" algn="tl" rotWithShape="0">
                  <a:schemeClr val="dk1">
                    <a:alpha val="40000"/>
                  </a:schemeClr>
                </a:outerShdw>
              </a:effectLst>
            </a:endParaRPr>
          </a:p>
        </p:txBody>
      </p:sp>
      <p:sp>
        <p:nvSpPr>
          <p:cNvPr id="7" name="Oval 6">
            <a:extLst>
              <a:ext uri="{FF2B5EF4-FFF2-40B4-BE49-F238E27FC236}">
                <a16:creationId xmlns:a16="http://schemas.microsoft.com/office/drawing/2014/main" id="{06ACFF6A-31F8-7072-515F-05D3950D013B}"/>
              </a:ext>
            </a:extLst>
          </p:cNvPr>
          <p:cNvSpPr/>
          <p:nvPr/>
        </p:nvSpPr>
        <p:spPr>
          <a:xfrm>
            <a:off x="-209550" y="1095375"/>
            <a:ext cx="4181475" cy="4886325"/>
          </a:xfrm>
          <a:prstGeom prst="ellipse">
            <a:avLst/>
          </a:prstGeom>
          <a:noFill/>
          <a:ln w="381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extLst>
      <p:ext uri="{BB962C8B-B14F-4D97-AF65-F5344CB8AC3E}">
        <p14:creationId xmlns:p14="http://schemas.microsoft.com/office/powerpoint/2010/main" val="38432437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B86CEA-3336-2C17-D2BE-B90C10A6E8C1}"/>
              </a:ext>
            </a:extLst>
          </p:cNvPr>
          <p:cNvSpPr>
            <a:spLocks noGrp="1"/>
          </p:cNvSpPr>
          <p:nvPr>
            <p:ph type="title"/>
          </p:nvPr>
        </p:nvSpPr>
        <p:spPr>
          <a:xfrm>
            <a:off x="1119346" y="529677"/>
            <a:ext cx="9953308" cy="1780860"/>
          </a:xfrm>
        </p:spPr>
        <p:txBody>
          <a:bodyPr>
            <a:normAutofit/>
          </a:bodyPr>
          <a:lstStyle/>
          <a:p>
            <a:r>
              <a:rPr lang="en-NL" sz="3600" b="1" dirty="0"/>
              <a:t>T-tests</a:t>
            </a:r>
          </a:p>
        </p:txBody>
      </p:sp>
      <p:sp>
        <p:nvSpPr>
          <p:cNvPr id="3" name="Text Placeholder 2">
            <a:extLst>
              <a:ext uri="{FF2B5EF4-FFF2-40B4-BE49-F238E27FC236}">
                <a16:creationId xmlns:a16="http://schemas.microsoft.com/office/drawing/2014/main" id="{6470596B-D1E3-0592-C2BB-55A1F2C740DA}"/>
              </a:ext>
            </a:extLst>
          </p:cNvPr>
          <p:cNvSpPr>
            <a:spLocks noGrp="1"/>
          </p:cNvSpPr>
          <p:nvPr>
            <p:ph type="body" idx="1"/>
          </p:nvPr>
        </p:nvSpPr>
        <p:spPr>
          <a:xfrm>
            <a:off x="1341120" y="2541776"/>
            <a:ext cx="4354830" cy="468123"/>
          </a:xfrm>
        </p:spPr>
        <p:txBody>
          <a:bodyPr>
            <a:normAutofit/>
          </a:bodyPr>
          <a:lstStyle/>
          <a:p>
            <a:r>
              <a:rPr lang="en-NL" sz="2000" dirty="0"/>
              <a:t>What are the data assumptions?</a:t>
            </a:r>
          </a:p>
        </p:txBody>
      </p:sp>
      <p:sp>
        <p:nvSpPr>
          <p:cNvPr id="4" name="Content Placeholder 3">
            <a:extLst>
              <a:ext uri="{FF2B5EF4-FFF2-40B4-BE49-F238E27FC236}">
                <a16:creationId xmlns:a16="http://schemas.microsoft.com/office/drawing/2014/main" id="{16C6CC11-4372-7393-4010-243DB465E583}"/>
              </a:ext>
            </a:extLst>
          </p:cNvPr>
          <p:cNvSpPr>
            <a:spLocks noGrp="1"/>
          </p:cNvSpPr>
          <p:nvPr>
            <p:ph sz="half" idx="15"/>
          </p:nvPr>
        </p:nvSpPr>
        <p:spPr>
          <a:xfrm>
            <a:off x="1341120" y="3392035"/>
            <a:ext cx="3516630" cy="2907164"/>
          </a:xfrm>
        </p:spPr>
        <p:txBody>
          <a:bodyPr/>
          <a:lstStyle/>
          <a:p>
            <a:r>
              <a:rPr lang="en-NL" dirty="0"/>
              <a:t>Normal distribution</a:t>
            </a:r>
          </a:p>
          <a:p>
            <a:r>
              <a:rPr lang="en-NL" dirty="0"/>
              <a:t>Homogeneity of Variance (</a:t>
            </a:r>
            <a:r>
              <a:rPr lang="en-NL" dirty="0" err="1"/>
              <a:t>Levene’s</a:t>
            </a:r>
            <a:r>
              <a:rPr lang="en-NL" dirty="0"/>
              <a:t> test)</a:t>
            </a:r>
          </a:p>
        </p:txBody>
      </p:sp>
      <p:sp>
        <p:nvSpPr>
          <p:cNvPr id="7" name="Slide Number Placeholder 6">
            <a:extLst>
              <a:ext uri="{FF2B5EF4-FFF2-40B4-BE49-F238E27FC236}">
                <a16:creationId xmlns:a16="http://schemas.microsoft.com/office/drawing/2014/main" id="{3704A8C5-302D-E425-FC3A-3CD9783E03A1}"/>
              </a:ext>
            </a:extLst>
          </p:cNvPr>
          <p:cNvSpPr>
            <a:spLocks noGrp="1"/>
          </p:cNvSpPr>
          <p:nvPr>
            <p:ph type="sldNum" sz="quarter" idx="13"/>
          </p:nvPr>
        </p:nvSpPr>
        <p:spPr/>
        <p:txBody>
          <a:bodyPr/>
          <a:lstStyle/>
          <a:p>
            <a:fld id="{A49DFD55-3C28-40EF-9E31-A92D2E4017FF}" type="slidenum">
              <a:rPr lang="en-US" smtClean="0"/>
              <a:pPr/>
              <a:t>30</a:t>
            </a:fld>
            <a:endParaRPr lang="en-US" dirty="0"/>
          </a:p>
        </p:txBody>
      </p:sp>
      <p:sp>
        <p:nvSpPr>
          <p:cNvPr id="8" name="Rectangle 7">
            <a:extLst>
              <a:ext uri="{FF2B5EF4-FFF2-40B4-BE49-F238E27FC236}">
                <a16:creationId xmlns:a16="http://schemas.microsoft.com/office/drawing/2014/main" id="{9BA1270A-6D6B-6E84-1FE2-FD1F0B5BB18D}"/>
              </a:ext>
            </a:extLst>
          </p:cNvPr>
          <p:cNvSpPr/>
          <p:nvPr/>
        </p:nvSpPr>
        <p:spPr>
          <a:xfrm>
            <a:off x="5816329" y="2977254"/>
            <a:ext cx="3203845" cy="1569660"/>
          </a:xfrm>
          <a:prstGeom prst="rect">
            <a:avLst/>
          </a:prstGeom>
          <a:noFill/>
        </p:spPr>
        <p:txBody>
          <a:bodyPr wrap="square" lIns="91440" tIns="45720" rIns="91440" bIns="45720">
            <a:spAutoFit/>
          </a:bodyPr>
          <a:lstStyle/>
          <a:p>
            <a:pPr algn="ctr"/>
            <a:r>
              <a:rPr lang="en-GB" sz="9600" b="1" cap="none" spc="0" dirty="0">
                <a:ln w="22225">
                  <a:solidFill>
                    <a:srgbClr val="FF0000"/>
                  </a:solidFill>
                  <a:prstDash val="solid"/>
                </a:ln>
                <a:solidFill>
                  <a:srgbClr val="FFA7A7"/>
                </a:solidFill>
                <a:effectLst/>
              </a:rPr>
              <a:t>W</a:t>
            </a:r>
            <a:r>
              <a:rPr lang="en-NL" sz="9600" b="1" cap="none" spc="0" dirty="0" err="1">
                <a:ln w="22225">
                  <a:solidFill>
                    <a:srgbClr val="FF0000"/>
                  </a:solidFill>
                  <a:prstDash val="solid"/>
                </a:ln>
                <a:solidFill>
                  <a:srgbClr val="FFA7A7"/>
                </a:solidFill>
                <a:effectLst/>
              </a:rPr>
              <a:t>hy</a:t>
            </a:r>
            <a:r>
              <a:rPr lang="en-NL" sz="9600" b="1" cap="none" spc="0" dirty="0">
                <a:ln w="22225">
                  <a:solidFill>
                    <a:srgbClr val="FF0000"/>
                  </a:solidFill>
                  <a:prstDash val="solid"/>
                </a:ln>
                <a:solidFill>
                  <a:srgbClr val="FFA7A7"/>
                </a:solidFill>
                <a:effectLst/>
              </a:rPr>
              <a:t>?</a:t>
            </a:r>
            <a:endParaRPr lang="en-US" sz="9600" b="1" cap="none" spc="0" dirty="0">
              <a:ln w="22225">
                <a:solidFill>
                  <a:srgbClr val="FF0000"/>
                </a:solidFill>
                <a:prstDash val="solid"/>
              </a:ln>
              <a:solidFill>
                <a:srgbClr val="FFA7A7"/>
              </a:solidFill>
              <a:effectLst/>
            </a:endParaRPr>
          </a:p>
        </p:txBody>
      </p:sp>
    </p:spTree>
    <p:extLst>
      <p:ext uri="{BB962C8B-B14F-4D97-AF65-F5344CB8AC3E}">
        <p14:creationId xmlns:p14="http://schemas.microsoft.com/office/powerpoint/2010/main" val="34963069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B86CEA-3336-2C17-D2BE-B90C10A6E8C1}"/>
              </a:ext>
            </a:extLst>
          </p:cNvPr>
          <p:cNvSpPr>
            <a:spLocks noGrp="1"/>
          </p:cNvSpPr>
          <p:nvPr>
            <p:ph type="title"/>
          </p:nvPr>
        </p:nvSpPr>
        <p:spPr/>
        <p:txBody>
          <a:bodyPr/>
          <a:lstStyle/>
          <a:p>
            <a:r>
              <a:rPr lang="en-NL" dirty="0"/>
              <a:t>Normal distribution = confidence interval</a:t>
            </a:r>
          </a:p>
        </p:txBody>
      </p:sp>
      <p:sp>
        <p:nvSpPr>
          <p:cNvPr id="3" name="Text Placeholder 2">
            <a:extLst>
              <a:ext uri="{FF2B5EF4-FFF2-40B4-BE49-F238E27FC236}">
                <a16:creationId xmlns:a16="http://schemas.microsoft.com/office/drawing/2014/main" id="{6470596B-D1E3-0592-C2BB-55A1F2C740DA}"/>
              </a:ext>
            </a:extLst>
          </p:cNvPr>
          <p:cNvSpPr>
            <a:spLocks noGrp="1"/>
          </p:cNvSpPr>
          <p:nvPr>
            <p:ph type="body" idx="1"/>
          </p:nvPr>
        </p:nvSpPr>
        <p:spPr>
          <a:xfrm>
            <a:off x="1259840" y="3301992"/>
            <a:ext cx="4354830" cy="468123"/>
          </a:xfrm>
        </p:spPr>
        <p:txBody>
          <a:bodyPr>
            <a:normAutofit/>
          </a:bodyPr>
          <a:lstStyle/>
          <a:p>
            <a:r>
              <a:rPr lang="en-NL" dirty="0"/>
              <a:t>What is a confidence interval?</a:t>
            </a:r>
          </a:p>
        </p:txBody>
      </p:sp>
      <p:sp>
        <p:nvSpPr>
          <p:cNvPr id="4" name="Content Placeholder 3">
            <a:extLst>
              <a:ext uri="{FF2B5EF4-FFF2-40B4-BE49-F238E27FC236}">
                <a16:creationId xmlns:a16="http://schemas.microsoft.com/office/drawing/2014/main" id="{16C6CC11-4372-7393-4010-243DB465E583}"/>
              </a:ext>
            </a:extLst>
          </p:cNvPr>
          <p:cNvSpPr>
            <a:spLocks noGrp="1"/>
          </p:cNvSpPr>
          <p:nvPr>
            <p:ph sz="half" idx="15"/>
          </p:nvPr>
        </p:nvSpPr>
        <p:spPr>
          <a:xfrm>
            <a:off x="1341120" y="4174355"/>
            <a:ext cx="3516630" cy="1809885"/>
          </a:xfrm>
        </p:spPr>
        <p:txBody>
          <a:bodyPr/>
          <a:lstStyle/>
          <a:p>
            <a:r>
              <a:rPr lang="en-NL" sz="2000" b="1" u="sng" dirty="0">
                <a:solidFill>
                  <a:srgbClr val="FF0000"/>
                </a:solidFill>
              </a:rPr>
              <a:t>A range of numbers </a:t>
            </a:r>
            <a:r>
              <a:rPr lang="en-NL" dirty="0"/>
              <a:t>in which the true value will fall with a high degree of certainty.</a:t>
            </a:r>
          </a:p>
        </p:txBody>
      </p:sp>
      <p:sp>
        <p:nvSpPr>
          <p:cNvPr id="7" name="Slide Number Placeholder 6">
            <a:extLst>
              <a:ext uri="{FF2B5EF4-FFF2-40B4-BE49-F238E27FC236}">
                <a16:creationId xmlns:a16="http://schemas.microsoft.com/office/drawing/2014/main" id="{3704A8C5-302D-E425-FC3A-3CD9783E03A1}"/>
              </a:ext>
            </a:extLst>
          </p:cNvPr>
          <p:cNvSpPr>
            <a:spLocks noGrp="1"/>
          </p:cNvSpPr>
          <p:nvPr>
            <p:ph type="sldNum" sz="quarter" idx="13"/>
          </p:nvPr>
        </p:nvSpPr>
        <p:spPr/>
        <p:txBody>
          <a:bodyPr/>
          <a:lstStyle/>
          <a:p>
            <a:fld id="{A49DFD55-3C28-40EF-9E31-A92D2E4017FF}" type="slidenum">
              <a:rPr lang="en-US" smtClean="0"/>
              <a:pPr/>
              <a:t>31</a:t>
            </a:fld>
            <a:endParaRPr lang="en-US" dirty="0"/>
          </a:p>
        </p:txBody>
      </p:sp>
      <p:pic>
        <p:nvPicPr>
          <p:cNvPr id="4098" name="Picture 2" descr="Confidence Limits: Definition ...">
            <a:extLst>
              <a:ext uri="{FF2B5EF4-FFF2-40B4-BE49-F238E27FC236}">
                <a16:creationId xmlns:a16="http://schemas.microsoft.com/office/drawing/2014/main" id="{65183918-06D6-6A30-7F98-DE7AFA8A7139}"/>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7187"/>
          <a:stretch/>
        </p:blipFill>
        <p:spPr bwMode="auto">
          <a:xfrm>
            <a:off x="6096000" y="2464130"/>
            <a:ext cx="4557395" cy="3767749"/>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0EA2AEF8-9657-2782-9771-7383822D963D}"/>
              </a:ext>
            </a:extLst>
          </p:cNvPr>
          <p:cNvSpPr txBox="1"/>
          <p:nvPr/>
        </p:nvSpPr>
        <p:spPr>
          <a:xfrm>
            <a:off x="5562503" y="4333674"/>
            <a:ext cx="1510542" cy="369332"/>
          </a:xfrm>
          <a:prstGeom prst="rect">
            <a:avLst/>
          </a:prstGeom>
          <a:noFill/>
        </p:spPr>
        <p:txBody>
          <a:bodyPr wrap="none" rtlCol="0">
            <a:spAutoFit/>
          </a:bodyPr>
          <a:lstStyle/>
          <a:p>
            <a:r>
              <a:rPr lang="en-GB" b="1" dirty="0"/>
              <a:t>C</a:t>
            </a:r>
            <a:r>
              <a:rPr lang="en-NL" b="1" dirty="0" err="1"/>
              <a:t>ritical</a:t>
            </a:r>
            <a:r>
              <a:rPr lang="en-NL" b="1" dirty="0"/>
              <a:t> value</a:t>
            </a:r>
          </a:p>
        </p:txBody>
      </p:sp>
      <p:sp>
        <p:nvSpPr>
          <p:cNvPr id="6" name="TextBox 5">
            <a:extLst>
              <a:ext uri="{FF2B5EF4-FFF2-40B4-BE49-F238E27FC236}">
                <a16:creationId xmlns:a16="http://schemas.microsoft.com/office/drawing/2014/main" id="{B4CF1F70-7BD9-D6FC-9D6C-AD68554DB869}"/>
              </a:ext>
            </a:extLst>
          </p:cNvPr>
          <p:cNvSpPr txBox="1"/>
          <p:nvPr/>
        </p:nvSpPr>
        <p:spPr>
          <a:xfrm>
            <a:off x="9783886" y="4348004"/>
            <a:ext cx="1510542" cy="369332"/>
          </a:xfrm>
          <a:prstGeom prst="rect">
            <a:avLst/>
          </a:prstGeom>
          <a:noFill/>
        </p:spPr>
        <p:txBody>
          <a:bodyPr wrap="none" rtlCol="0">
            <a:spAutoFit/>
          </a:bodyPr>
          <a:lstStyle/>
          <a:p>
            <a:r>
              <a:rPr lang="en-GB" b="1" dirty="0"/>
              <a:t>C</a:t>
            </a:r>
            <a:r>
              <a:rPr lang="en-NL" b="1" dirty="0" err="1"/>
              <a:t>ritical</a:t>
            </a:r>
            <a:r>
              <a:rPr lang="en-NL" b="1" dirty="0"/>
              <a:t> value</a:t>
            </a:r>
          </a:p>
        </p:txBody>
      </p:sp>
    </p:spTree>
    <p:extLst>
      <p:ext uri="{BB962C8B-B14F-4D97-AF65-F5344CB8AC3E}">
        <p14:creationId xmlns:p14="http://schemas.microsoft.com/office/powerpoint/2010/main" val="9805144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37A620-D9EF-3399-0BEB-9AFEC3CF4A87}"/>
              </a:ext>
            </a:extLst>
          </p:cNvPr>
          <p:cNvSpPr>
            <a:spLocks noGrp="1"/>
          </p:cNvSpPr>
          <p:nvPr>
            <p:ph type="title"/>
          </p:nvPr>
        </p:nvSpPr>
        <p:spPr>
          <a:xfrm>
            <a:off x="1119346" y="-462923"/>
            <a:ext cx="9953308" cy="1780860"/>
          </a:xfrm>
        </p:spPr>
        <p:txBody>
          <a:bodyPr/>
          <a:lstStyle/>
          <a:p>
            <a:r>
              <a:rPr lang="en-NL" dirty="0"/>
              <a:t>What factors affect a confidence interval?</a:t>
            </a:r>
          </a:p>
        </p:txBody>
      </p:sp>
      <p:sp>
        <p:nvSpPr>
          <p:cNvPr id="3" name="Text Placeholder 2">
            <a:extLst>
              <a:ext uri="{FF2B5EF4-FFF2-40B4-BE49-F238E27FC236}">
                <a16:creationId xmlns:a16="http://schemas.microsoft.com/office/drawing/2014/main" id="{B5E3986E-D14F-F7C9-6040-569986A1FDE9}"/>
              </a:ext>
            </a:extLst>
          </p:cNvPr>
          <p:cNvSpPr>
            <a:spLocks noGrp="1"/>
          </p:cNvSpPr>
          <p:nvPr>
            <p:ph type="body" idx="1"/>
          </p:nvPr>
        </p:nvSpPr>
        <p:spPr>
          <a:xfrm>
            <a:off x="1119346" y="1609819"/>
            <a:ext cx="2722880" cy="351284"/>
          </a:xfrm>
        </p:spPr>
        <p:txBody>
          <a:bodyPr/>
          <a:lstStyle/>
          <a:p>
            <a:r>
              <a:rPr lang="en-NL" dirty="0"/>
              <a:t>Sample size</a:t>
            </a:r>
          </a:p>
        </p:txBody>
      </p:sp>
      <p:sp>
        <p:nvSpPr>
          <p:cNvPr id="4" name="Content Placeholder 3">
            <a:extLst>
              <a:ext uri="{FF2B5EF4-FFF2-40B4-BE49-F238E27FC236}">
                <a16:creationId xmlns:a16="http://schemas.microsoft.com/office/drawing/2014/main" id="{BC0AD98A-429C-B434-B37D-13BDD6C18D64}"/>
              </a:ext>
            </a:extLst>
          </p:cNvPr>
          <p:cNvSpPr>
            <a:spLocks noGrp="1"/>
          </p:cNvSpPr>
          <p:nvPr>
            <p:ph sz="half" idx="15"/>
          </p:nvPr>
        </p:nvSpPr>
        <p:spPr>
          <a:xfrm>
            <a:off x="2693670" y="1609819"/>
            <a:ext cx="6202680" cy="751340"/>
          </a:xfrm>
        </p:spPr>
        <p:txBody>
          <a:bodyPr/>
          <a:lstStyle/>
          <a:p>
            <a:pPr marL="0" indent="0">
              <a:buNone/>
            </a:pPr>
            <a:r>
              <a:rPr lang="en-NL" dirty="0"/>
              <a:t>As sample size increases, our confidence interval gets narrower </a:t>
            </a:r>
          </a:p>
        </p:txBody>
      </p:sp>
      <p:sp>
        <p:nvSpPr>
          <p:cNvPr id="5" name="Text Placeholder 4">
            <a:extLst>
              <a:ext uri="{FF2B5EF4-FFF2-40B4-BE49-F238E27FC236}">
                <a16:creationId xmlns:a16="http://schemas.microsoft.com/office/drawing/2014/main" id="{033C054D-C007-16CA-1E8E-9FEC7744A5BE}"/>
              </a:ext>
            </a:extLst>
          </p:cNvPr>
          <p:cNvSpPr>
            <a:spLocks noGrp="1"/>
          </p:cNvSpPr>
          <p:nvPr>
            <p:ph type="body" idx="10"/>
          </p:nvPr>
        </p:nvSpPr>
        <p:spPr>
          <a:xfrm>
            <a:off x="894238" y="3284944"/>
            <a:ext cx="3173096" cy="288112"/>
          </a:xfrm>
        </p:spPr>
        <p:txBody>
          <a:bodyPr>
            <a:normAutofit fontScale="92500" lnSpcReduction="20000"/>
          </a:bodyPr>
          <a:lstStyle/>
          <a:p>
            <a:r>
              <a:rPr lang="en-NL" dirty="0"/>
              <a:t>Confidence level</a:t>
            </a:r>
          </a:p>
        </p:txBody>
      </p:sp>
      <p:sp>
        <p:nvSpPr>
          <p:cNvPr id="7" name="Slide Number Placeholder 6">
            <a:extLst>
              <a:ext uri="{FF2B5EF4-FFF2-40B4-BE49-F238E27FC236}">
                <a16:creationId xmlns:a16="http://schemas.microsoft.com/office/drawing/2014/main" id="{435750C3-7C62-7D4D-F712-5BF8EFED9A31}"/>
              </a:ext>
            </a:extLst>
          </p:cNvPr>
          <p:cNvSpPr>
            <a:spLocks noGrp="1"/>
          </p:cNvSpPr>
          <p:nvPr>
            <p:ph type="sldNum" sz="quarter" idx="13"/>
          </p:nvPr>
        </p:nvSpPr>
        <p:spPr/>
        <p:txBody>
          <a:bodyPr/>
          <a:lstStyle/>
          <a:p>
            <a:fld id="{A49DFD55-3C28-40EF-9E31-A92D2E4017FF}" type="slidenum">
              <a:rPr lang="en-US" smtClean="0"/>
              <a:pPr/>
              <a:t>32</a:t>
            </a:fld>
            <a:endParaRPr lang="en-US" dirty="0"/>
          </a:p>
        </p:txBody>
      </p:sp>
      <p:sp>
        <p:nvSpPr>
          <p:cNvPr id="8" name="Content Placeholder 3">
            <a:extLst>
              <a:ext uri="{FF2B5EF4-FFF2-40B4-BE49-F238E27FC236}">
                <a16:creationId xmlns:a16="http://schemas.microsoft.com/office/drawing/2014/main" id="{8DCAE95D-D89A-5636-DC83-56664FD5430D}"/>
              </a:ext>
            </a:extLst>
          </p:cNvPr>
          <p:cNvSpPr txBox="1">
            <a:spLocks/>
          </p:cNvSpPr>
          <p:nvPr/>
        </p:nvSpPr>
        <p:spPr>
          <a:xfrm>
            <a:off x="2693670" y="3197386"/>
            <a:ext cx="6202680" cy="751340"/>
          </a:xfrm>
          <a:prstGeom prst="rect">
            <a:avLst/>
          </a:prstGeom>
        </p:spPr>
        <p:txBody>
          <a:bodyPr vert="horz" lIns="91440" tIns="0" rIns="91440" bIns="45720" rtlCol="0">
            <a:normAutofit/>
          </a:bodyPr>
          <a:lstStyle>
            <a:lvl1pPr marL="283464" indent="-283464" algn="l" defTabSz="914400" rtl="0" eaLnBrk="1" latinLnBrk="0" hangingPunct="1">
              <a:lnSpc>
                <a:spcPct val="100000"/>
              </a:lnSpc>
              <a:spcBef>
                <a:spcPts val="1000"/>
              </a:spcBef>
              <a:buFont typeface="+mj-lt"/>
              <a:buAutoNum type="arabicPeriod"/>
              <a:defRPr sz="1800" b="0" kern="1200" spc="50" baseline="0">
                <a:solidFill>
                  <a:schemeClr val="tx1"/>
                </a:solidFill>
                <a:latin typeface="+mn-lt"/>
                <a:ea typeface="+mn-ea"/>
                <a:cs typeface="+mn-cs"/>
              </a:defRPr>
            </a:lvl1pPr>
            <a:lvl2pPr marL="566928" indent="-342900" algn="l" defTabSz="914400" rtl="0" eaLnBrk="1" latinLnBrk="0" hangingPunct="1">
              <a:lnSpc>
                <a:spcPct val="100000"/>
              </a:lnSpc>
              <a:spcBef>
                <a:spcPts val="1000"/>
              </a:spcBef>
              <a:buFont typeface="+mj-lt"/>
              <a:buAutoNum type="alphaLcPeriod"/>
              <a:defRPr sz="1800" kern="1200" spc="50" baseline="0">
                <a:solidFill>
                  <a:schemeClr val="tx1"/>
                </a:solidFill>
                <a:latin typeface="+mn-lt"/>
                <a:ea typeface="+mn-ea"/>
                <a:cs typeface="+mn-cs"/>
              </a:defRPr>
            </a:lvl2pPr>
            <a:lvl3pPr marL="850392" indent="-342900" algn="l" defTabSz="914400" rtl="0" eaLnBrk="1" latinLnBrk="0" hangingPunct="1">
              <a:lnSpc>
                <a:spcPct val="100000"/>
              </a:lnSpc>
              <a:spcBef>
                <a:spcPts val="1000"/>
              </a:spcBef>
              <a:buFont typeface="+mj-lt"/>
              <a:buAutoNum type="arabicParenR"/>
              <a:defRPr sz="1800" kern="1200" spc="50" baseline="0">
                <a:solidFill>
                  <a:schemeClr val="tx1"/>
                </a:solidFill>
                <a:latin typeface="+mn-lt"/>
                <a:ea typeface="+mn-ea"/>
                <a:cs typeface="+mn-cs"/>
              </a:defRPr>
            </a:lvl3pPr>
            <a:lvl4pPr marL="1042416" indent="-342900" algn="l" defTabSz="914400" rtl="0" eaLnBrk="1" latinLnBrk="0" hangingPunct="1">
              <a:lnSpc>
                <a:spcPct val="100000"/>
              </a:lnSpc>
              <a:spcBef>
                <a:spcPts val="1000"/>
              </a:spcBef>
              <a:buFont typeface="+mj-lt"/>
              <a:buAutoNum type="alphaLcParenR"/>
              <a:defRPr sz="1800" kern="1200" spc="50" baseline="0">
                <a:solidFill>
                  <a:schemeClr val="tx1"/>
                </a:solidFill>
                <a:latin typeface="+mn-lt"/>
                <a:ea typeface="+mn-ea"/>
                <a:cs typeface="+mn-cs"/>
              </a:defRPr>
            </a:lvl4pPr>
            <a:lvl5pPr marL="1074420" indent="-400050" algn="l" defTabSz="914400" rtl="0" eaLnBrk="1" latinLnBrk="0" hangingPunct="1">
              <a:lnSpc>
                <a:spcPct val="100000"/>
              </a:lnSpc>
              <a:spcBef>
                <a:spcPts val="1000"/>
              </a:spcBef>
              <a:buFont typeface="+mj-lt"/>
              <a:buAutoNum type="romanLcPeriod"/>
              <a:defRPr sz="1800" kern="1200" spc="5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mj-lt"/>
              <a:buNone/>
            </a:pPr>
            <a:r>
              <a:rPr lang="en-NL" dirty="0"/>
              <a:t>As confidence level gets higher (99 vs 95), our interval gets wider</a:t>
            </a:r>
          </a:p>
        </p:txBody>
      </p:sp>
      <p:pic>
        <p:nvPicPr>
          <p:cNvPr id="5122" name="Picture 2" descr="Chapter 8 Confidence Intervals | PSY317L &amp; PSY120R Textbook">
            <a:extLst>
              <a:ext uri="{FF2B5EF4-FFF2-40B4-BE49-F238E27FC236}">
                <a16:creationId xmlns:a16="http://schemas.microsoft.com/office/drawing/2014/main" id="{066F920B-9397-6984-7683-EB6813D5030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35730" y="3660614"/>
            <a:ext cx="5562600" cy="314468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1632387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descr="Performing a T-Test in Python - KDnuggets">
            <a:extLst>
              <a:ext uri="{FF2B5EF4-FFF2-40B4-BE49-F238E27FC236}">
                <a16:creationId xmlns:a16="http://schemas.microsoft.com/office/drawing/2014/main" id="{8A0D798B-932B-9DC7-4DD0-48AFF038217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4325" y="-40005"/>
            <a:ext cx="11852275" cy="711136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5827194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D09B34-9945-3646-7EA9-635973BE5E98}"/>
              </a:ext>
            </a:extLst>
          </p:cNvPr>
          <p:cNvSpPr>
            <a:spLocks noGrp="1"/>
          </p:cNvSpPr>
          <p:nvPr>
            <p:ph type="title"/>
          </p:nvPr>
        </p:nvSpPr>
        <p:spPr>
          <a:xfrm>
            <a:off x="1283970" y="-260349"/>
            <a:ext cx="9953308" cy="1780860"/>
          </a:xfrm>
        </p:spPr>
        <p:txBody>
          <a:bodyPr/>
          <a:lstStyle/>
          <a:p>
            <a:r>
              <a:rPr lang="en-NL" dirty="0"/>
              <a:t>Homogeneity of variance (</a:t>
            </a:r>
            <a:r>
              <a:rPr lang="en-NL" dirty="0" err="1"/>
              <a:t>Levene’s</a:t>
            </a:r>
            <a:r>
              <a:rPr lang="en-NL" dirty="0"/>
              <a:t> test)</a:t>
            </a:r>
          </a:p>
        </p:txBody>
      </p:sp>
      <p:sp>
        <p:nvSpPr>
          <p:cNvPr id="7" name="Slide Number Placeholder 6">
            <a:extLst>
              <a:ext uri="{FF2B5EF4-FFF2-40B4-BE49-F238E27FC236}">
                <a16:creationId xmlns:a16="http://schemas.microsoft.com/office/drawing/2014/main" id="{43BD2332-A30F-48F1-EDC4-F12C6F711E1E}"/>
              </a:ext>
            </a:extLst>
          </p:cNvPr>
          <p:cNvSpPr>
            <a:spLocks noGrp="1"/>
          </p:cNvSpPr>
          <p:nvPr>
            <p:ph type="sldNum" sz="quarter" idx="13"/>
          </p:nvPr>
        </p:nvSpPr>
        <p:spPr/>
        <p:txBody>
          <a:bodyPr/>
          <a:lstStyle/>
          <a:p>
            <a:fld id="{A49DFD55-3C28-40EF-9E31-A92D2E4017FF}" type="slidenum">
              <a:rPr lang="en-US" smtClean="0"/>
              <a:pPr/>
              <a:t>34</a:t>
            </a:fld>
            <a:endParaRPr lang="en-US" dirty="0"/>
          </a:p>
        </p:txBody>
      </p:sp>
      <p:grpSp>
        <p:nvGrpSpPr>
          <p:cNvPr id="15" name="Group 14">
            <a:extLst>
              <a:ext uri="{FF2B5EF4-FFF2-40B4-BE49-F238E27FC236}">
                <a16:creationId xmlns:a16="http://schemas.microsoft.com/office/drawing/2014/main" id="{988C5FF3-0E82-7196-D512-925E078BBAA5}"/>
              </a:ext>
            </a:extLst>
          </p:cNvPr>
          <p:cNvGrpSpPr/>
          <p:nvPr/>
        </p:nvGrpSpPr>
        <p:grpSpPr>
          <a:xfrm>
            <a:off x="1703070" y="2013264"/>
            <a:ext cx="3249930" cy="3790950"/>
            <a:chOff x="1703070" y="2013264"/>
            <a:chExt cx="3249930" cy="3790950"/>
          </a:xfrm>
        </p:grpSpPr>
        <p:cxnSp>
          <p:nvCxnSpPr>
            <p:cNvPr id="9" name="Straight Connector 8">
              <a:extLst>
                <a:ext uri="{FF2B5EF4-FFF2-40B4-BE49-F238E27FC236}">
                  <a16:creationId xmlns:a16="http://schemas.microsoft.com/office/drawing/2014/main" id="{77BB871C-256C-F41D-A58C-ADF8CC72A0F0}"/>
                </a:ext>
              </a:extLst>
            </p:cNvPr>
            <p:cNvCxnSpPr>
              <a:cxnSpLocks/>
            </p:cNvCxnSpPr>
            <p:nvPr/>
          </p:nvCxnSpPr>
          <p:spPr>
            <a:xfrm>
              <a:off x="1703070" y="2013264"/>
              <a:ext cx="0" cy="3790950"/>
            </a:xfrm>
            <a:prstGeom prst="line">
              <a:avLst/>
            </a:prstGeom>
            <a:ln w="28575"/>
          </p:spPr>
          <p:style>
            <a:lnRef idx="1">
              <a:schemeClr val="dk1"/>
            </a:lnRef>
            <a:fillRef idx="0">
              <a:schemeClr val="dk1"/>
            </a:fillRef>
            <a:effectRef idx="0">
              <a:schemeClr val="dk1"/>
            </a:effectRef>
            <a:fontRef idx="minor">
              <a:schemeClr val="tx1"/>
            </a:fontRef>
          </p:style>
        </p:cxnSp>
        <p:cxnSp>
          <p:nvCxnSpPr>
            <p:cNvPr id="12" name="Straight Connector 11">
              <a:extLst>
                <a:ext uri="{FF2B5EF4-FFF2-40B4-BE49-F238E27FC236}">
                  <a16:creationId xmlns:a16="http://schemas.microsoft.com/office/drawing/2014/main" id="{6C28638B-FF18-05B5-A723-0CF35E21D5B3}"/>
                </a:ext>
              </a:extLst>
            </p:cNvPr>
            <p:cNvCxnSpPr>
              <a:cxnSpLocks/>
            </p:cNvCxnSpPr>
            <p:nvPr/>
          </p:nvCxnSpPr>
          <p:spPr>
            <a:xfrm flipH="1">
              <a:off x="1703070" y="5804214"/>
              <a:ext cx="3249930" cy="0"/>
            </a:xfrm>
            <a:prstGeom prst="line">
              <a:avLst/>
            </a:prstGeom>
            <a:ln w="28575"/>
          </p:spPr>
          <p:style>
            <a:lnRef idx="1">
              <a:schemeClr val="dk1"/>
            </a:lnRef>
            <a:fillRef idx="0">
              <a:schemeClr val="dk1"/>
            </a:fillRef>
            <a:effectRef idx="0">
              <a:schemeClr val="dk1"/>
            </a:effectRef>
            <a:fontRef idx="minor">
              <a:schemeClr val="tx1"/>
            </a:fontRef>
          </p:style>
        </p:cxnSp>
      </p:grpSp>
      <p:grpSp>
        <p:nvGrpSpPr>
          <p:cNvPr id="16" name="Group 15">
            <a:extLst>
              <a:ext uri="{FF2B5EF4-FFF2-40B4-BE49-F238E27FC236}">
                <a16:creationId xmlns:a16="http://schemas.microsoft.com/office/drawing/2014/main" id="{18E74C62-C77D-BC7F-66C3-A9BF0D1183AD}"/>
              </a:ext>
            </a:extLst>
          </p:cNvPr>
          <p:cNvGrpSpPr/>
          <p:nvPr/>
        </p:nvGrpSpPr>
        <p:grpSpPr>
          <a:xfrm>
            <a:off x="7018020" y="2013264"/>
            <a:ext cx="3249930" cy="3790950"/>
            <a:chOff x="1703070" y="2013264"/>
            <a:chExt cx="3249930" cy="3790950"/>
          </a:xfrm>
        </p:grpSpPr>
        <p:cxnSp>
          <p:nvCxnSpPr>
            <p:cNvPr id="17" name="Straight Connector 16">
              <a:extLst>
                <a:ext uri="{FF2B5EF4-FFF2-40B4-BE49-F238E27FC236}">
                  <a16:creationId xmlns:a16="http://schemas.microsoft.com/office/drawing/2014/main" id="{8D66FCD1-15F1-F009-54CC-61D311C312F0}"/>
                </a:ext>
              </a:extLst>
            </p:cNvPr>
            <p:cNvCxnSpPr>
              <a:cxnSpLocks/>
            </p:cNvCxnSpPr>
            <p:nvPr/>
          </p:nvCxnSpPr>
          <p:spPr>
            <a:xfrm>
              <a:off x="1703070" y="2013264"/>
              <a:ext cx="0" cy="3790950"/>
            </a:xfrm>
            <a:prstGeom prst="line">
              <a:avLst/>
            </a:prstGeom>
            <a:ln w="28575"/>
          </p:spPr>
          <p:style>
            <a:lnRef idx="1">
              <a:schemeClr val="dk1"/>
            </a:lnRef>
            <a:fillRef idx="0">
              <a:schemeClr val="dk1"/>
            </a:fillRef>
            <a:effectRef idx="0">
              <a:schemeClr val="dk1"/>
            </a:effectRef>
            <a:fontRef idx="minor">
              <a:schemeClr val="tx1"/>
            </a:fontRef>
          </p:style>
        </p:cxnSp>
        <p:cxnSp>
          <p:nvCxnSpPr>
            <p:cNvPr id="18" name="Straight Connector 17">
              <a:extLst>
                <a:ext uri="{FF2B5EF4-FFF2-40B4-BE49-F238E27FC236}">
                  <a16:creationId xmlns:a16="http://schemas.microsoft.com/office/drawing/2014/main" id="{5FB3C911-2B6C-1784-A3FC-E4E2C781D619}"/>
                </a:ext>
              </a:extLst>
            </p:cNvPr>
            <p:cNvCxnSpPr>
              <a:cxnSpLocks/>
            </p:cNvCxnSpPr>
            <p:nvPr/>
          </p:nvCxnSpPr>
          <p:spPr>
            <a:xfrm flipH="1">
              <a:off x="1703070" y="5804214"/>
              <a:ext cx="3249930" cy="0"/>
            </a:xfrm>
            <a:prstGeom prst="line">
              <a:avLst/>
            </a:prstGeom>
            <a:ln w="28575"/>
          </p:spPr>
          <p:style>
            <a:lnRef idx="1">
              <a:schemeClr val="dk1"/>
            </a:lnRef>
            <a:fillRef idx="0">
              <a:schemeClr val="dk1"/>
            </a:fillRef>
            <a:effectRef idx="0">
              <a:schemeClr val="dk1"/>
            </a:effectRef>
            <a:fontRef idx="minor">
              <a:schemeClr val="tx1"/>
            </a:fontRef>
          </p:style>
        </p:cxnSp>
      </p:grpSp>
      <mc:AlternateContent xmlns:mc="http://schemas.openxmlformats.org/markup-compatibility/2006" xmlns:p14="http://schemas.microsoft.com/office/powerpoint/2010/main">
        <mc:Choice Requires="p14">
          <p:contentPart p14:bwMode="auto" r:id="rId2">
            <p14:nvContentPartPr>
              <p14:cNvPr id="27" name="Ink 26">
                <a:extLst>
                  <a:ext uri="{FF2B5EF4-FFF2-40B4-BE49-F238E27FC236}">
                    <a16:creationId xmlns:a16="http://schemas.microsoft.com/office/drawing/2014/main" id="{0520EAC1-153B-BB7E-1FDE-B7224EC3D35F}"/>
                  </a:ext>
                </a:extLst>
              </p14:cNvPr>
              <p14:cNvContentPartPr/>
              <p14:nvPr/>
            </p14:nvContentPartPr>
            <p14:xfrm>
              <a:off x="1745606" y="4152193"/>
              <a:ext cx="1960892" cy="1690463"/>
            </p14:xfrm>
          </p:contentPart>
        </mc:Choice>
        <mc:Fallback xmlns="">
          <p:pic>
            <p:nvPicPr>
              <p:cNvPr id="27" name="Ink 26">
                <a:extLst>
                  <a:ext uri="{FF2B5EF4-FFF2-40B4-BE49-F238E27FC236}">
                    <a16:creationId xmlns:a16="http://schemas.microsoft.com/office/drawing/2014/main" id="{0520EAC1-153B-BB7E-1FDE-B7224EC3D35F}"/>
                  </a:ext>
                </a:extLst>
              </p:cNvPr>
              <p:cNvPicPr/>
              <p:nvPr/>
            </p:nvPicPr>
            <p:blipFill>
              <a:blip r:embed="rId3"/>
              <a:stretch>
                <a:fillRect/>
              </a:stretch>
            </p:blipFill>
            <p:spPr>
              <a:xfrm>
                <a:off x="1727966" y="4134194"/>
                <a:ext cx="1996531" cy="1726101"/>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28" name="Ink 27">
                <a:extLst>
                  <a:ext uri="{FF2B5EF4-FFF2-40B4-BE49-F238E27FC236}">
                    <a16:creationId xmlns:a16="http://schemas.microsoft.com/office/drawing/2014/main" id="{AD67A57B-7164-7289-56D9-CD021FF2C342}"/>
                  </a:ext>
                </a:extLst>
              </p14:cNvPr>
              <p14:cNvContentPartPr/>
              <p14:nvPr/>
            </p14:nvContentPartPr>
            <p14:xfrm>
              <a:off x="3104206" y="4279631"/>
              <a:ext cx="1782360" cy="1539720"/>
            </p14:xfrm>
          </p:contentPart>
        </mc:Choice>
        <mc:Fallback xmlns="">
          <p:pic>
            <p:nvPicPr>
              <p:cNvPr id="28" name="Ink 27">
                <a:extLst>
                  <a:ext uri="{FF2B5EF4-FFF2-40B4-BE49-F238E27FC236}">
                    <a16:creationId xmlns:a16="http://schemas.microsoft.com/office/drawing/2014/main" id="{AD67A57B-7164-7289-56D9-CD021FF2C342}"/>
                  </a:ext>
                </a:extLst>
              </p:cNvPr>
              <p:cNvPicPr/>
              <p:nvPr/>
            </p:nvPicPr>
            <p:blipFill>
              <a:blip r:embed="rId5"/>
              <a:stretch>
                <a:fillRect/>
              </a:stretch>
            </p:blipFill>
            <p:spPr>
              <a:xfrm>
                <a:off x="3086206" y="4261631"/>
                <a:ext cx="1818000" cy="157536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29" name="Ink 28">
                <a:extLst>
                  <a:ext uri="{FF2B5EF4-FFF2-40B4-BE49-F238E27FC236}">
                    <a16:creationId xmlns:a16="http://schemas.microsoft.com/office/drawing/2014/main" id="{ACD736AB-90F7-C73E-BC7C-DEC9B25055E0}"/>
                  </a:ext>
                </a:extLst>
              </p14:cNvPr>
              <p14:cNvContentPartPr/>
              <p14:nvPr/>
            </p14:nvContentPartPr>
            <p14:xfrm>
              <a:off x="7184841" y="4003434"/>
              <a:ext cx="2206961" cy="1957974"/>
            </p14:xfrm>
          </p:contentPart>
        </mc:Choice>
        <mc:Fallback xmlns="">
          <p:pic>
            <p:nvPicPr>
              <p:cNvPr id="29" name="Ink 28">
                <a:extLst>
                  <a:ext uri="{FF2B5EF4-FFF2-40B4-BE49-F238E27FC236}">
                    <a16:creationId xmlns:a16="http://schemas.microsoft.com/office/drawing/2014/main" id="{ACD736AB-90F7-C73E-BC7C-DEC9B25055E0}"/>
                  </a:ext>
                </a:extLst>
              </p:cNvPr>
              <p:cNvPicPr/>
              <p:nvPr/>
            </p:nvPicPr>
            <p:blipFill>
              <a:blip r:embed="rId7"/>
              <a:stretch>
                <a:fillRect/>
              </a:stretch>
            </p:blipFill>
            <p:spPr>
              <a:xfrm>
                <a:off x="7166840" y="3985795"/>
                <a:ext cx="2242604" cy="1993613"/>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30" name="Ink 29">
                <a:extLst>
                  <a:ext uri="{FF2B5EF4-FFF2-40B4-BE49-F238E27FC236}">
                    <a16:creationId xmlns:a16="http://schemas.microsoft.com/office/drawing/2014/main" id="{BC34951E-EACE-FEB4-415F-0117AB0C2F52}"/>
                  </a:ext>
                </a:extLst>
              </p14:cNvPr>
              <p14:cNvContentPartPr/>
              <p14:nvPr/>
            </p14:nvContentPartPr>
            <p14:xfrm>
              <a:off x="9150526" y="3884806"/>
              <a:ext cx="839520" cy="2076480"/>
            </p14:xfrm>
          </p:contentPart>
        </mc:Choice>
        <mc:Fallback xmlns="">
          <p:pic>
            <p:nvPicPr>
              <p:cNvPr id="30" name="Ink 29">
                <a:extLst>
                  <a:ext uri="{FF2B5EF4-FFF2-40B4-BE49-F238E27FC236}">
                    <a16:creationId xmlns:a16="http://schemas.microsoft.com/office/drawing/2014/main" id="{BC34951E-EACE-FEB4-415F-0117AB0C2F52}"/>
                  </a:ext>
                </a:extLst>
              </p:cNvPr>
              <p:cNvPicPr/>
              <p:nvPr/>
            </p:nvPicPr>
            <p:blipFill>
              <a:blip r:embed="rId9"/>
              <a:stretch>
                <a:fillRect/>
              </a:stretch>
            </p:blipFill>
            <p:spPr>
              <a:xfrm>
                <a:off x="9132526" y="3866806"/>
                <a:ext cx="875160" cy="2112120"/>
              </a:xfrm>
              <a:prstGeom prst="rect">
                <a:avLst/>
              </a:prstGeom>
            </p:spPr>
          </p:pic>
        </mc:Fallback>
      </mc:AlternateContent>
      <p:sp>
        <p:nvSpPr>
          <p:cNvPr id="31" name="Rectangle 30">
            <a:extLst>
              <a:ext uri="{FF2B5EF4-FFF2-40B4-BE49-F238E27FC236}">
                <a16:creationId xmlns:a16="http://schemas.microsoft.com/office/drawing/2014/main" id="{761B71AA-3087-E905-4C19-148084AFADCE}"/>
              </a:ext>
            </a:extLst>
          </p:cNvPr>
          <p:cNvSpPr/>
          <p:nvPr/>
        </p:nvSpPr>
        <p:spPr>
          <a:xfrm>
            <a:off x="6871296" y="5818949"/>
            <a:ext cx="3396653" cy="260959"/>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32" name="Rectangle 31">
            <a:extLst>
              <a:ext uri="{FF2B5EF4-FFF2-40B4-BE49-F238E27FC236}">
                <a16:creationId xmlns:a16="http://schemas.microsoft.com/office/drawing/2014/main" id="{728E3CB7-E40A-DCFA-3EF8-394D937C5558}"/>
              </a:ext>
            </a:extLst>
          </p:cNvPr>
          <p:cNvSpPr/>
          <p:nvPr/>
        </p:nvSpPr>
        <p:spPr>
          <a:xfrm>
            <a:off x="1647741" y="5815718"/>
            <a:ext cx="3396653" cy="260959"/>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cxnSp>
        <p:nvCxnSpPr>
          <p:cNvPr id="34" name="Straight Arrow Connector 33">
            <a:extLst>
              <a:ext uri="{FF2B5EF4-FFF2-40B4-BE49-F238E27FC236}">
                <a16:creationId xmlns:a16="http://schemas.microsoft.com/office/drawing/2014/main" id="{BDFE6943-80D1-512C-AB24-706117EBA30A}"/>
              </a:ext>
            </a:extLst>
          </p:cNvPr>
          <p:cNvCxnSpPr/>
          <p:nvPr/>
        </p:nvCxnSpPr>
        <p:spPr>
          <a:xfrm>
            <a:off x="1959429" y="5721089"/>
            <a:ext cx="1603168" cy="0"/>
          </a:xfrm>
          <a:prstGeom prst="straightConnector1">
            <a:avLst/>
          </a:prstGeom>
          <a:ln w="57150">
            <a:solidFill>
              <a:srgbClr val="92D050"/>
            </a:solidFill>
            <a:headEnd type="triangle"/>
            <a:tailEnd type="triangle"/>
          </a:ln>
        </p:spPr>
        <p:style>
          <a:lnRef idx="1">
            <a:schemeClr val="dk1"/>
          </a:lnRef>
          <a:fillRef idx="0">
            <a:schemeClr val="dk1"/>
          </a:fillRef>
          <a:effectRef idx="0">
            <a:schemeClr val="dk1"/>
          </a:effectRef>
          <a:fontRef idx="minor">
            <a:schemeClr val="tx1"/>
          </a:fontRef>
        </p:style>
      </p:cxnSp>
      <p:cxnSp>
        <p:nvCxnSpPr>
          <p:cNvPr id="35" name="Straight Arrow Connector 34">
            <a:extLst>
              <a:ext uri="{FF2B5EF4-FFF2-40B4-BE49-F238E27FC236}">
                <a16:creationId xmlns:a16="http://schemas.microsoft.com/office/drawing/2014/main" id="{DA44B4CA-D36C-E009-9A84-69C3988BE775}"/>
              </a:ext>
            </a:extLst>
          </p:cNvPr>
          <p:cNvCxnSpPr>
            <a:cxnSpLocks/>
          </p:cNvCxnSpPr>
          <p:nvPr/>
        </p:nvCxnSpPr>
        <p:spPr>
          <a:xfrm>
            <a:off x="7265714" y="5695360"/>
            <a:ext cx="2126088" cy="0"/>
          </a:xfrm>
          <a:prstGeom prst="straightConnector1">
            <a:avLst/>
          </a:prstGeom>
          <a:ln w="57150">
            <a:solidFill>
              <a:srgbClr val="92D050"/>
            </a:solidFill>
            <a:headEnd type="triangle"/>
            <a:tailEnd type="triangle"/>
          </a:ln>
        </p:spPr>
        <p:style>
          <a:lnRef idx="1">
            <a:schemeClr val="dk1"/>
          </a:lnRef>
          <a:fillRef idx="0">
            <a:schemeClr val="dk1"/>
          </a:fillRef>
          <a:effectRef idx="0">
            <a:schemeClr val="dk1"/>
          </a:effectRef>
          <a:fontRef idx="minor">
            <a:schemeClr val="tx1"/>
          </a:fontRef>
        </p:style>
      </p:cxnSp>
      <p:cxnSp>
        <p:nvCxnSpPr>
          <p:cNvPr id="37" name="Straight Arrow Connector 36">
            <a:extLst>
              <a:ext uri="{FF2B5EF4-FFF2-40B4-BE49-F238E27FC236}">
                <a16:creationId xmlns:a16="http://schemas.microsoft.com/office/drawing/2014/main" id="{38B2BCA9-B370-DDDC-10A1-00E52E23A89A}"/>
              </a:ext>
            </a:extLst>
          </p:cNvPr>
          <p:cNvCxnSpPr/>
          <p:nvPr/>
        </p:nvCxnSpPr>
        <p:spPr>
          <a:xfrm>
            <a:off x="3150259" y="5946197"/>
            <a:ext cx="1603168" cy="0"/>
          </a:xfrm>
          <a:prstGeom prst="straightConnector1">
            <a:avLst/>
          </a:prstGeom>
          <a:ln w="57150">
            <a:solidFill>
              <a:srgbClr val="7030A0"/>
            </a:solidFill>
            <a:headEnd type="triangle"/>
            <a:tailEnd type="triangle"/>
          </a:ln>
        </p:spPr>
        <p:style>
          <a:lnRef idx="1">
            <a:schemeClr val="dk1"/>
          </a:lnRef>
          <a:fillRef idx="0">
            <a:schemeClr val="dk1"/>
          </a:fillRef>
          <a:effectRef idx="0">
            <a:schemeClr val="dk1"/>
          </a:effectRef>
          <a:fontRef idx="minor">
            <a:schemeClr val="tx1"/>
          </a:fontRef>
        </p:style>
      </p:cxnSp>
      <p:cxnSp>
        <p:nvCxnSpPr>
          <p:cNvPr id="38" name="Straight Arrow Connector 37">
            <a:extLst>
              <a:ext uri="{FF2B5EF4-FFF2-40B4-BE49-F238E27FC236}">
                <a16:creationId xmlns:a16="http://schemas.microsoft.com/office/drawing/2014/main" id="{AF09846A-108B-06A2-DFC4-D0012983AC9A}"/>
              </a:ext>
            </a:extLst>
          </p:cNvPr>
          <p:cNvCxnSpPr>
            <a:cxnSpLocks/>
          </p:cNvCxnSpPr>
          <p:nvPr/>
        </p:nvCxnSpPr>
        <p:spPr>
          <a:xfrm>
            <a:off x="9263958" y="5932215"/>
            <a:ext cx="726088" cy="0"/>
          </a:xfrm>
          <a:prstGeom prst="straightConnector1">
            <a:avLst/>
          </a:prstGeom>
          <a:ln w="57150">
            <a:solidFill>
              <a:srgbClr val="7030A0"/>
            </a:solidFill>
            <a:headEnd type="triangle"/>
            <a:tailEnd type="triangle"/>
          </a:ln>
        </p:spPr>
        <p:style>
          <a:lnRef idx="1">
            <a:schemeClr val="dk1"/>
          </a:lnRef>
          <a:fillRef idx="0">
            <a:schemeClr val="dk1"/>
          </a:fillRef>
          <a:effectRef idx="0">
            <a:schemeClr val="dk1"/>
          </a:effectRef>
          <a:fontRef idx="minor">
            <a:schemeClr val="tx1"/>
          </a:fontRef>
        </p:style>
      </p:cxnSp>
      <p:sp>
        <p:nvSpPr>
          <p:cNvPr id="40" name="TextBox 39">
            <a:extLst>
              <a:ext uri="{FF2B5EF4-FFF2-40B4-BE49-F238E27FC236}">
                <a16:creationId xmlns:a16="http://schemas.microsoft.com/office/drawing/2014/main" id="{416DFF21-EED0-AEE2-7231-D98DB1AFABA5}"/>
              </a:ext>
            </a:extLst>
          </p:cNvPr>
          <p:cNvSpPr txBox="1"/>
          <p:nvPr/>
        </p:nvSpPr>
        <p:spPr>
          <a:xfrm>
            <a:off x="1855156" y="6018857"/>
            <a:ext cx="2744085" cy="369332"/>
          </a:xfrm>
          <a:prstGeom prst="rect">
            <a:avLst/>
          </a:prstGeom>
          <a:noFill/>
        </p:spPr>
        <p:txBody>
          <a:bodyPr wrap="none" rtlCol="0">
            <a:spAutoFit/>
          </a:bodyPr>
          <a:lstStyle/>
          <a:p>
            <a:r>
              <a:rPr lang="en-GB" dirty="0"/>
              <a:t>V</a:t>
            </a:r>
            <a:r>
              <a:rPr lang="en-NL" dirty="0" err="1"/>
              <a:t>ariance</a:t>
            </a:r>
            <a:r>
              <a:rPr lang="en-NL" dirty="0"/>
              <a:t> within the group</a:t>
            </a:r>
          </a:p>
        </p:txBody>
      </p:sp>
      <p:cxnSp>
        <p:nvCxnSpPr>
          <p:cNvPr id="42" name="Straight Arrow Connector 41">
            <a:extLst>
              <a:ext uri="{FF2B5EF4-FFF2-40B4-BE49-F238E27FC236}">
                <a16:creationId xmlns:a16="http://schemas.microsoft.com/office/drawing/2014/main" id="{A518DE14-A862-E0E8-3652-71DA1160782E}"/>
              </a:ext>
            </a:extLst>
          </p:cNvPr>
          <p:cNvCxnSpPr/>
          <p:nvPr/>
        </p:nvCxnSpPr>
        <p:spPr>
          <a:xfrm>
            <a:off x="7564582" y="1769423"/>
            <a:ext cx="1078403" cy="1128156"/>
          </a:xfrm>
          <a:prstGeom prst="straightConnector1">
            <a:avLst/>
          </a:prstGeom>
          <a:ln w="57150">
            <a:tailEnd type="triangle"/>
          </a:ln>
        </p:spPr>
        <p:style>
          <a:lnRef idx="1">
            <a:schemeClr val="dk1"/>
          </a:lnRef>
          <a:fillRef idx="0">
            <a:schemeClr val="dk1"/>
          </a:fillRef>
          <a:effectRef idx="0">
            <a:schemeClr val="dk1"/>
          </a:effectRef>
          <a:fontRef idx="minor">
            <a:schemeClr val="tx1"/>
          </a:fontRef>
        </p:style>
      </p:cxnSp>
      <p:cxnSp>
        <p:nvCxnSpPr>
          <p:cNvPr id="43" name="Straight Arrow Connector 42">
            <a:extLst>
              <a:ext uri="{FF2B5EF4-FFF2-40B4-BE49-F238E27FC236}">
                <a16:creationId xmlns:a16="http://schemas.microsoft.com/office/drawing/2014/main" id="{DB3A4C3E-63C9-3A1B-7C6E-4A7D1B125373}"/>
              </a:ext>
            </a:extLst>
          </p:cNvPr>
          <p:cNvCxnSpPr>
            <a:cxnSpLocks/>
          </p:cNvCxnSpPr>
          <p:nvPr/>
        </p:nvCxnSpPr>
        <p:spPr>
          <a:xfrm flipH="1">
            <a:off x="3548063" y="1825252"/>
            <a:ext cx="1274995" cy="1219842"/>
          </a:xfrm>
          <a:prstGeom prst="straightConnector1">
            <a:avLst/>
          </a:prstGeom>
          <a:ln w="57150">
            <a:tailEnd type="triangle"/>
          </a:ln>
        </p:spPr>
        <p:style>
          <a:lnRef idx="1">
            <a:schemeClr val="dk1"/>
          </a:lnRef>
          <a:fillRef idx="0">
            <a:schemeClr val="dk1"/>
          </a:fillRef>
          <a:effectRef idx="0">
            <a:schemeClr val="dk1"/>
          </a:effectRef>
          <a:fontRef idx="minor">
            <a:schemeClr val="tx1"/>
          </a:fontRef>
        </p:style>
      </p:cxnSp>
      <p:sp>
        <p:nvSpPr>
          <p:cNvPr id="45" name="TextBox 44">
            <a:extLst>
              <a:ext uri="{FF2B5EF4-FFF2-40B4-BE49-F238E27FC236}">
                <a16:creationId xmlns:a16="http://schemas.microsoft.com/office/drawing/2014/main" id="{EC2BB6E9-F6C4-AE51-614D-F89EA44B9DF4}"/>
              </a:ext>
            </a:extLst>
          </p:cNvPr>
          <p:cNvSpPr txBox="1"/>
          <p:nvPr/>
        </p:nvSpPr>
        <p:spPr>
          <a:xfrm>
            <a:off x="3706498" y="2107096"/>
            <a:ext cx="461986" cy="369332"/>
          </a:xfrm>
          <a:prstGeom prst="rect">
            <a:avLst/>
          </a:prstGeom>
          <a:noFill/>
        </p:spPr>
        <p:txBody>
          <a:bodyPr wrap="none" rtlCol="0">
            <a:spAutoFit/>
          </a:bodyPr>
          <a:lstStyle/>
          <a:p>
            <a:r>
              <a:rPr lang="en-NL" dirty="0"/>
              <a:t>H0</a:t>
            </a:r>
          </a:p>
        </p:txBody>
      </p:sp>
      <p:sp>
        <p:nvSpPr>
          <p:cNvPr id="46" name="TextBox 45">
            <a:extLst>
              <a:ext uri="{FF2B5EF4-FFF2-40B4-BE49-F238E27FC236}">
                <a16:creationId xmlns:a16="http://schemas.microsoft.com/office/drawing/2014/main" id="{411CC731-FC26-5D21-D910-96AF4E6FF4DA}"/>
              </a:ext>
            </a:extLst>
          </p:cNvPr>
          <p:cNvSpPr txBox="1"/>
          <p:nvPr/>
        </p:nvSpPr>
        <p:spPr>
          <a:xfrm>
            <a:off x="8338629" y="1965370"/>
            <a:ext cx="461986" cy="369332"/>
          </a:xfrm>
          <a:prstGeom prst="rect">
            <a:avLst/>
          </a:prstGeom>
          <a:noFill/>
        </p:spPr>
        <p:txBody>
          <a:bodyPr wrap="none" rtlCol="0">
            <a:spAutoFit/>
          </a:bodyPr>
          <a:lstStyle/>
          <a:p>
            <a:r>
              <a:rPr lang="en-NL" dirty="0"/>
              <a:t>H1</a:t>
            </a:r>
          </a:p>
        </p:txBody>
      </p:sp>
      <p:sp>
        <p:nvSpPr>
          <p:cNvPr id="47" name="TextBox 46">
            <a:extLst>
              <a:ext uri="{FF2B5EF4-FFF2-40B4-BE49-F238E27FC236}">
                <a16:creationId xmlns:a16="http://schemas.microsoft.com/office/drawing/2014/main" id="{5F977E46-C4DD-89A2-D49B-49754619BB53}"/>
              </a:ext>
            </a:extLst>
          </p:cNvPr>
          <p:cNvSpPr txBox="1"/>
          <p:nvPr/>
        </p:nvSpPr>
        <p:spPr>
          <a:xfrm>
            <a:off x="8861196" y="2346346"/>
            <a:ext cx="2669898" cy="461665"/>
          </a:xfrm>
          <a:prstGeom prst="rect">
            <a:avLst/>
          </a:prstGeom>
          <a:noFill/>
        </p:spPr>
        <p:txBody>
          <a:bodyPr wrap="none" rtlCol="0">
            <a:spAutoFit/>
          </a:bodyPr>
          <a:lstStyle/>
          <a:p>
            <a:r>
              <a:rPr lang="en-GB" sz="2400" b="1" dirty="0"/>
              <a:t>S</a:t>
            </a:r>
            <a:r>
              <a:rPr lang="en-NL" sz="2400" b="1" dirty="0" err="1"/>
              <a:t>ignificant</a:t>
            </a:r>
            <a:r>
              <a:rPr lang="en-NL" sz="2400" b="1" dirty="0"/>
              <a:t> p value</a:t>
            </a:r>
          </a:p>
        </p:txBody>
      </p:sp>
    </p:spTree>
    <p:extLst>
      <p:ext uri="{BB962C8B-B14F-4D97-AF65-F5344CB8AC3E}">
        <p14:creationId xmlns:p14="http://schemas.microsoft.com/office/powerpoint/2010/main" val="217886194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14EF4F-B2CC-9569-9CC6-62058CCAB5A3}"/>
              </a:ext>
            </a:extLst>
          </p:cNvPr>
          <p:cNvSpPr>
            <a:spLocks noGrp="1"/>
          </p:cNvSpPr>
          <p:nvPr>
            <p:ph type="title"/>
          </p:nvPr>
        </p:nvSpPr>
        <p:spPr>
          <a:xfrm>
            <a:off x="604850" y="475012"/>
            <a:ext cx="9953308" cy="917193"/>
          </a:xfrm>
        </p:spPr>
        <p:txBody>
          <a:bodyPr/>
          <a:lstStyle/>
          <a:p>
            <a:r>
              <a:rPr lang="en-NL" dirty="0"/>
              <a:t>What are the three types of t-tests?</a:t>
            </a:r>
          </a:p>
        </p:txBody>
      </p:sp>
      <p:sp>
        <p:nvSpPr>
          <p:cNvPr id="7" name="Slide Number Placeholder 6">
            <a:extLst>
              <a:ext uri="{FF2B5EF4-FFF2-40B4-BE49-F238E27FC236}">
                <a16:creationId xmlns:a16="http://schemas.microsoft.com/office/drawing/2014/main" id="{8E4D3749-A250-5A05-06E5-4F5015DE0382}"/>
              </a:ext>
            </a:extLst>
          </p:cNvPr>
          <p:cNvSpPr>
            <a:spLocks noGrp="1"/>
          </p:cNvSpPr>
          <p:nvPr>
            <p:ph type="sldNum" sz="quarter" idx="13"/>
          </p:nvPr>
        </p:nvSpPr>
        <p:spPr/>
        <p:txBody>
          <a:bodyPr/>
          <a:lstStyle/>
          <a:p>
            <a:fld id="{A49DFD55-3C28-40EF-9E31-A92D2E4017FF}" type="slidenum">
              <a:rPr lang="en-US" smtClean="0"/>
              <a:pPr/>
              <a:t>35</a:t>
            </a:fld>
            <a:endParaRPr lang="en-US" dirty="0"/>
          </a:p>
        </p:txBody>
      </p:sp>
      <p:pic>
        <p:nvPicPr>
          <p:cNvPr id="8194" name="Picture 2" descr="One sample t-test • Simply explained - DATAtab">
            <a:extLst>
              <a:ext uri="{FF2B5EF4-FFF2-40B4-BE49-F238E27FC236}">
                <a16:creationId xmlns:a16="http://schemas.microsoft.com/office/drawing/2014/main" id="{51792C9A-09ED-1D16-F80B-6EBC27D7457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27982" y="2142446"/>
            <a:ext cx="8450408" cy="393464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115694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19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70CF61-34FA-9F5A-7B16-638D1797EE87}"/>
              </a:ext>
            </a:extLst>
          </p:cNvPr>
          <p:cNvSpPr>
            <a:spLocks noGrp="1"/>
          </p:cNvSpPr>
          <p:nvPr>
            <p:ph type="title"/>
          </p:nvPr>
        </p:nvSpPr>
        <p:spPr>
          <a:xfrm>
            <a:off x="1407594" y="3820886"/>
            <a:ext cx="9953308" cy="1780860"/>
          </a:xfrm>
        </p:spPr>
        <p:txBody>
          <a:bodyPr>
            <a:normAutofit fontScale="90000"/>
          </a:bodyPr>
          <a:lstStyle/>
          <a:p>
            <a:r>
              <a:rPr lang="en-US" b="1" dirty="0"/>
              <a:t>A hotel manager wants to compare the average guest satisfaction score in their hotel against a known industry standard of 8.5. They collect satisfaction scores from a sample of recent guests. Which test is appropriate?</a:t>
            </a:r>
            <a:br>
              <a:rPr lang="en-NL" b="1" dirty="0"/>
            </a:br>
            <a:br>
              <a:rPr lang="en-NL" b="1" dirty="0"/>
            </a:br>
            <a:br>
              <a:rPr lang="en-US" dirty="0"/>
            </a:br>
            <a:r>
              <a:rPr lang="en-US" dirty="0"/>
              <a:t>a) One-sample t-test</a:t>
            </a:r>
            <a:br>
              <a:rPr lang="en-US" dirty="0"/>
            </a:br>
            <a:r>
              <a:rPr lang="en-US" dirty="0"/>
              <a:t>b) Independent t-test</a:t>
            </a:r>
            <a:br>
              <a:rPr lang="en-US" dirty="0"/>
            </a:br>
            <a:r>
              <a:rPr lang="en-US" dirty="0"/>
              <a:t>c) Paired t-test</a:t>
            </a:r>
            <a:br>
              <a:rPr lang="en-US" dirty="0"/>
            </a:br>
            <a:r>
              <a:rPr lang="en-US" dirty="0"/>
              <a:t>d) Mann-Whitney U test</a:t>
            </a:r>
            <a:br>
              <a:rPr lang="en-US" dirty="0"/>
            </a:br>
            <a:endParaRPr lang="en-NL" dirty="0"/>
          </a:p>
        </p:txBody>
      </p:sp>
      <p:sp>
        <p:nvSpPr>
          <p:cNvPr id="7" name="Slide Number Placeholder 6">
            <a:extLst>
              <a:ext uri="{FF2B5EF4-FFF2-40B4-BE49-F238E27FC236}">
                <a16:creationId xmlns:a16="http://schemas.microsoft.com/office/drawing/2014/main" id="{5369CF5E-87BD-061A-D13E-3E46962FD03E}"/>
              </a:ext>
            </a:extLst>
          </p:cNvPr>
          <p:cNvSpPr>
            <a:spLocks noGrp="1"/>
          </p:cNvSpPr>
          <p:nvPr>
            <p:ph type="sldNum" sz="quarter" idx="13"/>
          </p:nvPr>
        </p:nvSpPr>
        <p:spPr/>
        <p:txBody>
          <a:bodyPr/>
          <a:lstStyle/>
          <a:p>
            <a:fld id="{A49DFD55-3C28-40EF-9E31-A92D2E4017FF}" type="slidenum">
              <a:rPr lang="en-US" smtClean="0"/>
              <a:pPr/>
              <a:t>36</a:t>
            </a:fld>
            <a:endParaRPr lang="en-US" dirty="0"/>
          </a:p>
        </p:txBody>
      </p:sp>
      <mc:AlternateContent xmlns:mc="http://schemas.openxmlformats.org/markup-compatibility/2006" xmlns:p14="http://schemas.microsoft.com/office/powerpoint/2010/main">
        <mc:Choice Requires="p14">
          <p:contentPart p14:bwMode="auto" r:id="rId2">
            <p14:nvContentPartPr>
              <p14:cNvPr id="8" name="Ink 7">
                <a:extLst>
                  <a:ext uri="{FF2B5EF4-FFF2-40B4-BE49-F238E27FC236}">
                    <a16:creationId xmlns:a16="http://schemas.microsoft.com/office/drawing/2014/main" id="{CC1FEB22-6A8D-C435-CCA0-900EA7DC3992}"/>
                  </a:ext>
                </a:extLst>
              </p14:cNvPr>
              <p14:cNvContentPartPr/>
              <p14:nvPr/>
            </p14:nvContentPartPr>
            <p14:xfrm>
              <a:off x="1276568" y="3961501"/>
              <a:ext cx="5107680" cy="45719"/>
            </p14:xfrm>
          </p:contentPart>
        </mc:Choice>
        <mc:Fallback xmlns="">
          <p:pic>
            <p:nvPicPr>
              <p:cNvPr id="8" name="Ink 7">
                <a:extLst>
                  <a:ext uri="{FF2B5EF4-FFF2-40B4-BE49-F238E27FC236}">
                    <a16:creationId xmlns:a16="http://schemas.microsoft.com/office/drawing/2014/main" id="{CC1FEB22-6A8D-C435-CCA0-900EA7DC3992}"/>
                  </a:ext>
                </a:extLst>
              </p:cNvPr>
              <p:cNvPicPr/>
              <p:nvPr/>
            </p:nvPicPr>
            <p:blipFill>
              <a:blip r:embed="rId3"/>
              <a:stretch>
                <a:fillRect/>
              </a:stretch>
            </p:blipFill>
            <p:spPr>
              <a:xfrm>
                <a:off x="1186928" y="3782911"/>
                <a:ext cx="5287320" cy="402542"/>
              </a:xfrm>
              <a:prstGeom prst="rect">
                <a:avLst/>
              </a:prstGeom>
            </p:spPr>
          </p:pic>
        </mc:Fallback>
      </mc:AlternateContent>
    </p:spTree>
    <p:extLst>
      <p:ext uri="{BB962C8B-B14F-4D97-AF65-F5344CB8AC3E}">
        <p14:creationId xmlns:p14="http://schemas.microsoft.com/office/powerpoint/2010/main" val="25367235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70CF61-34FA-9F5A-7B16-638D1797EE87}"/>
              </a:ext>
            </a:extLst>
          </p:cNvPr>
          <p:cNvSpPr>
            <a:spLocks noGrp="1"/>
          </p:cNvSpPr>
          <p:nvPr>
            <p:ph type="title"/>
          </p:nvPr>
        </p:nvSpPr>
        <p:spPr>
          <a:xfrm>
            <a:off x="1407594" y="3820886"/>
            <a:ext cx="9953308" cy="1780860"/>
          </a:xfrm>
        </p:spPr>
        <p:txBody>
          <a:bodyPr>
            <a:normAutofit fontScale="90000"/>
          </a:bodyPr>
          <a:lstStyle/>
          <a:p>
            <a:r>
              <a:rPr lang="en-US" b="1" dirty="0"/>
              <a:t>Two different hotels want to compare their average ratings on cleanliness. The ratings are collected independently from guests of each hotel. Which test should be used?</a:t>
            </a:r>
            <a:br>
              <a:rPr lang="en-NL" b="1" dirty="0"/>
            </a:br>
            <a:br>
              <a:rPr lang="en-NL" b="1" dirty="0"/>
            </a:br>
            <a:br>
              <a:rPr lang="en-US" dirty="0"/>
            </a:br>
            <a:r>
              <a:rPr lang="en-US" dirty="0"/>
              <a:t>a) One-sample t-test</a:t>
            </a:r>
            <a:br>
              <a:rPr lang="en-US" dirty="0"/>
            </a:br>
            <a:r>
              <a:rPr lang="en-US" dirty="0"/>
              <a:t>b) Independent t-test</a:t>
            </a:r>
            <a:br>
              <a:rPr lang="en-US" dirty="0"/>
            </a:br>
            <a:r>
              <a:rPr lang="en-US" dirty="0"/>
              <a:t>c) Paired t-test</a:t>
            </a:r>
            <a:br>
              <a:rPr lang="en-US" dirty="0"/>
            </a:br>
            <a:r>
              <a:rPr lang="en-US" dirty="0"/>
              <a:t>d) Mann-Whitney U test</a:t>
            </a:r>
            <a:br>
              <a:rPr lang="en-US" dirty="0"/>
            </a:br>
            <a:endParaRPr lang="en-NL" dirty="0"/>
          </a:p>
        </p:txBody>
      </p:sp>
      <p:sp>
        <p:nvSpPr>
          <p:cNvPr id="7" name="Slide Number Placeholder 6">
            <a:extLst>
              <a:ext uri="{FF2B5EF4-FFF2-40B4-BE49-F238E27FC236}">
                <a16:creationId xmlns:a16="http://schemas.microsoft.com/office/drawing/2014/main" id="{5369CF5E-87BD-061A-D13E-3E46962FD03E}"/>
              </a:ext>
            </a:extLst>
          </p:cNvPr>
          <p:cNvSpPr>
            <a:spLocks noGrp="1"/>
          </p:cNvSpPr>
          <p:nvPr>
            <p:ph type="sldNum" sz="quarter" idx="13"/>
          </p:nvPr>
        </p:nvSpPr>
        <p:spPr/>
        <p:txBody>
          <a:bodyPr/>
          <a:lstStyle/>
          <a:p>
            <a:fld id="{A49DFD55-3C28-40EF-9E31-A92D2E4017FF}" type="slidenum">
              <a:rPr lang="en-US" smtClean="0"/>
              <a:pPr/>
              <a:t>37</a:t>
            </a:fld>
            <a:endParaRPr lang="en-US" dirty="0"/>
          </a:p>
        </p:txBody>
      </p:sp>
      <mc:AlternateContent xmlns:mc="http://schemas.openxmlformats.org/markup-compatibility/2006" xmlns:p14="http://schemas.microsoft.com/office/powerpoint/2010/main">
        <mc:Choice Requires="p14">
          <p:contentPart p14:bwMode="auto" r:id="rId2">
            <p14:nvContentPartPr>
              <p14:cNvPr id="8" name="Ink 7">
                <a:extLst>
                  <a:ext uri="{FF2B5EF4-FFF2-40B4-BE49-F238E27FC236}">
                    <a16:creationId xmlns:a16="http://schemas.microsoft.com/office/drawing/2014/main" id="{CC1FEB22-6A8D-C435-CCA0-900EA7DC3992}"/>
                  </a:ext>
                </a:extLst>
              </p14:cNvPr>
              <p14:cNvContentPartPr/>
              <p14:nvPr/>
            </p14:nvContentPartPr>
            <p14:xfrm>
              <a:off x="1276568" y="4377140"/>
              <a:ext cx="5107680" cy="45719"/>
            </p14:xfrm>
          </p:contentPart>
        </mc:Choice>
        <mc:Fallback xmlns="">
          <p:pic>
            <p:nvPicPr>
              <p:cNvPr id="8" name="Ink 7">
                <a:extLst>
                  <a:ext uri="{FF2B5EF4-FFF2-40B4-BE49-F238E27FC236}">
                    <a16:creationId xmlns:a16="http://schemas.microsoft.com/office/drawing/2014/main" id="{CC1FEB22-6A8D-C435-CCA0-900EA7DC3992}"/>
                  </a:ext>
                </a:extLst>
              </p:cNvPr>
              <p:cNvPicPr/>
              <p:nvPr/>
            </p:nvPicPr>
            <p:blipFill>
              <a:blip r:embed="rId3"/>
              <a:stretch>
                <a:fillRect/>
              </a:stretch>
            </p:blipFill>
            <p:spPr>
              <a:xfrm>
                <a:off x="1186568" y="4198550"/>
                <a:ext cx="5287320" cy="402542"/>
              </a:xfrm>
              <a:prstGeom prst="rect">
                <a:avLst/>
              </a:prstGeom>
            </p:spPr>
          </p:pic>
        </mc:Fallback>
      </mc:AlternateContent>
    </p:spTree>
    <p:extLst>
      <p:ext uri="{BB962C8B-B14F-4D97-AF65-F5344CB8AC3E}">
        <p14:creationId xmlns:p14="http://schemas.microsoft.com/office/powerpoint/2010/main" val="36060453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70CF61-34FA-9F5A-7B16-638D1797EE87}"/>
              </a:ext>
            </a:extLst>
          </p:cNvPr>
          <p:cNvSpPr>
            <a:spLocks noGrp="1"/>
          </p:cNvSpPr>
          <p:nvPr>
            <p:ph type="title"/>
          </p:nvPr>
        </p:nvSpPr>
        <p:spPr>
          <a:xfrm>
            <a:off x="1407594" y="3820886"/>
            <a:ext cx="9953308" cy="1780860"/>
          </a:xfrm>
        </p:spPr>
        <p:txBody>
          <a:bodyPr>
            <a:normAutofit fontScale="90000"/>
          </a:bodyPr>
          <a:lstStyle/>
          <a:p>
            <a:r>
              <a:rPr lang="en-US" b="1" dirty="0"/>
              <a:t>A researcher is comparing the time it takes two groups of employees, one in customer service and one in housekeeping, to complete a task. The data for each group is not normally distributed. Which test should they choose?</a:t>
            </a:r>
            <a:br>
              <a:rPr lang="en-NL" b="1" dirty="0"/>
            </a:br>
            <a:br>
              <a:rPr lang="en-NL" b="1" dirty="0"/>
            </a:br>
            <a:br>
              <a:rPr lang="en-US" dirty="0"/>
            </a:br>
            <a:r>
              <a:rPr lang="en-US" dirty="0"/>
              <a:t>a) One-sample t-test</a:t>
            </a:r>
            <a:br>
              <a:rPr lang="en-US" dirty="0"/>
            </a:br>
            <a:r>
              <a:rPr lang="en-US" dirty="0"/>
              <a:t>b) Independent t-test</a:t>
            </a:r>
            <a:br>
              <a:rPr lang="en-US" dirty="0"/>
            </a:br>
            <a:r>
              <a:rPr lang="en-US" dirty="0"/>
              <a:t>c) Paired t-test</a:t>
            </a:r>
            <a:br>
              <a:rPr lang="en-US" dirty="0"/>
            </a:br>
            <a:r>
              <a:rPr lang="en-US" dirty="0"/>
              <a:t>d) Mann-Whitney U test</a:t>
            </a:r>
            <a:br>
              <a:rPr lang="en-US" dirty="0"/>
            </a:br>
            <a:endParaRPr lang="en-NL" dirty="0"/>
          </a:p>
        </p:txBody>
      </p:sp>
      <p:sp>
        <p:nvSpPr>
          <p:cNvPr id="7" name="Slide Number Placeholder 6">
            <a:extLst>
              <a:ext uri="{FF2B5EF4-FFF2-40B4-BE49-F238E27FC236}">
                <a16:creationId xmlns:a16="http://schemas.microsoft.com/office/drawing/2014/main" id="{5369CF5E-87BD-061A-D13E-3E46962FD03E}"/>
              </a:ext>
            </a:extLst>
          </p:cNvPr>
          <p:cNvSpPr>
            <a:spLocks noGrp="1"/>
          </p:cNvSpPr>
          <p:nvPr>
            <p:ph type="sldNum" sz="quarter" idx="13"/>
          </p:nvPr>
        </p:nvSpPr>
        <p:spPr/>
        <p:txBody>
          <a:bodyPr/>
          <a:lstStyle/>
          <a:p>
            <a:fld id="{A49DFD55-3C28-40EF-9E31-A92D2E4017FF}" type="slidenum">
              <a:rPr lang="en-US" smtClean="0"/>
              <a:pPr/>
              <a:t>38</a:t>
            </a:fld>
            <a:endParaRPr lang="en-US" dirty="0"/>
          </a:p>
        </p:txBody>
      </p:sp>
      <mc:AlternateContent xmlns:mc="http://schemas.openxmlformats.org/markup-compatibility/2006" xmlns:p14="http://schemas.microsoft.com/office/powerpoint/2010/main">
        <mc:Choice Requires="p14">
          <p:contentPart p14:bwMode="auto" r:id="rId2">
            <p14:nvContentPartPr>
              <p14:cNvPr id="8" name="Ink 7">
                <a:extLst>
                  <a:ext uri="{FF2B5EF4-FFF2-40B4-BE49-F238E27FC236}">
                    <a16:creationId xmlns:a16="http://schemas.microsoft.com/office/drawing/2014/main" id="{CC1FEB22-6A8D-C435-CCA0-900EA7DC3992}"/>
                  </a:ext>
                </a:extLst>
              </p14:cNvPr>
              <p14:cNvContentPartPr/>
              <p14:nvPr/>
            </p14:nvContentPartPr>
            <p14:xfrm>
              <a:off x="1407594" y="5065909"/>
              <a:ext cx="5107680" cy="45719"/>
            </p14:xfrm>
          </p:contentPart>
        </mc:Choice>
        <mc:Fallback xmlns="">
          <p:pic>
            <p:nvPicPr>
              <p:cNvPr id="8" name="Ink 7">
                <a:extLst>
                  <a:ext uri="{FF2B5EF4-FFF2-40B4-BE49-F238E27FC236}">
                    <a16:creationId xmlns:a16="http://schemas.microsoft.com/office/drawing/2014/main" id="{CC1FEB22-6A8D-C435-CCA0-900EA7DC3992}"/>
                  </a:ext>
                </a:extLst>
              </p:cNvPr>
              <p:cNvPicPr/>
              <p:nvPr/>
            </p:nvPicPr>
            <p:blipFill>
              <a:blip r:embed="rId3"/>
              <a:stretch>
                <a:fillRect/>
              </a:stretch>
            </p:blipFill>
            <p:spPr>
              <a:xfrm>
                <a:off x="1317594" y="4887319"/>
                <a:ext cx="5287320" cy="402542"/>
              </a:xfrm>
              <a:prstGeom prst="rect">
                <a:avLst/>
              </a:prstGeom>
            </p:spPr>
          </p:pic>
        </mc:Fallback>
      </mc:AlternateContent>
    </p:spTree>
    <p:extLst>
      <p:ext uri="{BB962C8B-B14F-4D97-AF65-F5344CB8AC3E}">
        <p14:creationId xmlns:p14="http://schemas.microsoft.com/office/powerpoint/2010/main" val="4414021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70CF61-34FA-9F5A-7B16-638D1797EE87}"/>
              </a:ext>
            </a:extLst>
          </p:cNvPr>
          <p:cNvSpPr>
            <a:spLocks noGrp="1"/>
          </p:cNvSpPr>
          <p:nvPr>
            <p:ph type="title"/>
          </p:nvPr>
        </p:nvSpPr>
        <p:spPr>
          <a:xfrm>
            <a:off x="1407594" y="3820886"/>
            <a:ext cx="9953308" cy="1780860"/>
          </a:xfrm>
        </p:spPr>
        <p:txBody>
          <a:bodyPr>
            <a:normAutofit fontScale="90000"/>
          </a:bodyPr>
          <a:lstStyle/>
          <a:p>
            <a:r>
              <a:rPr lang="en-US" b="1" dirty="0"/>
              <a:t>A researcher is comparing the time it takes two groups of employees, one in customer service and one in housekeeping, to complete a task. </a:t>
            </a:r>
            <a:r>
              <a:rPr lang="en-NL" b="1" dirty="0" err="1"/>
              <a:t>Levene’s</a:t>
            </a:r>
            <a:r>
              <a:rPr lang="en-NL" b="1" dirty="0"/>
              <a:t> test results in a p-value of 0.049</a:t>
            </a:r>
            <a:r>
              <a:rPr lang="en-US" b="1" dirty="0"/>
              <a:t>. Which test should they choose?</a:t>
            </a:r>
            <a:br>
              <a:rPr lang="en-NL" b="1" dirty="0"/>
            </a:br>
            <a:br>
              <a:rPr lang="en-NL" b="1" dirty="0"/>
            </a:br>
            <a:br>
              <a:rPr lang="en-US" dirty="0"/>
            </a:br>
            <a:r>
              <a:rPr lang="en-US" dirty="0"/>
              <a:t>a) One-sample t-test</a:t>
            </a:r>
            <a:br>
              <a:rPr lang="en-US" dirty="0"/>
            </a:br>
            <a:r>
              <a:rPr lang="en-US" dirty="0"/>
              <a:t>b) Independent t-test</a:t>
            </a:r>
            <a:br>
              <a:rPr lang="en-US" dirty="0"/>
            </a:br>
            <a:r>
              <a:rPr lang="en-US" dirty="0"/>
              <a:t>c) Paired t-test</a:t>
            </a:r>
            <a:br>
              <a:rPr lang="en-US" dirty="0"/>
            </a:br>
            <a:r>
              <a:rPr lang="en-US" dirty="0"/>
              <a:t>d) Mann-Whitney U test</a:t>
            </a:r>
            <a:br>
              <a:rPr lang="en-US" dirty="0"/>
            </a:br>
            <a:endParaRPr lang="en-NL" dirty="0"/>
          </a:p>
        </p:txBody>
      </p:sp>
      <p:sp>
        <p:nvSpPr>
          <p:cNvPr id="7" name="Slide Number Placeholder 6">
            <a:extLst>
              <a:ext uri="{FF2B5EF4-FFF2-40B4-BE49-F238E27FC236}">
                <a16:creationId xmlns:a16="http://schemas.microsoft.com/office/drawing/2014/main" id="{5369CF5E-87BD-061A-D13E-3E46962FD03E}"/>
              </a:ext>
            </a:extLst>
          </p:cNvPr>
          <p:cNvSpPr>
            <a:spLocks noGrp="1"/>
          </p:cNvSpPr>
          <p:nvPr>
            <p:ph type="sldNum" sz="quarter" idx="13"/>
          </p:nvPr>
        </p:nvSpPr>
        <p:spPr/>
        <p:txBody>
          <a:bodyPr/>
          <a:lstStyle/>
          <a:p>
            <a:fld id="{A49DFD55-3C28-40EF-9E31-A92D2E4017FF}" type="slidenum">
              <a:rPr lang="en-US" smtClean="0"/>
              <a:pPr/>
              <a:t>39</a:t>
            </a:fld>
            <a:endParaRPr lang="en-US" dirty="0"/>
          </a:p>
        </p:txBody>
      </p:sp>
      <mc:AlternateContent xmlns:mc="http://schemas.openxmlformats.org/markup-compatibility/2006" xmlns:p14="http://schemas.microsoft.com/office/powerpoint/2010/main">
        <mc:Choice Requires="p14">
          <p:contentPart p14:bwMode="auto" r:id="rId2">
            <p14:nvContentPartPr>
              <p14:cNvPr id="8" name="Ink 7">
                <a:extLst>
                  <a:ext uri="{FF2B5EF4-FFF2-40B4-BE49-F238E27FC236}">
                    <a16:creationId xmlns:a16="http://schemas.microsoft.com/office/drawing/2014/main" id="{CC1FEB22-6A8D-C435-CCA0-900EA7DC3992}"/>
                  </a:ext>
                </a:extLst>
              </p14:cNvPr>
              <p14:cNvContentPartPr/>
              <p14:nvPr/>
            </p14:nvContentPartPr>
            <p14:xfrm>
              <a:off x="1407594" y="5065909"/>
              <a:ext cx="5107680" cy="45719"/>
            </p14:xfrm>
          </p:contentPart>
        </mc:Choice>
        <mc:Fallback xmlns="">
          <p:pic>
            <p:nvPicPr>
              <p:cNvPr id="8" name="Ink 7">
                <a:extLst>
                  <a:ext uri="{FF2B5EF4-FFF2-40B4-BE49-F238E27FC236}">
                    <a16:creationId xmlns:a16="http://schemas.microsoft.com/office/drawing/2014/main" id="{CC1FEB22-6A8D-C435-CCA0-900EA7DC3992}"/>
                  </a:ext>
                </a:extLst>
              </p:cNvPr>
              <p:cNvPicPr/>
              <p:nvPr/>
            </p:nvPicPr>
            <p:blipFill>
              <a:blip r:embed="rId3"/>
              <a:stretch>
                <a:fillRect/>
              </a:stretch>
            </p:blipFill>
            <p:spPr>
              <a:xfrm>
                <a:off x="1317594" y="4887319"/>
                <a:ext cx="5287320" cy="402542"/>
              </a:xfrm>
              <a:prstGeom prst="rect">
                <a:avLst/>
              </a:prstGeom>
            </p:spPr>
          </p:pic>
        </mc:Fallback>
      </mc:AlternateContent>
    </p:spTree>
    <p:extLst>
      <p:ext uri="{BB962C8B-B14F-4D97-AF65-F5344CB8AC3E}">
        <p14:creationId xmlns:p14="http://schemas.microsoft.com/office/powerpoint/2010/main" val="11083819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70CF61-34FA-9F5A-7B16-638D1797EE87}"/>
              </a:ext>
            </a:extLst>
          </p:cNvPr>
          <p:cNvSpPr>
            <a:spLocks noGrp="1"/>
          </p:cNvSpPr>
          <p:nvPr>
            <p:ph type="title"/>
          </p:nvPr>
        </p:nvSpPr>
        <p:spPr>
          <a:xfrm>
            <a:off x="1407594" y="3820886"/>
            <a:ext cx="9953308" cy="1780860"/>
          </a:xfrm>
        </p:spPr>
        <p:txBody>
          <a:bodyPr>
            <a:normAutofit fontScale="90000"/>
          </a:bodyPr>
          <a:lstStyle/>
          <a:p>
            <a:r>
              <a:rPr lang="en-US" b="1" dirty="0"/>
              <a:t>A researcher wants to compare the average guest satisfaction scores across three different hotels in a chain (Hotel A, Hotel B, and Hotel C) to see if there is a significant difference between them. Which test should they use?</a:t>
            </a:r>
            <a:br>
              <a:rPr lang="en-NL" b="1" dirty="0"/>
            </a:br>
            <a:br>
              <a:rPr lang="en-NL" b="1" dirty="0"/>
            </a:br>
            <a:br>
              <a:rPr lang="en-US" dirty="0"/>
            </a:br>
            <a:r>
              <a:rPr lang="en-US" dirty="0"/>
              <a:t>a) One-sample t-test</a:t>
            </a:r>
            <a:br>
              <a:rPr lang="en-US" dirty="0"/>
            </a:br>
            <a:r>
              <a:rPr lang="en-US" dirty="0"/>
              <a:t>b) Independent t-test</a:t>
            </a:r>
            <a:br>
              <a:rPr lang="en-US" dirty="0"/>
            </a:br>
            <a:r>
              <a:rPr lang="en-US" dirty="0"/>
              <a:t>c) Paired t-test</a:t>
            </a:r>
            <a:br>
              <a:rPr lang="en-US" dirty="0"/>
            </a:br>
            <a:r>
              <a:rPr lang="en-US" dirty="0"/>
              <a:t>d) Mann-Whitney U test</a:t>
            </a:r>
            <a:br>
              <a:rPr lang="en-US" dirty="0"/>
            </a:br>
            <a:endParaRPr lang="en-NL" dirty="0"/>
          </a:p>
        </p:txBody>
      </p:sp>
      <p:sp>
        <p:nvSpPr>
          <p:cNvPr id="7" name="Slide Number Placeholder 6">
            <a:extLst>
              <a:ext uri="{FF2B5EF4-FFF2-40B4-BE49-F238E27FC236}">
                <a16:creationId xmlns:a16="http://schemas.microsoft.com/office/drawing/2014/main" id="{5369CF5E-87BD-061A-D13E-3E46962FD03E}"/>
              </a:ext>
            </a:extLst>
          </p:cNvPr>
          <p:cNvSpPr>
            <a:spLocks noGrp="1"/>
          </p:cNvSpPr>
          <p:nvPr>
            <p:ph type="sldNum" sz="quarter" idx="13"/>
          </p:nvPr>
        </p:nvSpPr>
        <p:spPr/>
        <p:txBody>
          <a:bodyPr/>
          <a:lstStyle/>
          <a:p>
            <a:fld id="{A49DFD55-3C28-40EF-9E31-A92D2E4017FF}" type="slidenum">
              <a:rPr lang="en-US" smtClean="0"/>
              <a:pPr/>
              <a:t>40</a:t>
            </a:fld>
            <a:endParaRPr lang="en-US" dirty="0"/>
          </a:p>
        </p:txBody>
      </p:sp>
      <mc:AlternateContent xmlns:mc="http://schemas.openxmlformats.org/markup-compatibility/2006" xmlns:p14="http://schemas.microsoft.com/office/powerpoint/2010/main">
        <mc:Choice Requires="p14">
          <p:contentPart p14:bwMode="auto" r:id="rId2">
            <p14:nvContentPartPr>
              <p14:cNvPr id="8" name="Ink 7">
                <a:extLst>
                  <a:ext uri="{FF2B5EF4-FFF2-40B4-BE49-F238E27FC236}">
                    <a16:creationId xmlns:a16="http://schemas.microsoft.com/office/drawing/2014/main" id="{CC1FEB22-6A8D-C435-CCA0-900EA7DC3992}"/>
                  </a:ext>
                </a:extLst>
              </p14:cNvPr>
              <p14:cNvContentPartPr/>
              <p14:nvPr/>
            </p14:nvContentPartPr>
            <p14:xfrm>
              <a:off x="1407594" y="6158439"/>
              <a:ext cx="5107680" cy="45719"/>
            </p14:xfrm>
          </p:contentPart>
        </mc:Choice>
        <mc:Fallback xmlns="">
          <p:pic>
            <p:nvPicPr>
              <p:cNvPr id="8" name="Ink 7">
                <a:extLst>
                  <a:ext uri="{FF2B5EF4-FFF2-40B4-BE49-F238E27FC236}">
                    <a16:creationId xmlns:a16="http://schemas.microsoft.com/office/drawing/2014/main" id="{CC1FEB22-6A8D-C435-CCA0-900EA7DC3992}"/>
                  </a:ext>
                </a:extLst>
              </p:cNvPr>
              <p:cNvPicPr/>
              <p:nvPr/>
            </p:nvPicPr>
            <p:blipFill>
              <a:blip r:embed="rId3"/>
              <a:stretch>
                <a:fillRect/>
              </a:stretch>
            </p:blipFill>
            <p:spPr>
              <a:xfrm>
                <a:off x="1317594" y="5979849"/>
                <a:ext cx="5287320" cy="402542"/>
              </a:xfrm>
              <a:prstGeom prst="rect">
                <a:avLst/>
              </a:prstGeom>
            </p:spPr>
          </p:pic>
        </mc:Fallback>
      </mc:AlternateContent>
      <p:sp>
        <p:nvSpPr>
          <p:cNvPr id="3" name="Rectangle 2">
            <a:extLst>
              <a:ext uri="{FF2B5EF4-FFF2-40B4-BE49-F238E27FC236}">
                <a16:creationId xmlns:a16="http://schemas.microsoft.com/office/drawing/2014/main" id="{B25ABBEC-05A9-817A-EDDC-7F12A4C243B1}"/>
              </a:ext>
            </a:extLst>
          </p:cNvPr>
          <p:cNvSpPr/>
          <p:nvPr/>
        </p:nvSpPr>
        <p:spPr>
          <a:xfrm>
            <a:off x="1199873" y="5615581"/>
            <a:ext cx="2334550" cy="923330"/>
          </a:xfrm>
          <a:prstGeom prst="rect">
            <a:avLst/>
          </a:prstGeom>
          <a:noFill/>
        </p:spPr>
        <p:txBody>
          <a:bodyPr wrap="none" lIns="91440" tIns="45720" rIns="91440" bIns="45720">
            <a:spAutoFit/>
          </a:bodyPr>
          <a:lstStyle/>
          <a:p>
            <a:pPr algn="ctr"/>
            <a:r>
              <a:rPr lang="en-NL" sz="5400" dirty="0">
                <a:ln w="0"/>
                <a:effectLst>
                  <a:outerShdw blurRad="38100" dist="19050" dir="2700000" algn="tl" rotWithShape="0">
                    <a:schemeClr val="dk1">
                      <a:alpha val="40000"/>
                    </a:schemeClr>
                  </a:outerShdw>
                </a:effectLst>
              </a:rPr>
              <a:t>ANOVA</a:t>
            </a:r>
            <a:endParaRPr lang="en-US" sz="5400" b="0" cap="none" spc="0" dirty="0">
              <a:ln w="0"/>
              <a:solidFill>
                <a:schemeClr val="tx1"/>
              </a:solidFill>
              <a:effectLst>
                <a:outerShdw blurRad="38100" dist="19050" dir="2700000" algn="tl" rotWithShape="0">
                  <a:schemeClr val="dk1">
                    <a:alpha val="40000"/>
                  </a:schemeClr>
                </a:outerShdw>
              </a:effectLst>
            </a:endParaRPr>
          </a:p>
        </p:txBody>
      </p:sp>
    </p:spTree>
    <p:extLst>
      <p:ext uri="{BB962C8B-B14F-4D97-AF65-F5344CB8AC3E}">
        <p14:creationId xmlns:p14="http://schemas.microsoft.com/office/powerpoint/2010/main" val="28942922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53" presetClass="entr" presetSubtype="16" fill="hold" grpId="0" nodeType="withEffect">
                                  <p:stCondLst>
                                    <p:cond delay="0"/>
                                  </p:stCondLst>
                                  <p:childTnLst>
                                    <p:set>
                                      <p:cBhvr>
                                        <p:cTn id="8" dur="1" fill="hold">
                                          <p:stCondLst>
                                            <p:cond delay="0"/>
                                          </p:stCondLst>
                                        </p:cTn>
                                        <p:tgtEl>
                                          <p:spTgt spid="3"/>
                                        </p:tgtEl>
                                        <p:attrNameLst>
                                          <p:attrName>style.visibility</p:attrName>
                                        </p:attrNameLst>
                                      </p:cBhvr>
                                      <p:to>
                                        <p:strVal val="visible"/>
                                      </p:to>
                                    </p:set>
                                    <p:anim calcmode="lin" valueType="num">
                                      <p:cBhvr>
                                        <p:cTn id="9" dur="500" fill="hold"/>
                                        <p:tgtEl>
                                          <p:spTgt spid="3"/>
                                        </p:tgtEl>
                                        <p:attrNameLst>
                                          <p:attrName>ppt_w</p:attrName>
                                        </p:attrNameLst>
                                      </p:cBhvr>
                                      <p:tavLst>
                                        <p:tav tm="0">
                                          <p:val>
                                            <p:fltVal val="0"/>
                                          </p:val>
                                        </p:tav>
                                        <p:tav tm="100000">
                                          <p:val>
                                            <p:strVal val="#ppt_w"/>
                                          </p:val>
                                        </p:tav>
                                      </p:tavLst>
                                    </p:anim>
                                    <p:anim calcmode="lin" valueType="num">
                                      <p:cBhvr>
                                        <p:cTn id="10" dur="500" fill="hold"/>
                                        <p:tgtEl>
                                          <p:spTgt spid="3"/>
                                        </p:tgtEl>
                                        <p:attrNameLst>
                                          <p:attrName>ppt_h</p:attrName>
                                        </p:attrNameLst>
                                      </p:cBhvr>
                                      <p:tavLst>
                                        <p:tav tm="0">
                                          <p:val>
                                            <p:fltVal val="0"/>
                                          </p:val>
                                        </p:tav>
                                        <p:tav tm="100000">
                                          <p:val>
                                            <p:strVal val="#ppt_h"/>
                                          </p:val>
                                        </p:tav>
                                      </p:tavLst>
                                    </p:anim>
                                    <p:animEffect transition="in" filter="fade">
                                      <p:cBhvr>
                                        <p:cTn id="11"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B272A4-8181-E11E-C310-99BA9904C629}"/>
              </a:ext>
            </a:extLst>
          </p:cNvPr>
          <p:cNvSpPr>
            <a:spLocks noGrp="1"/>
          </p:cNvSpPr>
          <p:nvPr>
            <p:ph type="title"/>
          </p:nvPr>
        </p:nvSpPr>
        <p:spPr>
          <a:xfrm>
            <a:off x="1167938" y="234258"/>
            <a:ext cx="7288282" cy="736271"/>
          </a:xfrm>
        </p:spPr>
        <p:txBody>
          <a:bodyPr>
            <a:normAutofit/>
          </a:bodyPr>
          <a:lstStyle/>
          <a:p>
            <a:r>
              <a:rPr lang="en-NL" sz="4000" b="1" dirty="0"/>
              <a:t>ANOVA </a:t>
            </a:r>
          </a:p>
        </p:txBody>
      </p:sp>
      <p:sp>
        <p:nvSpPr>
          <p:cNvPr id="3" name="Content Placeholder 2">
            <a:extLst>
              <a:ext uri="{FF2B5EF4-FFF2-40B4-BE49-F238E27FC236}">
                <a16:creationId xmlns:a16="http://schemas.microsoft.com/office/drawing/2014/main" id="{97AE1BC6-F4AC-5BFB-70C6-73E68822BB12}"/>
              </a:ext>
            </a:extLst>
          </p:cNvPr>
          <p:cNvSpPr>
            <a:spLocks noGrp="1"/>
          </p:cNvSpPr>
          <p:nvPr>
            <p:ph sz="half" idx="2"/>
          </p:nvPr>
        </p:nvSpPr>
        <p:spPr>
          <a:xfrm>
            <a:off x="491047" y="1252449"/>
            <a:ext cx="9199220" cy="550137"/>
          </a:xfrm>
        </p:spPr>
        <p:txBody>
          <a:bodyPr>
            <a:noAutofit/>
          </a:bodyPr>
          <a:lstStyle/>
          <a:p>
            <a:r>
              <a:rPr lang="en-NL" sz="2400" dirty="0"/>
              <a:t>What are the null and alternate hypotheses with an ANOVA?</a:t>
            </a:r>
          </a:p>
        </p:txBody>
      </p:sp>
      <p:sp>
        <p:nvSpPr>
          <p:cNvPr id="4" name="Slide Number Placeholder 3">
            <a:extLst>
              <a:ext uri="{FF2B5EF4-FFF2-40B4-BE49-F238E27FC236}">
                <a16:creationId xmlns:a16="http://schemas.microsoft.com/office/drawing/2014/main" id="{7155B956-000B-F3FB-3B69-76B87E4C81B8}"/>
              </a:ext>
            </a:extLst>
          </p:cNvPr>
          <p:cNvSpPr>
            <a:spLocks noGrp="1"/>
          </p:cNvSpPr>
          <p:nvPr>
            <p:ph type="sldNum" sz="quarter" idx="12"/>
          </p:nvPr>
        </p:nvSpPr>
        <p:spPr/>
        <p:txBody>
          <a:bodyPr/>
          <a:lstStyle/>
          <a:p>
            <a:fld id="{A49DFD55-3C28-40EF-9E31-A92D2E4017FF}" type="slidenum">
              <a:rPr lang="en-US" smtClean="0"/>
              <a:pPr/>
              <a:t>41</a:t>
            </a:fld>
            <a:endParaRPr lang="en-US" dirty="0"/>
          </a:p>
        </p:txBody>
      </p:sp>
      <p:sp>
        <p:nvSpPr>
          <p:cNvPr id="5" name="Content Placeholder 2">
            <a:extLst>
              <a:ext uri="{FF2B5EF4-FFF2-40B4-BE49-F238E27FC236}">
                <a16:creationId xmlns:a16="http://schemas.microsoft.com/office/drawing/2014/main" id="{30D16ED7-7AFB-45B1-EFB2-9B9EFD4AE4BB}"/>
              </a:ext>
            </a:extLst>
          </p:cNvPr>
          <p:cNvSpPr txBox="1">
            <a:spLocks/>
          </p:cNvSpPr>
          <p:nvPr/>
        </p:nvSpPr>
        <p:spPr>
          <a:xfrm>
            <a:off x="1322318" y="2642387"/>
            <a:ext cx="577734" cy="550137"/>
          </a:xfrm>
          <a:prstGeom prst="rect">
            <a:avLst/>
          </a:prstGeom>
        </p:spPr>
        <p:txBody>
          <a:bodyPr vert="horz" lIns="91440" tIns="45720" rIns="91440" bIns="45720" rtlCol="0">
            <a:normAutofit/>
          </a:bodyPr>
          <a:lstStyle>
            <a:lvl1pPr marL="0" indent="0" algn="l" defTabSz="914400" rtl="0" eaLnBrk="1" latinLnBrk="0" hangingPunct="1">
              <a:lnSpc>
                <a:spcPct val="100000"/>
              </a:lnSpc>
              <a:spcBef>
                <a:spcPts val="1000"/>
              </a:spcBef>
              <a:buFont typeface="Arial" panose="020B0604020202020204" pitchFamily="34" charset="0"/>
              <a:buNone/>
              <a:defRPr sz="1800" b="1" kern="1200" spc="50" baseline="0">
                <a:solidFill>
                  <a:schemeClr val="tx1"/>
                </a:solidFill>
                <a:latin typeface="+mn-lt"/>
                <a:ea typeface="+mn-ea"/>
                <a:cs typeface="+mn-cs"/>
              </a:defRPr>
            </a:lvl1pPr>
            <a:lvl2pPr marL="283464" indent="-285750" algn="l" defTabSz="914400" rtl="0" eaLnBrk="1" latinLnBrk="0" hangingPunct="1">
              <a:lnSpc>
                <a:spcPct val="100000"/>
              </a:lnSpc>
              <a:spcBef>
                <a:spcPts val="1000"/>
              </a:spcBef>
              <a:buFont typeface="Arial" panose="020B0604020202020204" pitchFamily="34" charset="0"/>
              <a:buChar char="•"/>
              <a:defRPr sz="1800" kern="1200" spc="50" baseline="0">
                <a:solidFill>
                  <a:schemeClr val="tx1"/>
                </a:solidFill>
                <a:latin typeface="+mn-lt"/>
                <a:ea typeface="+mn-ea"/>
                <a:cs typeface="+mn-cs"/>
              </a:defRPr>
            </a:lvl2pPr>
            <a:lvl3pPr marL="566928" indent="-285750" algn="l" defTabSz="914400" rtl="0" eaLnBrk="1" latinLnBrk="0" hangingPunct="1">
              <a:lnSpc>
                <a:spcPct val="100000"/>
              </a:lnSpc>
              <a:spcBef>
                <a:spcPts val="1000"/>
              </a:spcBef>
              <a:buFont typeface="Arial" panose="020B0604020202020204" pitchFamily="34" charset="0"/>
              <a:buChar char="•"/>
              <a:defRPr sz="1800" kern="1200" spc="50" baseline="0">
                <a:solidFill>
                  <a:schemeClr val="tx1"/>
                </a:solidFill>
                <a:latin typeface="+mn-lt"/>
                <a:ea typeface="+mn-ea"/>
                <a:cs typeface="+mn-cs"/>
              </a:defRPr>
            </a:lvl3pPr>
            <a:lvl4pPr marL="859536" indent="-285750" algn="l" defTabSz="914400" rtl="0" eaLnBrk="1" latinLnBrk="0" hangingPunct="1">
              <a:lnSpc>
                <a:spcPct val="100000"/>
              </a:lnSpc>
              <a:spcBef>
                <a:spcPts val="1000"/>
              </a:spcBef>
              <a:buFont typeface="Arial" panose="020B0604020202020204" pitchFamily="34" charset="0"/>
              <a:buChar char="•"/>
              <a:defRPr sz="1800" kern="1200" spc="50" baseline="0">
                <a:solidFill>
                  <a:schemeClr val="tx1"/>
                </a:solidFill>
                <a:latin typeface="+mn-lt"/>
                <a:ea typeface="+mn-ea"/>
                <a:cs typeface="+mn-cs"/>
              </a:defRPr>
            </a:lvl4pPr>
            <a:lvl5pPr marL="1143000" indent="-285750" algn="l" defTabSz="914400" rtl="0" eaLnBrk="1" latinLnBrk="0" hangingPunct="1">
              <a:lnSpc>
                <a:spcPct val="100000"/>
              </a:lnSpc>
              <a:spcBef>
                <a:spcPts val="1000"/>
              </a:spcBef>
              <a:buFont typeface="Arial" panose="020B0604020202020204" pitchFamily="34" charset="0"/>
              <a:buChar char="•"/>
              <a:defRPr sz="1800" kern="1200" spc="5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NL" dirty="0"/>
              <a:t>H0:</a:t>
            </a:r>
          </a:p>
        </p:txBody>
      </p:sp>
      <p:sp>
        <p:nvSpPr>
          <p:cNvPr id="6" name="Content Placeholder 2">
            <a:extLst>
              <a:ext uri="{FF2B5EF4-FFF2-40B4-BE49-F238E27FC236}">
                <a16:creationId xmlns:a16="http://schemas.microsoft.com/office/drawing/2014/main" id="{53300C5F-3BF1-6769-F91E-BD52082FB6F9}"/>
              </a:ext>
            </a:extLst>
          </p:cNvPr>
          <p:cNvSpPr txBox="1">
            <a:spLocks/>
          </p:cNvSpPr>
          <p:nvPr/>
        </p:nvSpPr>
        <p:spPr>
          <a:xfrm>
            <a:off x="1322318" y="4637440"/>
            <a:ext cx="577734" cy="550137"/>
          </a:xfrm>
          <a:prstGeom prst="rect">
            <a:avLst/>
          </a:prstGeom>
        </p:spPr>
        <p:txBody>
          <a:bodyPr vert="horz" lIns="91440" tIns="45720" rIns="91440" bIns="45720" rtlCol="0">
            <a:normAutofit/>
          </a:bodyPr>
          <a:lstStyle>
            <a:lvl1pPr marL="0" indent="0" algn="l" defTabSz="914400" rtl="0" eaLnBrk="1" latinLnBrk="0" hangingPunct="1">
              <a:lnSpc>
                <a:spcPct val="100000"/>
              </a:lnSpc>
              <a:spcBef>
                <a:spcPts val="1000"/>
              </a:spcBef>
              <a:buFont typeface="Arial" panose="020B0604020202020204" pitchFamily="34" charset="0"/>
              <a:buNone/>
              <a:defRPr sz="1800" b="1" kern="1200" spc="50" baseline="0">
                <a:solidFill>
                  <a:schemeClr val="tx1"/>
                </a:solidFill>
                <a:latin typeface="+mn-lt"/>
                <a:ea typeface="+mn-ea"/>
                <a:cs typeface="+mn-cs"/>
              </a:defRPr>
            </a:lvl1pPr>
            <a:lvl2pPr marL="283464" indent="-285750" algn="l" defTabSz="914400" rtl="0" eaLnBrk="1" latinLnBrk="0" hangingPunct="1">
              <a:lnSpc>
                <a:spcPct val="100000"/>
              </a:lnSpc>
              <a:spcBef>
                <a:spcPts val="1000"/>
              </a:spcBef>
              <a:buFont typeface="Arial" panose="020B0604020202020204" pitchFamily="34" charset="0"/>
              <a:buChar char="•"/>
              <a:defRPr sz="1800" kern="1200" spc="50" baseline="0">
                <a:solidFill>
                  <a:schemeClr val="tx1"/>
                </a:solidFill>
                <a:latin typeface="+mn-lt"/>
                <a:ea typeface="+mn-ea"/>
                <a:cs typeface="+mn-cs"/>
              </a:defRPr>
            </a:lvl2pPr>
            <a:lvl3pPr marL="566928" indent="-285750" algn="l" defTabSz="914400" rtl="0" eaLnBrk="1" latinLnBrk="0" hangingPunct="1">
              <a:lnSpc>
                <a:spcPct val="100000"/>
              </a:lnSpc>
              <a:spcBef>
                <a:spcPts val="1000"/>
              </a:spcBef>
              <a:buFont typeface="Arial" panose="020B0604020202020204" pitchFamily="34" charset="0"/>
              <a:buChar char="•"/>
              <a:defRPr sz="1800" kern="1200" spc="50" baseline="0">
                <a:solidFill>
                  <a:schemeClr val="tx1"/>
                </a:solidFill>
                <a:latin typeface="+mn-lt"/>
                <a:ea typeface="+mn-ea"/>
                <a:cs typeface="+mn-cs"/>
              </a:defRPr>
            </a:lvl3pPr>
            <a:lvl4pPr marL="859536" indent="-285750" algn="l" defTabSz="914400" rtl="0" eaLnBrk="1" latinLnBrk="0" hangingPunct="1">
              <a:lnSpc>
                <a:spcPct val="100000"/>
              </a:lnSpc>
              <a:spcBef>
                <a:spcPts val="1000"/>
              </a:spcBef>
              <a:buFont typeface="Arial" panose="020B0604020202020204" pitchFamily="34" charset="0"/>
              <a:buChar char="•"/>
              <a:defRPr sz="1800" kern="1200" spc="50" baseline="0">
                <a:solidFill>
                  <a:schemeClr val="tx1"/>
                </a:solidFill>
                <a:latin typeface="+mn-lt"/>
                <a:ea typeface="+mn-ea"/>
                <a:cs typeface="+mn-cs"/>
              </a:defRPr>
            </a:lvl4pPr>
            <a:lvl5pPr marL="1143000" indent="-285750" algn="l" defTabSz="914400" rtl="0" eaLnBrk="1" latinLnBrk="0" hangingPunct="1">
              <a:lnSpc>
                <a:spcPct val="100000"/>
              </a:lnSpc>
              <a:spcBef>
                <a:spcPts val="1000"/>
              </a:spcBef>
              <a:buFont typeface="Arial" panose="020B0604020202020204" pitchFamily="34" charset="0"/>
              <a:buChar char="•"/>
              <a:defRPr sz="1800" kern="1200" spc="5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NL" dirty="0"/>
              <a:t>H1:</a:t>
            </a:r>
          </a:p>
        </p:txBody>
      </p:sp>
      <p:sp>
        <p:nvSpPr>
          <p:cNvPr id="7" name="TextBox 6">
            <a:extLst>
              <a:ext uri="{FF2B5EF4-FFF2-40B4-BE49-F238E27FC236}">
                <a16:creationId xmlns:a16="http://schemas.microsoft.com/office/drawing/2014/main" id="{4CFB2C22-9901-B3F3-0806-54BAAF376333}"/>
              </a:ext>
            </a:extLst>
          </p:cNvPr>
          <p:cNvSpPr txBox="1"/>
          <p:nvPr/>
        </p:nvSpPr>
        <p:spPr>
          <a:xfrm>
            <a:off x="1900052" y="2530067"/>
            <a:ext cx="4732316" cy="584775"/>
          </a:xfrm>
          <a:prstGeom prst="rect">
            <a:avLst/>
          </a:prstGeom>
          <a:noFill/>
        </p:spPr>
        <p:txBody>
          <a:bodyPr wrap="square" rtlCol="0">
            <a:spAutoFit/>
          </a:bodyPr>
          <a:lstStyle/>
          <a:p>
            <a:r>
              <a:rPr lang="en-NL" sz="3200" b="1" dirty="0"/>
              <a:t>µ1 = µ2 = µ3 = µ4.....</a:t>
            </a:r>
          </a:p>
        </p:txBody>
      </p:sp>
      <p:sp>
        <p:nvSpPr>
          <p:cNvPr id="8" name="TextBox 7">
            <a:extLst>
              <a:ext uri="{FF2B5EF4-FFF2-40B4-BE49-F238E27FC236}">
                <a16:creationId xmlns:a16="http://schemas.microsoft.com/office/drawing/2014/main" id="{89C87286-3336-E24F-4AF6-D1DCDAD2DD7D}"/>
              </a:ext>
            </a:extLst>
          </p:cNvPr>
          <p:cNvSpPr txBox="1"/>
          <p:nvPr/>
        </p:nvSpPr>
        <p:spPr>
          <a:xfrm>
            <a:off x="1900052" y="4492636"/>
            <a:ext cx="4732316" cy="584775"/>
          </a:xfrm>
          <a:prstGeom prst="rect">
            <a:avLst/>
          </a:prstGeom>
          <a:noFill/>
        </p:spPr>
        <p:txBody>
          <a:bodyPr wrap="square" rtlCol="0">
            <a:spAutoFit/>
          </a:bodyPr>
          <a:lstStyle/>
          <a:p>
            <a:r>
              <a:rPr lang="en-NL" sz="3200" b="1" dirty="0"/>
              <a:t>µ1 </a:t>
            </a:r>
            <a:r>
              <a:rPr lang="en-NL" sz="3200" b="1" dirty="0">
                <a:latin typeface="Calibri" panose="020F0502020204030204" pitchFamily="34" charset="0"/>
                <a:cs typeface="Calibri" panose="020F0502020204030204" pitchFamily="34" charset="0"/>
              </a:rPr>
              <a:t>≠</a:t>
            </a:r>
            <a:r>
              <a:rPr lang="en-NL" sz="3200" b="1" dirty="0"/>
              <a:t> µ2 </a:t>
            </a:r>
            <a:r>
              <a:rPr lang="en-NL" sz="3200" b="1" dirty="0">
                <a:latin typeface="Calibri" panose="020F0502020204030204" pitchFamily="34" charset="0"/>
                <a:cs typeface="Calibri" panose="020F0502020204030204" pitchFamily="34" charset="0"/>
              </a:rPr>
              <a:t>≠</a:t>
            </a:r>
            <a:r>
              <a:rPr lang="en-NL" sz="3200" b="1" dirty="0"/>
              <a:t> µ3 </a:t>
            </a:r>
            <a:r>
              <a:rPr lang="en-NL" sz="3200" b="1" dirty="0">
                <a:latin typeface="Calibri" panose="020F0502020204030204" pitchFamily="34" charset="0"/>
                <a:cs typeface="Calibri" panose="020F0502020204030204" pitchFamily="34" charset="0"/>
              </a:rPr>
              <a:t>≠</a:t>
            </a:r>
            <a:r>
              <a:rPr lang="en-NL" sz="3200" b="1" dirty="0"/>
              <a:t> µ4.....</a:t>
            </a:r>
          </a:p>
        </p:txBody>
      </p:sp>
      <p:pic>
        <p:nvPicPr>
          <p:cNvPr id="9218" name="Picture 2" descr="Spotfire | Analysis of Variance (ANOVA ...">
            <a:extLst>
              <a:ext uri="{FF2B5EF4-FFF2-40B4-BE49-F238E27FC236}">
                <a16:creationId xmlns:a16="http://schemas.microsoft.com/office/drawing/2014/main" id="{652D31F3-2675-CCCC-CF34-32972B39F43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66706" y="2090569"/>
            <a:ext cx="6619257" cy="34063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657047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Lst>
  </p:timing>
</p:sld>
</file>

<file path=ppt/slides/slide4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D4B779-D582-7A2B-27B3-C2CC2666D555}"/>
              </a:ext>
            </a:extLst>
          </p:cNvPr>
          <p:cNvSpPr>
            <a:spLocks noGrp="1"/>
          </p:cNvSpPr>
          <p:nvPr>
            <p:ph type="title"/>
          </p:nvPr>
        </p:nvSpPr>
        <p:spPr>
          <a:xfrm>
            <a:off x="2296094" y="90230"/>
            <a:ext cx="7288282" cy="1014175"/>
          </a:xfrm>
        </p:spPr>
        <p:txBody>
          <a:bodyPr/>
          <a:lstStyle/>
          <a:p>
            <a:r>
              <a:rPr lang="en-NL" dirty="0" err="1"/>
              <a:t>Levene’s</a:t>
            </a:r>
            <a:r>
              <a:rPr lang="en-NL" dirty="0"/>
              <a:t> test tells us what to do.</a:t>
            </a:r>
          </a:p>
        </p:txBody>
      </p:sp>
      <p:sp>
        <p:nvSpPr>
          <p:cNvPr id="4" name="Slide Number Placeholder 3">
            <a:extLst>
              <a:ext uri="{FF2B5EF4-FFF2-40B4-BE49-F238E27FC236}">
                <a16:creationId xmlns:a16="http://schemas.microsoft.com/office/drawing/2014/main" id="{DADDBEE1-73A6-C414-D1D8-41AEEBD51218}"/>
              </a:ext>
            </a:extLst>
          </p:cNvPr>
          <p:cNvSpPr>
            <a:spLocks noGrp="1"/>
          </p:cNvSpPr>
          <p:nvPr>
            <p:ph type="sldNum" sz="quarter" idx="12"/>
          </p:nvPr>
        </p:nvSpPr>
        <p:spPr/>
        <p:txBody>
          <a:bodyPr/>
          <a:lstStyle/>
          <a:p>
            <a:fld id="{A49DFD55-3C28-40EF-9E31-A92D2E4017FF}" type="slidenum">
              <a:rPr lang="en-US" smtClean="0"/>
              <a:pPr/>
              <a:t>42</a:t>
            </a:fld>
            <a:endParaRPr lang="en-US" dirty="0"/>
          </a:p>
        </p:txBody>
      </p:sp>
      <p:sp>
        <p:nvSpPr>
          <p:cNvPr id="5" name="Title 1">
            <a:extLst>
              <a:ext uri="{FF2B5EF4-FFF2-40B4-BE49-F238E27FC236}">
                <a16:creationId xmlns:a16="http://schemas.microsoft.com/office/drawing/2014/main" id="{EE8E5338-536B-2DA0-6C11-A24E5C003125}"/>
              </a:ext>
            </a:extLst>
          </p:cNvPr>
          <p:cNvSpPr txBox="1">
            <a:spLocks/>
          </p:cNvSpPr>
          <p:nvPr/>
        </p:nvSpPr>
        <p:spPr>
          <a:xfrm>
            <a:off x="1272837" y="1833924"/>
            <a:ext cx="2693521" cy="1014175"/>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lang="en-US" sz="2800" kern="1200" cap="all" spc="150" baseline="0" dirty="0">
                <a:solidFill>
                  <a:schemeClr val="tx1"/>
                </a:solidFill>
                <a:latin typeface="+mj-lt"/>
                <a:ea typeface="+mj-ea"/>
                <a:cs typeface="+mj-cs"/>
              </a:defRPr>
            </a:lvl1pPr>
          </a:lstStyle>
          <a:p>
            <a:r>
              <a:rPr lang="en-NL" dirty="0"/>
              <a:t>ANOVA F-test</a:t>
            </a:r>
          </a:p>
        </p:txBody>
      </p:sp>
      <p:sp>
        <p:nvSpPr>
          <p:cNvPr id="6" name="Title 1">
            <a:extLst>
              <a:ext uri="{FF2B5EF4-FFF2-40B4-BE49-F238E27FC236}">
                <a16:creationId xmlns:a16="http://schemas.microsoft.com/office/drawing/2014/main" id="{ED157F82-6B3B-5DC1-B7DC-276C1C38F900}"/>
              </a:ext>
            </a:extLst>
          </p:cNvPr>
          <p:cNvSpPr txBox="1">
            <a:spLocks/>
          </p:cNvSpPr>
          <p:nvPr/>
        </p:nvSpPr>
        <p:spPr>
          <a:xfrm>
            <a:off x="7216611" y="1833923"/>
            <a:ext cx="3863067" cy="1014175"/>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lang="en-US" sz="2800" kern="1200" cap="all" spc="150" baseline="0" dirty="0">
                <a:solidFill>
                  <a:schemeClr val="tx1"/>
                </a:solidFill>
                <a:latin typeface="+mj-lt"/>
                <a:ea typeface="+mj-ea"/>
                <a:cs typeface="+mj-cs"/>
              </a:defRPr>
            </a:lvl1pPr>
          </a:lstStyle>
          <a:p>
            <a:r>
              <a:rPr lang="en-NL" dirty="0"/>
              <a:t>ANOVA Welch-test</a:t>
            </a:r>
          </a:p>
        </p:txBody>
      </p:sp>
      <p:cxnSp>
        <p:nvCxnSpPr>
          <p:cNvPr id="8" name="Straight Arrow Connector 7">
            <a:extLst>
              <a:ext uri="{FF2B5EF4-FFF2-40B4-BE49-F238E27FC236}">
                <a16:creationId xmlns:a16="http://schemas.microsoft.com/office/drawing/2014/main" id="{969866F5-D495-E332-7962-BE0BFF8FF1B1}"/>
              </a:ext>
            </a:extLst>
          </p:cNvPr>
          <p:cNvCxnSpPr>
            <a:cxnSpLocks/>
            <a:stCxn id="2" idx="2"/>
          </p:cNvCxnSpPr>
          <p:nvPr/>
        </p:nvCxnSpPr>
        <p:spPr>
          <a:xfrm>
            <a:off x="5940235" y="1104405"/>
            <a:ext cx="2942508" cy="1014175"/>
          </a:xfrm>
          <a:prstGeom prst="straightConnector1">
            <a:avLst/>
          </a:prstGeom>
          <a:ln w="38100">
            <a:solidFill>
              <a:schemeClr val="accent2">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E29406CA-2DE6-A0D7-BA8A-8EEE21EEF41C}"/>
              </a:ext>
            </a:extLst>
          </p:cNvPr>
          <p:cNvCxnSpPr>
            <a:cxnSpLocks/>
          </p:cNvCxnSpPr>
          <p:nvPr/>
        </p:nvCxnSpPr>
        <p:spPr>
          <a:xfrm flipH="1">
            <a:off x="3051958" y="1104405"/>
            <a:ext cx="2888277" cy="1236605"/>
          </a:xfrm>
          <a:prstGeom prst="straightConnector1">
            <a:avLst/>
          </a:prstGeom>
          <a:ln w="38100">
            <a:solidFill>
              <a:schemeClr val="accent5">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D170875F-3E7E-FA9D-097B-AB7D66A639CE}"/>
              </a:ext>
            </a:extLst>
          </p:cNvPr>
          <p:cNvSpPr txBox="1"/>
          <p:nvPr/>
        </p:nvSpPr>
        <p:spPr>
          <a:xfrm>
            <a:off x="8415649" y="1227204"/>
            <a:ext cx="2125838" cy="646331"/>
          </a:xfrm>
          <a:prstGeom prst="rect">
            <a:avLst/>
          </a:prstGeom>
          <a:noFill/>
        </p:spPr>
        <p:txBody>
          <a:bodyPr wrap="none" rtlCol="0">
            <a:spAutoFit/>
          </a:bodyPr>
          <a:lstStyle/>
          <a:p>
            <a:r>
              <a:rPr lang="en-GB" dirty="0"/>
              <a:t>S</a:t>
            </a:r>
            <a:r>
              <a:rPr lang="en-NL" dirty="0" err="1"/>
              <a:t>ignificant</a:t>
            </a:r>
            <a:r>
              <a:rPr lang="en-NL" dirty="0"/>
              <a:t> p-value </a:t>
            </a:r>
          </a:p>
          <a:p>
            <a:r>
              <a:rPr lang="en-GB" dirty="0"/>
              <a:t>P</a:t>
            </a:r>
            <a:r>
              <a:rPr lang="en-NL" dirty="0"/>
              <a:t> &lt; 0.05</a:t>
            </a:r>
          </a:p>
        </p:txBody>
      </p:sp>
      <p:sp>
        <p:nvSpPr>
          <p:cNvPr id="13" name="TextBox 12">
            <a:extLst>
              <a:ext uri="{FF2B5EF4-FFF2-40B4-BE49-F238E27FC236}">
                <a16:creationId xmlns:a16="http://schemas.microsoft.com/office/drawing/2014/main" id="{DD1B6BF0-339E-440B-BFD5-011AC15D31B7}"/>
              </a:ext>
            </a:extLst>
          </p:cNvPr>
          <p:cNvSpPr txBox="1"/>
          <p:nvPr/>
        </p:nvSpPr>
        <p:spPr>
          <a:xfrm>
            <a:off x="2754268" y="1284498"/>
            <a:ext cx="1596014" cy="369332"/>
          </a:xfrm>
          <a:prstGeom prst="rect">
            <a:avLst/>
          </a:prstGeom>
          <a:noFill/>
        </p:spPr>
        <p:txBody>
          <a:bodyPr wrap="none" rtlCol="0">
            <a:spAutoFit/>
          </a:bodyPr>
          <a:lstStyle/>
          <a:p>
            <a:r>
              <a:rPr lang="en-GB" dirty="0"/>
              <a:t>I</a:t>
            </a:r>
            <a:r>
              <a:rPr lang="en-NL" dirty="0" err="1"/>
              <a:t>nsignificant</a:t>
            </a:r>
            <a:r>
              <a:rPr lang="en-NL" dirty="0"/>
              <a:t> p</a:t>
            </a:r>
          </a:p>
        </p:txBody>
      </p:sp>
      <p:cxnSp>
        <p:nvCxnSpPr>
          <p:cNvPr id="14" name="Straight Arrow Connector 13">
            <a:extLst>
              <a:ext uri="{FF2B5EF4-FFF2-40B4-BE49-F238E27FC236}">
                <a16:creationId xmlns:a16="http://schemas.microsoft.com/office/drawing/2014/main" id="{E50C20C7-8CBE-BD8D-9CFD-60350DFE69B1}"/>
              </a:ext>
            </a:extLst>
          </p:cNvPr>
          <p:cNvCxnSpPr>
            <a:cxnSpLocks/>
          </p:cNvCxnSpPr>
          <p:nvPr/>
        </p:nvCxnSpPr>
        <p:spPr>
          <a:xfrm>
            <a:off x="2607351" y="2959315"/>
            <a:ext cx="0" cy="1755189"/>
          </a:xfrm>
          <a:prstGeom prst="straightConnector1">
            <a:avLst/>
          </a:prstGeom>
          <a:ln w="38100">
            <a:solidFill>
              <a:schemeClr val="accent5">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2984BA3F-2E32-9C0E-D2C2-22A5DFC8DB83}"/>
              </a:ext>
            </a:extLst>
          </p:cNvPr>
          <p:cNvSpPr txBox="1"/>
          <p:nvPr/>
        </p:nvSpPr>
        <p:spPr>
          <a:xfrm>
            <a:off x="2687110" y="3608671"/>
            <a:ext cx="2125838" cy="646331"/>
          </a:xfrm>
          <a:prstGeom prst="rect">
            <a:avLst/>
          </a:prstGeom>
          <a:noFill/>
        </p:spPr>
        <p:txBody>
          <a:bodyPr wrap="none" rtlCol="0">
            <a:spAutoFit/>
          </a:bodyPr>
          <a:lstStyle/>
          <a:p>
            <a:r>
              <a:rPr lang="en-GB" dirty="0"/>
              <a:t>S</a:t>
            </a:r>
            <a:r>
              <a:rPr lang="en-NL" dirty="0" err="1"/>
              <a:t>ignificant</a:t>
            </a:r>
            <a:r>
              <a:rPr lang="en-NL" dirty="0"/>
              <a:t> p-value </a:t>
            </a:r>
          </a:p>
          <a:p>
            <a:r>
              <a:rPr lang="en-GB" dirty="0"/>
              <a:t>P</a:t>
            </a:r>
            <a:r>
              <a:rPr lang="en-NL" dirty="0"/>
              <a:t> &lt; 0.05</a:t>
            </a:r>
          </a:p>
        </p:txBody>
      </p:sp>
      <p:sp>
        <p:nvSpPr>
          <p:cNvPr id="17" name="TextBox 16">
            <a:extLst>
              <a:ext uri="{FF2B5EF4-FFF2-40B4-BE49-F238E27FC236}">
                <a16:creationId xmlns:a16="http://schemas.microsoft.com/office/drawing/2014/main" id="{85C43398-C230-E4EE-D0EE-B1E9F0239B85}"/>
              </a:ext>
            </a:extLst>
          </p:cNvPr>
          <p:cNvSpPr txBox="1"/>
          <p:nvPr/>
        </p:nvSpPr>
        <p:spPr>
          <a:xfrm>
            <a:off x="9211313" y="3676778"/>
            <a:ext cx="2125838" cy="646331"/>
          </a:xfrm>
          <a:prstGeom prst="rect">
            <a:avLst/>
          </a:prstGeom>
          <a:noFill/>
        </p:spPr>
        <p:txBody>
          <a:bodyPr wrap="none" rtlCol="0">
            <a:spAutoFit/>
          </a:bodyPr>
          <a:lstStyle/>
          <a:p>
            <a:r>
              <a:rPr lang="en-GB" dirty="0"/>
              <a:t>S</a:t>
            </a:r>
            <a:r>
              <a:rPr lang="en-NL" dirty="0" err="1"/>
              <a:t>ignificant</a:t>
            </a:r>
            <a:r>
              <a:rPr lang="en-NL" dirty="0"/>
              <a:t> p-value </a:t>
            </a:r>
          </a:p>
          <a:p>
            <a:r>
              <a:rPr lang="en-GB" dirty="0"/>
              <a:t>P</a:t>
            </a:r>
            <a:r>
              <a:rPr lang="en-NL" dirty="0"/>
              <a:t> &lt; 0.05</a:t>
            </a:r>
          </a:p>
        </p:txBody>
      </p:sp>
      <p:cxnSp>
        <p:nvCxnSpPr>
          <p:cNvPr id="18" name="Straight Arrow Connector 17">
            <a:extLst>
              <a:ext uri="{FF2B5EF4-FFF2-40B4-BE49-F238E27FC236}">
                <a16:creationId xmlns:a16="http://schemas.microsoft.com/office/drawing/2014/main" id="{A2EF58AD-98C7-A612-114D-214B18412205}"/>
              </a:ext>
            </a:extLst>
          </p:cNvPr>
          <p:cNvCxnSpPr>
            <a:cxnSpLocks/>
          </p:cNvCxnSpPr>
          <p:nvPr/>
        </p:nvCxnSpPr>
        <p:spPr>
          <a:xfrm>
            <a:off x="9193359" y="2962310"/>
            <a:ext cx="0" cy="1859072"/>
          </a:xfrm>
          <a:prstGeom prst="straightConnector1">
            <a:avLst/>
          </a:prstGeom>
          <a:ln w="38100">
            <a:solidFill>
              <a:schemeClr val="accent2">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0" name="Rectangle 19">
            <a:extLst>
              <a:ext uri="{FF2B5EF4-FFF2-40B4-BE49-F238E27FC236}">
                <a16:creationId xmlns:a16="http://schemas.microsoft.com/office/drawing/2014/main" id="{6B440E4A-E90D-256E-15FD-EC32BD12A9EE}"/>
              </a:ext>
            </a:extLst>
          </p:cNvPr>
          <p:cNvSpPr/>
          <p:nvPr/>
        </p:nvSpPr>
        <p:spPr>
          <a:xfrm>
            <a:off x="5183489" y="4167886"/>
            <a:ext cx="1513491" cy="523220"/>
          </a:xfrm>
          <a:prstGeom prst="rect">
            <a:avLst/>
          </a:prstGeom>
          <a:noFill/>
        </p:spPr>
        <p:txBody>
          <a:bodyPr wrap="none" lIns="91440" tIns="45720" rIns="91440" bIns="45720">
            <a:spAutoFit/>
          </a:bodyPr>
          <a:lstStyle/>
          <a:p>
            <a:pPr algn="ctr"/>
            <a:r>
              <a:rPr lang="en-GB" sz="2800" b="1" cap="none" spc="0" dirty="0">
                <a:ln w="22225">
                  <a:solidFill>
                    <a:schemeClr val="accent2"/>
                  </a:solidFill>
                  <a:prstDash val="solid"/>
                </a:ln>
                <a:solidFill>
                  <a:schemeClr val="accent2">
                    <a:lumMod val="40000"/>
                    <a:lumOff val="60000"/>
                  </a:schemeClr>
                </a:solidFill>
                <a:effectLst/>
              </a:rPr>
              <a:t>P</a:t>
            </a:r>
            <a:r>
              <a:rPr lang="en-NL" sz="2800" b="1" cap="none" spc="0" dirty="0" err="1">
                <a:ln w="22225">
                  <a:solidFill>
                    <a:schemeClr val="accent2"/>
                  </a:solidFill>
                  <a:prstDash val="solid"/>
                </a:ln>
                <a:solidFill>
                  <a:schemeClr val="accent2">
                    <a:lumMod val="40000"/>
                    <a:lumOff val="60000"/>
                  </a:schemeClr>
                </a:solidFill>
                <a:effectLst/>
              </a:rPr>
              <a:t>ost</a:t>
            </a:r>
            <a:r>
              <a:rPr lang="en-NL" sz="2800" b="1" cap="none" spc="0" dirty="0">
                <a:ln w="22225">
                  <a:solidFill>
                    <a:schemeClr val="accent2"/>
                  </a:solidFill>
                  <a:prstDash val="solid"/>
                </a:ln>
                <a:solidFill>
                  <a:schemeClr val="accent2">
                    <a:lumMod val="40000"/>
                    <a:lumOff val="60000"/>
                  </a:schemeClr>
                </a:solidFill>
                <a:effectLst/>
              </a:rPr>
              <a:t> hoc</a:t>
            </a:r>
            <a:endParaRPr lang="en-US" sz="2800" b="1" cap="none" spc="0" dirty="0">
              <a:ln w="22225">
                <a:solidFill>
                  <a:schemeClr val="accent2"/>
                </a:solidFill>
                <a:prstDash val="solid"/>
              </a:ln>
              <a:solidFill>
                <a:schemeClr val="accent2">
                  <a:lumMod val="40000"/>
                  <a:lumOff val="60000"/>
                </a:schemeClr>
              </a:solidFill>
              <a:effectLst/>
            </a:endParaRPr>
          </a:p>
        </p:txBody>
      </p:sp>
      <p:sp>
        <p:nvSpPr>
          <p:cNvPr id="21" name="Title 1">
            <a:extLst>
              <a:ext uri="{FF2B5EF4-FFF2-40B4-BE49-F238E27FC236}">
                <a16:creationId xmlns:a16="http://schemas.microsoft.com/office/drawing/2014/main" id="{09C9A0B5-EAE1-581D-7AD8-1D7744985CDD}"/>
              </a:ext>
            </a:extLst>
          </p:cNvPr>
          <p:cNvSpPr txBox="1">
            <a:spLocks/>
          </p:cNvSpPr>
          <p:nvPr/>
        </p:nvSpPr>
        <p:spPr>
          <a:xfrm>
            <a:off x="164144" y="4429496"/>
            <a:ext cx="4886414" cy="1014175"/>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lang="en-US" sz="2800" kern="1200" cap="all" spc="150" baseline="0" dirty="0">
                <a:solidFill>
                  <a:schemeClr val="tx1"/>
                </a:solidFill>
                <a:latin typeface="+mj-lt"/>
                <a:ea typeface="+mj-ea"/>
                <a:cs typeface="+mj-cs"/>
              </a:defRPr>
            </a:lvl1pPr>
          </a:lstStyle>
          <a:p>
            <a:r>
              <a:rPr lang="en-NL" dirty="0" err="1"/>
              <a:t>Bonferonni</a:t>
            </a:r>
            <a:r>
              <a:rPr lang="en-NL" dirty="0"/>
              <a:t> </a:t>
            </a:r>
            <a:r>
              <a:rPr lang="en-NL" b="1" u="sng" dirty="0"/>
              <a:t>or</a:t>
            </a:r>
            <a:r>
              <a:rPr lang="en-NL" dirty="0"/>
              <a:t> </a:t>
            </a:r>
            <a:r>
              <a:rPr lang="en-NL" dirty="0" err="1"/>
              <a:t>tukey</a:t>
            </a:r>
            <a:endParaRPr lang="en-NL" dirty="0"/>
          </a:p>
        </p:txBody>
      </p:sp>
      <p:sp>
        <p:nvSpPr>
          <p:cNvPr id="22" name="Title 1">
            <a:extLst>
              <a:ext uri="{FF2B5EF4-FFF2-40B4-BE49-F238E27FC236}">
                <a16:creationId xmlns:a16="http://schemas.microsoft.com/office/drawing/2014/main" id="{63811B06-9349-BAFA-D53B-6AF74D5A3ACF}"/>
              </a:ext>
            </a:extLst>
          </p:cNvPr>
          <p:cNvSpPr txBox="1">
            <a:spLocks/>
          </p:cNvSpPr>
          <p:nvPr/>
        </p:nvSpPr>
        <p:spPr>
          <a:xfrm>
            <a:off x="7827125" y="4437321"/>
            <a:ext cx="4886414" cy="1014175"/>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lang="en-US" sz="2800" kern="1200" cap="all" spc="150" baseline="0" dirty="0">
                <a:solidFill>
                  <a:schemeClr val="tx1"/>
                </a:solidFill>
                <a:latin typeface="+mj-lt"/>
                <a:ea typeface="+mj-ea"/>
                <a:cs typeface="+mj-cs"/>
              </a:defRPr>
            </a:lvl1pPr>
          </a:lstStyle>
          <a:p>
            <a:r>
              <a:rPr lang="en-NL" dirty="0"/>
              <a:t>Games-</a:t>
            </a:r>
            <a:r>
              <a:rPr lang="en-NL" dirty="0" err="1"/>
              <a:t>howell</a:t>
            </a:r>
            <a:endParaRPr lang="en-NL" dirty="0"/>
          </a:p>
        </p:txBody>
      </p:sp>
      <p:cxnSp>
        <p:nvCxnSpPr>
          <p:cNvPr id="25" name="Straight Arrow Connector 24">
            <a:extLst>
              <a:ext uri="{FF2B5EF4-FFF2-40B4-BE49-F238E27FC236}">
                <a16:creationId xmlns:a16="http://schemas.microsoft.com/office/drawing/2014/main" id="{BE3D766E-8F67-2B50-E0DD-7BFACD182306}"/>
              </a:ext>
            </a:extLst>
          </p:cNvPr>
          <p:cNvCxnSpPr>
            <a:stCxn id="5" idx="1"/>
          </p:cNvCxnSpPr>
          <p:nvPr/>
        </p:nvCxnSpPr>
        <p:spPr>
          <a:xfrm flipH="1" flipV="1">
            <a:off x="748145" y="1469164"/>
            <a:ext cx="524692" cy="871848"/>
          </a:xfrm>
          <a:prstGeom prst="straightConnector1">
            <a:avLst/>
          </a:prstGeom>
          <a:ln w="57150">
            <a:solidFill>
              <a:srgbClr val="002060"/>
            </a:solidFill>
            <a:tailEnd type="triangle"/>
          </a:ln>
        </p:spPr>
        <p:style>
          <a:lnRef idx="1">
            <a:schemeClr val="accent1"/>
          </a:lnRef>
          <a:fillRef idx="0">
            <a:schemeClr val="accent1"/>
          </a:fillRef>
          <a:effectRef idx="0">
            <a:schemeClr val="accent1"/>
          </a:effectRef>
          <a:fontRef idx="minor">
            <a:schemeClr val="tx1"/>
          </a:fontRef>
        </p:style>
      </p:cxnSp>
      <p:sp>
        <p:nvSpPr>
          <p:cNvPr id="26" name="TextBox 25">
            <a:extLst>
              <a:ext uri="{FF2B5EF4-FFF2-40B4-BE49-F238E27FC236}">
                <a16:creationId xmlns:a16="http://schemas.microsoft.com/office/drawing/2014/main" id="{D3F7E09A-4ECA-C947-46D0-2535274F6124}"/>
              </a:ext>
            </a:extLst>
          </p:cNvPr>
          <p:cNvSpPr txBox="1"/>
          <p:nvPr/>
        </p:nvSpPr>
        <p:spPr>
          <a:xfrm>
            <a:off x="278854" y="1073352"/>
            <a:ext cx="1436612" cy="369332"/>
          </a:xfrm>
          <a:prstGeom prst="rect">
            <a:avLst/>
          </a:prstGeom>
          <a:noFill/>
        </p:spPr>
        <p:txBody>
          <a:bodyPr wrap="none" rtlCol="0">
            <a:spAutoFit/>
          </a:bodyPr>
          <a:lstStyle/>
          <a:p>
            <a:r>
              <a:rPr lang="en-NL" dirty="0"/>
              <a:t>Conclude H0</a:t>
            </a:r>
          </a:p>
        </p:txBody>
      </p:sp>
      <p:sp>
        <p:nvSpPr>
          <p:cNvPr id="27" name="TextBox 26">
            <a:extLst>
              <a:ext uri="{FF2B5EF4-FFF2-40B4-BE49-F238E27FC236}">
                <a16:creationId xmlns:a16="http://schemas.microsoft.com/office/drawing/2014/main" id="{3C954C3B-D439-0DF5-0D4B-BAC2A3B453BB}"/>
              </a:ext>
            </a:extLst>
          </p:cNvPr>
          <p:cNvSpPr txBox="1"/>
          <p:nvPr/>
        </p:nvSpPr>
        <p:spPr>
          <a:xfrm>
            <a:off x="1077007" y="1688869"/>
            <a:ext cx="1596014" cy="369332"/>
          </a:xfrm>
          <a:prstGeom prst="rect">
            <a:avLst/>
          </a:prstGeom>
          <a:noFill/>
        </p:spPr>
        <p:txBody>
          <a:bodyPr wrap="none" rtlCol="0">
            <a:spAutoFit/>
          </a:bodyPr>
          <a:lstStyle/>
          <a:p>
            <a:r>
              <a:rPr lang="en-GB" dirty="0"/>
              <a:t>I</a:t>
            </a:r>
            <a:r>
              <a:rPr lang="en-NL" dirty="0" err="1"/>
              <a:t>nsignificant</a:t>
            </a:r>
            <a:r>
              <a:rPr lang="en-NL" dirty="0"/>
              <a:t> p</a:t>
            </a:r>
          </a:p>
        </p:txBody>
      </p:sp>
      <p:cxnSp>
        <p:nvCxnSpPr>
          <p:cNvPr id="28" name="Straight Arrow Connector 27">
            <a:extLst>
              <a:ext uri="{FF2B5EF4-FFF2-40B4-BE49-F238E27FC236}">
                <a16:creationId xmlns:a16="http://schemas.microsoft.com/office/drawing/2014/main" id="{AC6902F1-D466-6D6E-59EA-CF57301C9AEB}"/>
              </a:ext>
            </a:extLst>
          </p:cNvPr>
          <p:cNvCxnSpPr>
            <a:cxnSpLocks/>
          </p:cNvCxnSpPr>
          <p:nvPr/>
        </p:nvCxnSpPr>
        <p:spPr>
          <a:xfrm flipV="1">
            <a:off x="9880270" y="1614218"/>
            <a:ext cx="733386" cy="703038"/>
          </a:xfrm>
          <a:prstGeom prst="straightConnector1">
            <a:avLst/>
          </a:prstGeom>
          <a:ln w="57150">
            <a:solidFill>
              <a:srgbClr val="002060"/>
            </a:solidFill>
            <a:tailEnd type="triangle"/>
          </a:ln>
        </p:spPr>
        <p:style>
          <a:lnRef idx="1">
            <a:schemeClr val="accent1"/>
          </a:lnRef>
          <a:fillRef idx="0">
            <a:schemeClr val="accent1"/>
          </a:fillRef>
          <a:effectRef idx="0">
            <a:schemeClr val="accent1"/>
          </a:effectRef>
          <a:fontRef idx="minor">
            <a:schemeClr val="tx1"/>
          </a:fontRef>
        </p:style>
      </p:cxnSp>
      <p:sp>
        <p:nvSpPr>
          <p:cNvPr id="29" name="TextBox 28">
            <a:extLst>
              <a:ext uri="{FF2B5EF4-FFF2-40B4-BE49-F238E27FC236}">
                <a16:creationId xmlns:a16="http://schemas.microsoft.com/office/drawing/2014/main" id="{DB586C50-1FE1-A978-537D-B50F8F9DAFBC}"/>
              </a:ext>
            </a:extLst>
          </p:cNvPr>
          <p:cNvSpPr txBox="1"/>
          <p:nvPr/>
        </p:nvSpPr>
        <p:spPr>
          <a:xfrm>
            <a:off x="10725549" y="1307545"/>
            <a:ext cx="1436612" cy="369332"/>
          </a:xfrm>
          <a:prstGeom prst="rect">
            <a:avLst/>
          </a:prstGeom>
          <a:noFill/>
        </p:spPr>
        <p:txBody>
          <a:bodyPr wrap="none" rtlCol="0">
            <a:spAutoFit/>
          </a:bodyPr>
          <a:lstStyle/>
          <a:p>
            <a:r>
              <a:rPr lang="en-NL" dirty="0"/>
              <a:t>Conclude H0</a:t>
            </a:r>
          </a:p>
        </p:txBody>
      </p:sp>
      <p:sp>
        <p:nvSpPr>
          <p:cNvPr id="30" name="TextBox 29">
            <a:extLst>
              <a:ext uri="{FF2B5EF4-FFF2-40B4-BE49-F238E27FC236}">
                <a16:creationId xmlns:a16="http://schemas.microsoft.com/office/drawing/2014/main" id="{DC38359E-5360-00C1-D690-F59E08A1AEB0}"/>
              </a:ext>
            </a:extLst>
          </p:cNvPr>
          <p:cNvSpPr txBox="1"/>
          <p:nvPr/>
        </p:nvSpPr>
        <p:spPr>
          <a:xfrm>
            <a:off x="10281671" y="1888944"/>
            <a:ext cx="1596014" cy="369332"/>
          </a:xfrm>
          <a:prstGeom prst="rect">
            <a:avLst/>
          </a:prstGeom>
          <a:noFill/>
        </p:spPr>
        <p:txBody>
          <a:bodyPr wrap="none" rtlCol="0">
            <a:spAutoFit/>
          </a:bodyPr>
          <a:lstStyle/>
          <a:p>
            <a:r>
              <a:rPr lang="en-GB" dirty="0"/>
              <a:t>I</a:t>
            </a:r>
            <a:r>
              <a:rPr lang="en-NL" dirty="0" err="1"/>
              <a:t>nsignificant</a:t>
            </a:r>
            <a:r>
              <a:rPr lang="en-NL" dirty="0"/>
              <a:t> p</a:t>
            </a:r>
          </a:p>
        </p:txBody>
      </p:sp>
    </p:spTree>
    <p:extLst>
      <p:ext uri="{BB962C8B-B14F-4D97-AF65-F5344CB8AC3E}">
        <p14:creationId xmlns:p14="http://schemas.microsoft.com/office/powerpoint/2010/main" val="41764750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7"/>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5"/>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4"/>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6"/>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1"/>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8"/>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2"/>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6"/>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30"/>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28"/>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29"/>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nodeType="clickEffect">
                                  <p:stCondLst>
                                    <p:cond delay="0"/>
                                  </p:stCondLst>
                                  <p:childTnLst>
                                    <p:set>
                                      <p:cBhvr>
                                        <p:cTn id="52" dur="1" fill="hold">
                                          <p:stCondLst>
                                            <p:cond delay="0"/>
                                          </p:stCondLst>
                                        </p:cTn>
                                        <p:tgtEl>
                                          <p:spTgt spid="18"/>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17"/>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12" grpId="0"/>
      <p:bldP spid="13" grpId="0"/>
      <p:bldP spid="16" grpId="0"/>
      <p:bldP spid="17" grpId="0"/>
      <p:bldP spid="20" grpId="0"/>
      <p:bldP spid="21" grpId="0"/>
      <p:bldP spid="22" grpId="0"/>
      <p:bldP spid="26" grpId="0"/>
      <p:bldP spid="27" grpId="0"/>
      <p:bldP spid="29" grpId="0"/>
      <p:bldP spid="30"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70CF61-34FA-9F5A-7B16-638D1797EE87}"/>
              </a:ext>
            </a:extLst>
          </p:cNvPr>
          <p:cNvSpPr>
            <a:spLocks noGrp="1"/>
          </p:cNvSpPr>
          <p:nvPr>
            <p:ph type="title"/>
          </p:nvPr>
        </p:nvSpPr>
        <p:spPr>
          <a:xfrm>
            <a:off x="818047" y="3808854"/>
            <a:ext cx="10936806" cy="1780860"/>
          </a:xfrm>
        </p:spPr>
        <p:txBody>
          <a:bodyPr>
            <a:normAutofit fontScale="90000"/>
          </a:bodyPr>
          <a:lstStyle/>
          <a:p>
            <a:r>
              <a:rPr lang="en-NL" b="1" dirty="0"/>
              <a:t>What rules should be met to have a valid </a:t>
            </a:r>
            <a:r>
              <a:rPr lang="en-NL" b="1" dirty="0" err="1"/>
              <a:t>anova</a:t>
            </a:r>
            <a:r>
              <a:rPr lang="en-NL" b="1" dirty="0"/>
              <a:t> f-test result?</a:t>
            </a:r>
            <a:br>
              <a:rPr lang="en-NL" b="1" dirty="0"/>
            </a:br>
            <a:br>
              <a:rPr lang="en-NL" b="1" dirty="0"/>
            </a:br>
            <a:br>
              <a:rPr lang="en-US" dirty="0"/>
            </a:br>
            <a:r>
              <a:rPr lang="en-US" dirty="0"/>
              <a:t>a) </a:t>
            </a:r>
            <a:r>
              <a:rPr lang="en-NL" dirty="0"/>
              <a:t>You must only have 3 groups</a:t>
            </a:r>
            <a:br>
              <a:rPr lang="en-NL" dirty="0"/>
            </a:br>
            <a:r>
              <a:rPr lang="en-NL" dirty="0"/>
              <a:t>b) You must have homogeneity of variance</a:t>
            </a:r>
            <a:br>
              <a:rPr lang="en-NL" dirty="0"/>
            </a:br>
            <a:r>
              <a:rPr lang="en-NL" dirty="0"/>
              <a:t>C) You must have only categorical data</a:t>
            </a:r>
            <a:br>
              <a:rPr lang="en-NL" dirty="0"/>
            </a:br>
            <a:r>
              <a:rPr lang="en-NL" dirty="0"/>
              <a:t>You must have </a:t>
            </a:r>
            <a:r>
              <a:rPr lang="en-NL" dirty="0" err="1"/>
              <a:t>visulaized</a:t>
            </a:r>
            <a:r>
              <a:rPr lang="en-NL" dirty="0"/>
              <a:t> your data</a:t>
            </a:r>
            <a:br>
              <a:rPr lang="en-NL" dirty="0"/>
            </a:br>
            <a:br>
              <a:rPr lang="en-US" dirty="0"/>
            </a:br>
            <a:endParaRPr lang="en-NL" dirty="0"/>
          </a:p>
        </p:txBody>
      </p:sp>
      <p:sp>
        <p:nvSpPr>
          <p:cNvPr id="7" name="Slide Number Placeholder 6">
            <a:extLst>
              <a:ext uri="{FF2B5EF4-FFF2-40B4-BE49-F238E27FC236}">
                <a16:creationId xmlns:a16="http://schemas.microsoft.com/office/drawing/2014/main" id="{5369CF5E-87BD-061A-D13E-3E46962FD03E}"/>
              </a:ext>
            </a:extLst>
          </p:cNvPr>
          <p:cNvSpPr>
            <a:spLocks noGrp="1"/>
          </p:cNvSpPr>
          <p:nvPr>
            <p:ph type="sldNum" sz="quarter" idx="13"/>
          </p:nvPr>
        </p:nvSpPr>
        <p:spPr/>
        <p:txBody>
          <a:bodyPr/>
          <a:lstStyle/>
          <a:p>
            <a:fld id="{A49DFD55-3C28-40EF-9E31-A92D2E4017FF}" type="slidenum">
              <a:rPr lang="en-US" smtClean="0"/>
              <a:pPr/>
              <a:t>43</a:t>
            </a:fld>
            <a:endParaRPr lang="en-US" dirty="0"/>
          </a:p>
        </p:txBody>
      </p:sp>
      <mc:AlternateContent xmlns:mc="http://schemas.openxmlformats.org/markup-compatibility/2006" xmlns:p14="http://schemas.microsoft.com/office/powerpoint/2010/main">
        <mc:Choice Requires="p14">
          <p:contentPart p14:bwMode="auto" r:id="rId2">
            <p14:nvContentPartPr>
              <p14:cNvPr id="8" name="Ink 7">
                <a:extLst>
                  <a:ext uri="{FF2B5EF4-FFF2-40B4-BE49-F238E27FC236}">
                    <a16:creationId xmlns:a16="http://schemas.microsoft.com/office/drawing/2014/main" id="{CC1FEB22-6A8D-C435-CCA0-900EA7DC3992}"/>
                  </a:ext>
                </a:extLst>
              </p14:cNvPr>
              <p14:cNvContentPartPr/>
              <p14:nvPr/>
            </p14:nvContentPartPr>
            <p14:xfrm>
              <a:off x="1276567" y="3961501"/>
              <a:ext cx="7713053" cy="69040"/>
            </p14:xfrm>
          </p:contentPart>
        </mc:Choice>
        <mc:Fallback xmlns="">
          <p:pic>
            <p:nvPicPr>
              <p:cNvPr id="8" name="Ink 7">
                <a:extLst>
                  <a:ext uri="{FF2B5EF4-FFF2-40B4-BE49-F238E27FC236}">
                    <a16:creationId xmlns:a16="http://schemas.microsoft.com/office/drawing/2014/main" id="{CC1FEB22-6A8D-C435-CCA0-900EA7DC3992}"/>
                  </a:ext>
                </a:extLst>
              </p:cNvPr>
              <p:cNvPicPr/>
              <p:nvPr/>
            </p:nvPicPr>
            <p:blipFill>
              <a:blip r:embed="rId3"/>
              <a:stretch>
                <a:fillRect/>
              </a:stretch>
            </p:blipFill>
            <p:spPr>
              <a:xfrm>
                <a:off x="1186566" y="3782641"/>
                <a:ext cx="7892694" cy="426402"/>
              </a:xfrm>
              <a:prstGeom prst="rect">
                <a:avLst/>
              </a:prstGeom>
            </p:spPr>
          </p:pic>
        </mc:Fallback>
      </mc:AlternateContent>
    </p:spTree>
    <p:extLst>
      <p:ext uri="{BB962C8B-B14F-4D97-AF65-F5344CB8AC3E}">
        <p14:creationId xmlns:p14="http://schemas.microsoft.com/office/powerpoint/2010/main" val="2270698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70CF61-34FA-9F5A-7B16-638D1797EE87}"/>
              </a:ext>
            </a:extLst>
          </p:cNvPr>
          <p:cNvSpPr>
            <a:spLocks noGrp="1"/>
          </p:cNvSpPr>
          <p:nvPr>
            <p:ph type="title"/>
          </p:nvPr>
        </p:nvSpPr>
        <p:spPr>
          <a:xfrm>
            <a:off x="1407593" y="3820886"/>
            <a:ext cx="10636017" cy="1780860"/>
          </a:xfrm>
        </p:spPr>
        <p:txBody>
          <a:bodyPr>
            <a:normAutofit fontScale="90000"/>
          </a:bodyPr>
          <a:lstStyle/>
          <a:p>
            <a:r>
              <a:rPr lang="en-NL" b="1" dirty="0"/>
              <a:t>What rules should be met to have a valid </a:t>
            </a:r>
            <a:r>
              <a:rPr lang="en-NL" b="1" dirty="0" err="1"/>
              <a:t>anova</a:t>
            </a:r>
            <a:r>
              <a:rPr lang="en-NL" b="1" dirty="0"/>
              <a:t> Welch-test result?</a:t>
            </a:r>
            <a:br>
              <a:rPr lang="en-NL" b="1" dirty="0"/>
            </a:br>
            <a:br>
              <a:rPr lang="en-NL" b="1" dirty="0"/>
            </a:br>
            <a:br>
              <a:rPr lang="en-US" dirty="0"/>
            </a:br>
            <a:r>
              <a:rPr lang="en-US" dirty="0"/>
              <a:t>a) </a:t>
            </a:r>
            <a:r>
              <a:rPr lang="en-NL" dirty="0"/>
              <a:t>You must only have 3 groups</a:t>
            </a:r>
            <a:br>
              <a:rPr lang="en-NL" dirty="0"/>
            </a:br>
            <a:r>
              <a:rPr lang="en-NL" dirty="0"/>
              <a:t>b) You must have homogeneity of variance</a:t>
            </a:r>
            <a:br>
              <a:rPr lang="en-NL" dirty="0"/>
            </a:br>
            <a:r>
              <a:rPr lang="en-NL" dirty="0"/>
              <a:t>C) You must have a categorical variable (&gt;2 levels) and a continuous variable</a:t>
            </a:r>
            <a:br>
              <a:rPr lang="en-NL" dirty="0"/>
            </a:br>
            <a:r>
              <a:rPr lang="en-NL" dirty="0"/>
              <a:t>d) You must have visualized your data</a:t>
            </a:r>
            <a:br>
              <a:rPr lang="en-NL" dirty="0"/>
            </a:br>
            <a:br>
              <a:rPr lang="en-US" dirty="0"/>
            </a:br>
            <a:endParaRPr lang="en-NL" dirty="0"/>
          </a:p>
        </p:txBody>
      </p:sp>
      <p:sp>
        <p:nvSpPr>
          <p:cNvPr id="7" name="Slide Number Placeholder 6">
            <a:extLst>
              <a:ext uri="{FF2B5EF4-FFF2-40B4-BE49-F238E27FC236}">
                <a16:creationId xmlns:a16="http://schemas.microsoft.com/office/drawing/2014/main" id="{5369CF5E-87BD-061A-D13E-3E46962FD03E}"/>
              </a:ext>
            </a:extLst>
          </p:cNvPr>
          <p:cNvSpPr>
            <a:spLocks noGrp="1"/>
          </p:cNvSpPr>
          <p:nvPr>
            <p:ph type="sldNum" sz="quarter" idx="13"/>
          </p:nvPr>
        </p:nvSpPr>
        <p:spPr/>
        <p:txBody>
          <a:bodyPr/>
          <a:lstStyle/>
          <a:p>
            <a:fld id="{A49DFD55-3C28-40EF-9E31-A92D2E4017FF}" type="slidenum">
              <a:rPr lang="en-US" smtClean="0"/>
              <a:pPr/>
              <a:t>44</a:t>
            </a:fld>
            <a:endParaRPr lang="en-US" dirty="0"/>
          </a:p>
        </p:txBody>
      </p:sp>
      <mc:AlternateContent xmlns:mc="http://schemas.openxmlformats.org/markup-compatibility/2006" xmlns:p14="http://schemas.microsoft.com/office/powerpoint/2010/main">
        <mc:Choice Requires="p14">
          <p:contentPart p14:bwMode="auto" r:id="rId2">
            <p14:nvContentPartPr>
              <p14:cNvPr id="8" name="Ink 7">
                <a:extLst>
                  <a:ext uri="{FF2B5EF4-FFF2-40B4-BE49-F238E27FC236}">
                    <a16:creationId xmlns:a16="http://schemas.microsoft.com/office/drawing/2014/main" id="{CC1FEB22-6A8D-C435-CCA0-900EA7DC3992}"/>
                  </a:ext>
                </a:extLst>
              </p14:cNvPr>
              <p14:cNvContentPartPr/>
              <p14:nvPr/>
            </p14:nvContentPartPr>
            <p14:xfrm>
              <a:off x="1407594" y="4021658"/>
              <a:ext cx="7713053" cy="273615"/>
            </p14:xfrm>
          </p:contentPart>
        </mc:Choice>
        <mc:Fallback xmlns="">
          <p:pic>
            <p:nvPicPr>
              <p:cNvPr id="8" name="Ink 7">
                <a:extLst>
                  <a:ext uri="{FF2B5EF4-FFF2-40B4-BE49-F238E27FC236}">
                    <a16:creationId xmlns:a16="http://schemas.microsoft.com/office/drawing/2014/main" id="{CC1FEB22-6A8D-C435-CCA0-900EA7DC3992}"/>
                  </a:ext>
                </a:extLst>
              </p:cNvPr>
              <p:cNvPicPr/>
              <p:nvPr/>
            </p:nvPicPr>
            <p:blipFill>
              <a:blip r:embed="rId3"/>
              <a:stretch>
                <a:fillRect/>
              </a:stretch>
            </p:blipFill>
            <p:spPr>
              <a:xfrm>
                <a:off x="1317593" y="3841885"/>
                <a:ext cx="7892694" cy="632802"/>
              </a:xfrm>
              <a:prstGeom prst="rect">
                <a:avLst/>
              </a:prstGeom>
            </p:spPr>
          </p:pic>
        </mc:Fallback>
      </mc:AlternateContent>
    </p:spTree>
    <p:extLst>
      <p:ext uri="{BB962C8B-B14F-4D97-AF65-F5344CB8AC3E}">
        <p14:creationId xmlns:p14="http://schemas.microsoft.com/office/powerpoint/2010/main" val="10731868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70CF61-34FA-9F5A-7B16-638D1797EE87}"/>
              </a:ext>
            </a:extLst>
          </p:cNvPr>
          <p:cNvSpPr>
            <a:spLocks noGrp="1"/>
          </p:cNvSpPr>
          <p:nvPr>
            <p:ph type="title"/>
          </p:nvPr>
        </p:nvSpPr>
        <p:spPr>
          <a:xfrm>
            <a:off x="6428876" y="1739425"/>
            <a:ext cx="4487880" cy="1929970"/>
          </a:xfrm>
          <a:prstGeom prst="rect">
            <a:avLst/>
          </a:prstGeom>
        </p:spPr>
        <p:txBody>
          <a:bodyPr>
            <a:normAutofit fontScale="90000"/>
          </a:bodyPr>
          <a:lstStyle/>
          <a:p>
            <a:r>
              <a:rPr lang="en-NL" b="1" dirty="0"/>
              <a:t>Based on these results, what following steps should be taken?</a:t>
            </a:r>
            <a:br>
              <a:rPr lang="en-NL" b="1" dirty="0"/>
            </a:br>
            <a:br>
              <a:rPr lang="en-NL" dirty="0"/>
            </a:br>
            <a:br>
              <a:rPr lang="en-US" dirty="0"/>
            </a:br>
            <a:endParaRPr lang="en-NL" dirty="0"/>
          </a:p>
        </p:txBody>
      </p:sp>
      <p:sp>
        <p:nvSpPr>
          <p:cNvPr id="7" name="Slide Number Placeholder 6">
            <a:extLst>
              <a:ext uri="{FF2B5EF4-FFF2-40B4-BE49-F238E27FC236}">
                <a16:creationId xmlns:a16="http://schemas.microsoft.com/office/drawing/2014/main" id="{5369CF5E-87BD-061A-D13E-3E46962FD03E}"/>
              </a:ext>
            </a:extLst>
          </p:cNvPr>
          <p:cNvSpPr>
            <a:spLocks noGrp="1"/>
          </p:cNvSpPr>
          <p:nvPr>
            <p:ph type="sldNum" sz="quarter" idx="13"/>
          </p:nvPr>
        </p:nvSpPr>
        <p:spPr/>
        <p:txBody>
          <a:bodyPr/>
          <a:lstStyle/>
          <a:p>
            <a:fld id="{A49DFD55-3C28-40EF-9E31-A92D2E4017FF}" type="slidenum">
              <a:rPr lang="en-US" smtClean="0"/>
              <a:pPr/>
              <a:t>45</a:t>
            </a:fld>
            <a:endParaRPr lang="en-US" dirty="0"/>
          </a:p>
        </p:txBody>
      </p:sp>
      <p:pic>
        <p:nvPicPr>
          <p:cNvPr id="10246" name="Picture 6" descr="learning statistics with jamovi - 13 Comparing several means (one-way ANOVA)">
            <a:extLst>
              <a:ext uri="{FF2B5EF4-FFF2-40B4-BE49-F238E27FC236}">
                <a16:creationId xmlns:a16="http://schemas.microsoft.com/office/drawing/2014/main" id="{46CF7BDE-2127-060B-CF33-7C98473EDAA5}"/>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57383" t="22632" r="4239" b="51403"/>
          <a:stretch/>
        </p:blipFill>
        <p:spPr bwMode="auto">
          <a:xfrm>
            <a:off x="204536" y="228600"/>
            <a:ext cx="5475179" cy="2315218"/>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6" descr="learning statistics with jamovi - 13 Comparing several means (one-way ANOVA)">
            <a:extLst>
              <a:ext uri="{FF2B5EF4-FFF2-40B4-BE49-F238E27FC236}">
                <a16:creationId xmlns:a16="http://schemas.microsoft.com/office/drawing/2014/main" id="{EBF8A72D-2D1B-0846-260A-532B1E2FDCEB}"/>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59394" t="76842" r="5737" b="3258"/>
          <a:stretch/>
        </p:blipFill>
        <p:spPr bwMode="auto">
          <a:xfrm>
            <a:off x="204536" y="2282561"/>
            <a:ext cx="5784492" cy="1907630"/>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8EB4F83E-39DD-1656-A496-533854B23173}"/>
              </a:ext>
            </a:extLst>
          </p:cNvPr>
          <p:cNvSpPr txBox="1"/>
          <p:nvPr/>
        </p:nvSpPr>
        <p:spPr>
          <a:xfrm>
            <a:off x="5989028" y="3174528"/>
            <a:ext cx="5891464" cy="3046988"/>
          </a:xfrm>
          <a:prstGeom prst="rect">
            <a:avLst/>
          </a:prstGeom>
          <a:noFill/>
        </p:spPr>
        <p:txBody>
          <a:bodyPr wrap="square" rtlCol="0">
            <a:spAutoFit/>
          </a:bodyPr>
          <a:lstStyle/>
          <a:p>
            <a:pPr marL="342900" indent="-342900">
              <a:buAutoNum type="alphaUcPeriod"/>
            </a:pPr>
            <a:r>
              <a:rPr lang="en-NL" sz="2400" dirty="0"/>
              <a:t>We report Fisher’s value, and follow up with a Bonferroni post-hoc</a:t>
            </a:r>
          </a:p>
          <a:p>
            <a:pPr marL="342900" indent="-342900">
              <a:buAutoNum type="alphaUcPeriod"/>
            </a:pPr>
            <a:r>
              <a:rPr lang="en-NL" sz="2400" dirty="0"/>
              <a:t>We report Welch’s value and follow up with a Games-Howell</a:t>
            </a:r>
          </a:p>
          <a:p>
            <a:pPr marL="342900" indent="-342900">
              <a:buAutoNum type="alphaUcPeriod"/>
            </a:pPr>
            <a:r>
              <a:rPr lang="en-NL" sz="2400" dirty="0"/>
              <a:t>We report Fisher’s value, and no post-hoc is needed</a:t>
            </a:r>
          </a:p>
          <a:p>
            <a:pPr marL="342900" indent="-342900">
              <a:buAutoNum type="alphaUcPeriod"/>
            </a:pPr>
            <a:r>
              <a:rPr lang="en-NL" sz="2400" dirty="0"/>
              <a:t>We report Welch’s value and follow up with a </a:t>
            </a:r>
            <a:r>
              <a:rPr lang="en-NL" sz="2400" dirty="0" err="1"/>
              <a:t>Bonferonni</a:t>
            </a:r>
            <a:r>
              <a:rPr lang="en-NL" sz="2400" dirty="0"/>
              <a:t> post-hoc</a:t>
            </a:r>
          </a:p>
        </p:txBody>
      </p:sp>
      <mc:AlternateContent xmlns:mc="http://schemas.openxmlformats.org/markup-compatibility/2006" xmlns:p14="http://schemas.microsoft.com/office/powerpoint/2010/main">
        <mc:Choice Requires="p14">
          <p:contentPart p14:bwMode="auto" r:id="rId3">
            <p14:nvContentPartPr>
              <p14:cNvPr id="5" name="Ink 4">
                <a:extLst>
                  <a:ext uri="{FF2B5EF4-FFF2-40B4-BE49-F238E27FC236}">
                    <a16:creationId xmlns:a16="http://schemas.microsoft.com/office/drawing/2014/main" id="{00C9D986-EBEA-B2E1-153A-9F9F57A2881B}"/>
                  </a:ext>
                </a:extLst>
              </p14:cNvPr>
              <p14:cNvContentPartPr/>
              <p14:nvPr/>
            </p14:nvContentPartPr>
            <p14:xfrm flipV="1">
              <a:off x="6096001" y="3408697"/>
              <a:ext cx="5264902" cy="186769"/>
            </p14:xfrm>
          </p:contentPart>
        </mc:Choice>
        <mc:Fallback xmlns="">
          <p:pic>
            <p:nvPicPr>
              <p:cNvPr id="5" name="Ink 4">
                <a:extLst>
                  <a:ext uri="{FF2B5EF4-FFF2-40B4-BE49-F238E27FC236}">
                    <a16:creationId xmlns:a16="http://schemas.microsoft.com/office/drawing/2014/main" id="{00C9D986-EBEA-B2E1-153A-9F9F57A2881B}"/>
                  </a:ext>
                </a:extLst>
              </p:cNvPr>
              <p:cNvPicPr/>
              <p:nvPr/>
            </p:nvPicPr>
            <p:blipFill>
              <a:blip r:embed="rId4"/>
              <a:stretch>
                <a:fillRect/>
              </a:stretch>
            </p:blipFill>
            <p:spPr>
              <a:xfrm flipV="1">
                <a:off x="6006003" y="3228765"/>
                <a:ext cx="5444539" cy="546272"/>
              </a:xfrm>
              <a:prstGeom prst="rect">
                <a:avLst/>
              </a:prstGeom>
            </p:spPr>
          </p:pic>
        </mc:Fallback>
      </mc:AlternateContent>
    </p:spTree>
    <p:extLst>
      <p:ext uri="{BB962C8B-B14F-4D97-AF65-F5344CB8AC3E}">
        <p14:creationId xmlns:p14="http://schemas.microsoft.com/office/powerpoint/2010/main" val="16040524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582622-FDF0-EA64-4E2B-0CA77911161F}"/>
              </a:ext>
            </a:extLst>
          </p:cNvPr>
          <p:cNvSpPr>
            <a:spLocks noGrp="1"/>
          </p:cNvSpPr>
          <p:nvPr>
            <p:ph type="ctrTitle"/>
          </p:nvPr>
        </p:nvSpPr>
        <p:spPr>
          <a:xfrm>
            <a:off x="589548" y="3955432"/>
            <a:ext cx="10830236" cy="3200400"/>
          </a:xfrm>
        </p:spPr>
        <p:txBody>
          <a:bodyPr/>
          <a:lstStyle/>
          <a:p>
            <a:r>
              <a:rPr lang="en-NL" dirty="0"/>
              <a:t>We’ve covered everything...except type 1 and 2 errors</a:t>
            </a:r>
          </a:p>
        </p:txBody>
      </p:sp>
    </p:spTree>
    <p:extLst>
      <p:ext uri="{BB962C8B-B14F-4D97-AF65-F5344CB8AC3E}">
        <p14:creationId xmlns:p14="http://schemas.microsoft.com/office/powerpoint/2010/main" val="362067689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0F929BB5-3C7D-C2E8-2234-6852BE2C8D12}"/>
              </a:ext>
            </a:extLst>
          </p:cNvPr>
          <p:cNvSpPr>
            <a:spLocks noGrp="1"/>
          </p:cNvSpPr>
          <p:nvPr>
            <p:ph type="body" idx="10"/>
          </p:nvPr>
        </p:nvSpPr>
        <p:spPr/>
        <p:txBody>
          <a:bodyPr/>
          <a:lstStyle/>
          <a:p>
            <a:endParaRPr lang="en-NL"/>
          </a:p>
        </p:txBody>
      </p:sp>
      <p:pic>
        <p:nvPicPr>
          <p:cNvPr id="11268" name="Picture 4" descr="What are Type 1 and Type 2 Errors?">
            <a:extLst>
              <a:ext uri="{FF2B5EF4-FFF2-40B4-BE49-F238E27FC236}">
                <a16:creationId xmlns:a16="http://schemas.microsoft.com/office/drawing/2014/main" id="{0FF8652F-08D4-3F71-F29F-619D2DFD29A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0947" y="1005157"/>
            <a:ext cx="10732137" cy="510688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1802626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77FF13-AF13-7148-A7E0-7A197D242B89}"/>
              </a:ext>
            </a:extLst>
          </p:cNvPr>
          <p:cNvSpPr>
            <a:spLocks noGrp="1"/>
          </p:cNvSpPr>
          <p:nvPr>
            <p:ph type="title"/>
          </p:nvPr>
        </p:nvSpPr>
        <p:spPr/>
        <p:txBody>
          <a:bodyPr/>
          <a:lstStyle/>
          <a:p>
            <a:r>
              <a:rPr lang="en-NL" dirty="0"/>
              <a:t>Significance level = Chance of type 1 error</a:t>
            </a:r>
          </a:p>
        </p:txBody>
      </p:sp>
      <p:sp>
        <p:nvSpPr>
          <p:cNvPr id="3" name="Text Placeholder 2">
            <a:extLst>
              <a:ext uri="{FF2B5EF4-FFF2-40B4-BE49-F238E27FC236}">
                <a16:creationId xmlns:a16="http://schemas.microsoft.com/office/drawing/2014/main" id="{802F7082-3E3D-5F51-C7C1-A9E2E24D77B7}"/>
              </a:ext>
            </a:extLst>
          </p:cNvPr>
          <p:cNvSpPr>
            <a:spLocks noGrp="1"/>
          </p:cNvSpPr>
          <p:nvPr>
            <p:ph type="body" idx="1"/>
          </p:nvPr>
        </p:nvSpPr>
        <p:spPr>
          <a:xfrm>
            <a:off x="838736" y="3023486"/>
            <a:ext cx="2722880" cy="351284"/>
          </a:xfrm>
        </p:spPr>
        <p:txBody>
          <a:bodyPr/>
          <a:lstStyle/>
          <a:p>
            <a:r>
              <a:rPr lang="en-GB" dirty="0"/>
              <a:t>P</a:t>
            </a:r>
            <a:r>
              <a:rPr lang="en-NL" dirty="0"/>
              <a:t>= 0.05</a:t>
            </a:r>
          </a:p>
        </p:txBody>
      </p:sp>
      <p:sp>
        <p:nvSpPr>
          <p:cNvPr id="5" name="Text Placeholder 4">
            <a:extLst>
              <a:ext uri="{FF2B5EF4-FFF2-40B4-BE49-F238E27FC236}">
                <a16:creationId xmlns:a16="http://schemas.microsoft.com/office/drawing/2014/main" id="{01903A35-9A82-24DD-2FA4-9D3102E59E8F}"/>
              </a:ext>
            </a:extLst>
          </p:cNvPr>
          <p:cNvSpPr>
            <a:spLocks noGrp="1"/>
          </p:cNvSpPr>
          <p:nvPr>
            <p:ph type="body" idx="10"/>
          </p:nvPr>
        </p:nvSpPr>
        <p:spPr>
          <a:xfrm>
            <a:off x="838736" y="3750014"/>
            <a:ext cx="1197008" cy="477381"/>
          </a:xfrm>
        </p:spPr>
        <p:txBody>
          <a:bodyPr>
            <a:normAutofit/>
          </a:bodyPr>
          <a:lstStyle/>
          <a:p>
            <a:r>
              <a:rPr lang="en-GB" dirty="0"/>
              <a:t>P</a:t>
            </a:r>
            <a:r>
              <a:rPr lang="en-NL" dirty="0"/>
              <a:t>= 0.15</a:t>
            </a:r>
          </a:p>
        </p:txBody>
      </p:sp>
      <p:sp>
        <p:nvSpPr>
          <p:cNvPr id="6" name="Content Placeholder 5">
            <a:extLst>
              <a:ext uri="{FF2B5EF4-FFF2-40B4-BE49-F238E27FC236}">
                <a16:creationId xmlns:a16="http://schemas.microsoft.com/office/drawing/2014/main" id="{61048EC2-0F4D-1278-32D1-827328C9DADA}"/>
              </a:ext>
            </a:extLst>
          </p:cNvPr>
          <p:cNvSpPr>
            <a:spLocks noGrp="1"/>
          </p:cNvSpPr>
          <p:nvPr>
            <p:ph sz="half" idx="14"/>
          </p:nvPr>
        </p:nvSpPr>
        <p:spPr>
          <a:xfrm>
            <a:off x="2035744" y="3096259"/>
            <a:ext cx="5506720" cy="332741"/>
          </a:xfrm>
        </p:spPr>
        <p:txBody>
          <a:bodyPr/>
          <a:lstStyle/>
          <a:p>
            <a:r>
              <a:rPr lang="en-NL" dirty="0"/>
              <a:t>5% chance of concluding a false positive</a:t>
            </a:r>
          </a:p>
        </p:txBody>
      </p:sp>
      <p:sp>
        <p:nvSpPr>
          <p:cNvPr id="7" name="Slide Number Placeholder 6">
            <a:extLst>
              <a:ext uri="{FF2B5EF4-FFF2-40B4-BE49-F238E27FC236}">
                <a16:creationId xmlns:a16="http://schemas.microsoft.com/office/drawing/2014/main" id="{4A9CA272-C444-262F-629F-6D63FC276D7E}"/>
              </a:ext>
            </a:extLst>
          </p:cNvPr>
          <p:cNvSpPr>
            <a:spLocks noGrp="1"/>
          </p:cNvSpPr>
          <p:nvPr>
            <p:ph type="sldNum" sz="quarter" idx="13"/>
          </p:nvPr>
        </p:nvSpPr>
        <p:spPr/>
        <p:txBody>
          <a:bodyPr/>
          <a:lstStyle/>
          <a:p>
            <a:fld id="{A49DFD55-3C28-40EF-9E31-A92D2E4017FF}" type="slidenum">
              <a:rPr lang="en-US" smtClean="0"/>
              <a:pPr/>
              <a:t>48</a:t>
            </a:fld>
            <a:endParaRPr lang="en-US" dirty="0"/>
          </a:p>
        </p:txBody>
      </p:sp>
      <p:sp>
        <p:nvSpPr>
          <p:cNvPr id="8" name="Text Placeholder 4">
            <a:extLst>
              <a:ext uri="{FF2B5EF4-FFF2-40B4-BE49-F238E27FC236}">
                <a16:creationId xmlns:a16="http://schemas.microsoft.com/office/drawing/2014/main" id="{8039A11E-9F21-C12B-4736-9D0B795EB85A}"/>
              </a:ext>
            </a:extLst>
          </p:cNvPr>
          <p:cNvSpPr txBox="1">
            <a:spLocks/>
          </p:cNvSpPr>
          <p:nvPr/>
        </p:nvSpPr>
        <p:spPr>
          <a:xfrm>
            <a:off x="916673" y="4482416"/>
            <a:ext cx="1041133" cy="477381"/>
          </a:xfrm>
          <a:prstGeom prst="rect">
            <a:avLst/>
          </a:prstGeom>
        </p:spPr>
        <p:txBody>
          <a:bodyPr vert="horz" lIns="91440" tIns="45720" rIns="91440" bIns="45720" rtlCol="0" anchor="t">
            <a:normAutofit/>
          </a:bodyPr>
          <a:lstStyle>
            <a:lvl1pPr marL="0" indent="0" algn="l" defTabSz="914400" rtl="0" eaLnBrk="1" latinLnBrk="0" hangingPunct="1">
              <a:lnSpc>
                <a:spcPct val="90000"/>
              </a:lnSpc>
              <a:spcBef>
                <a:spcPts val="1000"/>
              </a:spcBef>
              <a:buFont typeface="Arial" panose="020B0604020202020204" pitchFamily="34" charset="0"/>
              <a:buNone/>
              <a:defRPr lang="en-US" sz="1800" b="1" kern="1200" spc="50" baseline="0" dirty="0" smtClean="0">
                <a:solidFill>
                  <a:schemeClr val="tx1"/>
                </a:solidFill>
                <a:latin typeface="+mj-lt"/>
                <a:ea typeface="+mj-ea"/>
                <a:cs typeface="+mj-cs"/>
              </a:defRPr>
            </a:lvl1pPr>
            <a:lvl2pPr marL="457200" indent="0" algn="l" defTabSz="914400" rtl="0" eaLnBrk="1" latinLnBrk="0" hangingPunct="1">
              <a:lnSpc>
                <a:spcPct val="90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r>
              <a:rPr lang="en-GB" dirty="0"/>
              <a:t>P</a:t>
            </a:r>
            <a:r>
              <a:rPr lang="en-NL" dirty="0"/>
              <a:t>= 0.7</a:t>
            </a:r>
          </a:p>
        </p:txBody>
      </p:sp>
      <p:sp>
        <p:nvSpPr>
          <p:cNvPr id="9" name="Content Placeholder 5">
            <a:extLst>
              <a:ext uri="{FF2B5EF4-FFF2-40B4-BE49-F238E27FC236}">
                <a16:creationId xmlns:a16="http://schemas.microsoft.com/office/drawing/2014/main" id="{F260254C-232B-FA02-1296-88F66B04A241}"/>
              </a:ext>
            </a:extLst>
          </p:cNvPr>
          <p:cNvSpPr txBox="1">
            <a:spLocks/>
          </p:cNvSpPr>
          <p:nvPr/>
        </p:nvSpPr>
        <p:spPr>
          <a:xfrm>
            <a:off x="1988813" y="3798382"/>
            <a:ext cx="5506720" cy="332741"/>
          </a:xfrm>
          <a:prstGeom prst="rect">
            <a:avLst/>
          </a:prstGeom>
        </p:spPr>
        <p:txBody>
          <a:bodyPr vert="horz" lIns="91440" tIns="0" rIns="91440" bIns="45720" rtlCol="0">
            <a:normAutofit/>
          </a:bodyPr>
          <a:lstStyle>
            <a:lvl1pPr marL="0" indent="0" algn="l" defTabSz="914400" rtl="0" eaLnBrk="1" latinLnBrk="0" hangingPunct="1">
              <a:lnSpc>
                <a:spcPct val="100000"/>
              </a:lnSpc>
              <a:spcBef>
                <a:spcPts val="1000"/>
              </a:spcBef>
              <a:buFont typeface="Arial" panose="020B0604020202020204" pitchFamily="34" charset="0"/>
              <a:buNone/>
              <a:defRPr sz="1800" b="0" kern="1200" spc="50" baseline="0">
                <a:solidFill>
                  <a:schemeClr val="tx1"/>
                </a:solidFill>
                <a:latin typeface="+mn-lt"/>
                <a:ea typeface="+mn-ea"/>
                <a:cs typeface="+mn-cs"/>
              </a:defRPr>
            </a:lvl1pPr>
            <a:lvl2pPr marL="283464" indent="-285750" algn="l" defTabSz="914400" rtl="0" eaLnBrk="1" latinLnBrk="0" hangingPunct="1">
              <a:lnSpc>
                <a:spcPct val="100000"/>
              </a:lnSpc>
              <a:spcBef>
                <a:spcPts val="1000"/>
              </a:spcBef>
              <a:buFont typeface="Arial" panose="020B0604020202020204" pitchFamily="34" charset="0"/>
              <a:buChar char="•"/>
              <a:defRPr sz="1800" kern="1200" spc="50" baseline="0">
                <a:solidFill>
                  <a:schemeClr val="tx1"/>
                </a:solidFill>
                <a:latin typeface="+mn-lt"/>
                <a:ea typeface="+mn-ea"/>
                <a:cs typeface="+mn-cs"/>
              </a:defRPr>
            </a:lvl2pPr>
            <a:lvl3pPr marL="566928" indent="-285750" algn="l" defTabSz="914400" rtl="0" eaLnBrk="1" latinLnBrk="0" hangingPunct="1">
              <a:lnSpc>
                <a:spcPct val="100000"/>
              </a:lnSpc>
              <a:spcBef>
                <a:spcPts val="1000"/>
              </a:spcBef>
              <a:buFont typeface="Arial" panose="020B0604020202020204" pitchFamily="34" charset="0"/>
              <a:buChar char="•"/>
              <a:defRPr sz="1800" kern="1200" spc="50" baseline="0">
                <a:solidFill>
                  <a:schemeClr val="tx1"/>
                </a:solidFill>
                <a:latin typeface="+mn-lt"/>
                <a:ea typeface="+mn-ea"/>
                <a:cs typeface="+mn-cs"/>
              </a:defRPr>
            </a:lvl3pPr>
            <a:lvl4pPr marL="859536" indent="-285750" algn="l" defTabSz="914400" rtl="0" eaLnBrk="1" latinLnBrk="0" hangingPunct="1">
              <a:lnSpc>
                <a:spcPct val="100000"/>
              </a:lnSpc>
              <a:spcBef>
                <a:spcPts val="1000"/>
              </a:spcBef>
              <a:buFont typeface="Arial" panose="020B0604020202020204" pitchFamily="34" charset="0"/>
              <a:buChar char="•"/>
              <a:defRPr sz="1800" kern="1200" spc="50" baseline="0">
                <a:solidFill>
                  <a:schemeClr val="tx1"/>
                </a:solidFill>
                <a:latin typeface="+mn-lt"/>
                <a:ea typeface="+mn-ea"/>
                <a:cs typeface="+mn-cs"/>
              </a:defRPr>
            </a:lvl4pPr>
            <a:lvl5pPr marL="1143000" indent="-285750" algn="l" defTabSz="914400" rtl="0" eaLnBrk="1" latinLnBrk="0" hangingPunct="1">
              <a:lnSpc>
                <a:spcPct val="100000"/>
              </a:lnSpc>
              <a:spcBef>
                <a:spcPts val="1000"/>
              </a:spcBef>
              <a:buFont typeface="Arial" panose="020B0604020202020204" pitchFamily="34" charset="0"/>
              <a:buChar char="•"/>
              <a:defRPr sz="1800" kern="1200" spc="5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NL" dirty="0"/>
              <a:t>15% chance of concluding a false positive</a:t>
            </a:r>
          </a:p>
        </p:txBody>
      </p:sp>
      <p:sp>
        <p:nvSpPr>
          <p:cNvPr id="10" name="Content Placeholder 5">
            <a:extLst>
              <a:ext uri="{FF2B5EF4-FFF2-40B4-BE49-F238E27FC236}">
                <a16:creationId xmlns:a16="http://schemas.microsoft.com/office/drawing/2014/main" id="{D2360BA0-BF61-B33D-5512-C8B10E8BEF72}"/>
              </a:ext>
            </a:extLst>
          </p:cNvPr>
          <p:cNvSpPr txBox="1">
            <a:spLocks/>
          </p:cNvSpPr>
          <p:nvPr/>
        </p:nvSpPr>
        <p:spPr>
          <a:xfrm>
            <a:off x="1957806" y="4554735"/>
            <a:ext cx="5506720" cy="332741"/>
          </a:xfrm>
          <a:prstGeom prst="rect">
            <a:avLst/>
          </a:prstGeom>
        </p:spPr>
        <p:txBody>
          <a:bodyPr vert="horz" lIns="91440" tIns="0" rIns="91440" bIns="45720" rtlCol="0">
            <a:normAutofit/>
          </a:bodyPr>
          <a:lstStyle>
            <a:lvl1pPr marL="0" indent="0" algn="l" defTabSz="914400" rtl="0" eaLnBrk="1" latinLnBrk="0" hangingPunct="1">
              <a:lnSpc>
                <a:spcPct val="100000"/>
              </a:lnSpc>
              <a:spcBef>
                <a:spcPts val="1000"/>
              </a:spcBef>
              <a:buFont typeface="Arial" panose="020B0604020202020204" pitchFamily="34" charset="0"/>
              <a:buNone/>
              <a:defRPr sz="1800" b="0" kern="1200" spc="50" baseline="0">
                <a:solidFill>
                  <a:schemeClr val="tx1"/>
                </a:solidFill>
                <a:latin typeface="+mn-lt"/>
                <a:ea typeface="+mn-ea"/>
                <a:cs typeface="+mn-cs"/>
              </a:defRPr>
            </a:lvl1pPr>
            <a:lvl2pPr marL="283464" indent="-285750" algn="l" defTabSz="914400" rtl="0" eaLnBrk="1" latinLnBrk="0" hangingPunct="1">
              <a:lnSpc>
                <a:spcPct val="100000"/>
              </a:lnSpc>
              <a:spcBef>
                <a:spcPts val="1000"/>
              </a:spcBef>
              <a:buFont typeface="Arial" panose="020B0604020202020204" pitchFamily="34" charset="0"/>
              <a:buChar char="•"/>
              <a:defRPr sz="1800" kern="1200" spc="50" baseline="0">
                <a:solidFill>
                  <a:schemeClr val="tx1"/>
                </a:solidFill>
                <a:latin typeface="+mn-lt"/>
                <a:ea typeface="+mn-ea"/>
                <a:cs typeface="+mn-cs"/>
              </a:defRPr>
            </a:lvl2pPr>
            <a:lvl3pPr marL="566928" indent="-285750" algn="l" defTabSz="914400" rtl="0" eaLnBrk="1" latinLnBrk="0" hangingPunct="1">
              <a:lnSpc>
                <a:spcPct val="100000"/>
              </a:lnSpc>
              <a:spcBef>
                <a:spcPts val="1000"/>
              </a:spcBef>
              <a:buFont typeface="Arial" panose="020B0604020202020204" pitchFamily="34" charset="0"/>
              <a:buChar char="•"/>
              <a:defRPr sz="1800" kern="1200" spc="50" baseline="0">
                <a:solidFill>
                  <a:schemeClr val="tx1"/>
                </a:solidFill>
                <a:latin typeface="+mn-lt"/>
                <a:ea typeface="+mn-ea"/>
                <a:cs typeface="+mn-cs"/>
              </a:defRPr>
            </a:lvl3pPr>
            <a:lvl4pPr marL="859536" indent="-285750" algn="l" defTabSz="914400" rtl="0" eaLnBrk="1" latinLnBrk="0" hangingPunct="1">
              <a:lnSpc>
                <a:spcPct val="100000"/>
              </a:lnSpc>
              <a:spcBef>
                <a:spcPts val="1000"/>
              </a:spcBef>
              <a:buFont typeface="Arial" panose="020B0604020202020204" pitchFamily="34" charset="0"/>
              <a:buChar char="•"/>
              <a:defRPr sz="1800" kern="1200" spc="50" baseline="0">
                <a:solidFill>
                  <a:schemeClr val="tx1"/>
                </a:solidFill>
                <a:latin typeface="+mn-lt"/>
                <a:ea typeface="+mn-ea"/>
                <a:cs typeface="+mn-cs"/>
              </a:defRPr>
            </a:lvl4pPr>
            <a:lvl5pPr marL="1143000" indent="-285750" algn="l" defTabSz="914400" rtl="0" eaLnBrk="1" latinLnBrk="0" hangingPunct="1">
              <a:lnSpc>
                <a:spcPct val="100000"/>
              </a:lnSpc>
              <a:spcBef>
                <a:spcPts val="1000"/>
              </a:spcBef>
              <a:buFont typeface="Arial" panose="020B0604020202020204" pitchFamily="34" charset="0"/>
              <a:buChar char="•"/>
              <a:defRPr sz="1800" kern="1200" spc="5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NL" dirty="0"/>
              <a:t>70% chance of concluding a false positive</a:t>
            </a:r>
          </a:p>
        </p:txBody>
      </p:sp>
    </p:spTree>
    <p:extLst>
      <p:ext uri="{BB962C8B-B14F-4D97-AF65-F5344CB8AC3E}">
        <p14:creationId xmlns:p14="http://schemas.microsoft.com/office/powerpoint/2010/main" val="109455604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D211EE9-7E44-215A-0B23-6DF3C2FE029E}"/>
              </a:ext>
            </a:extLst>
          </p:cNvPr>
          <p:cNvSpPr>
            <a:spLocks noGrp="1"/>
          </p:cNvSpPr>
          <p:nvPr>
            <p:ph type="sldNum" sz="quarter" idx="12"/>
          </p:nvPr>
        </p:nvSpPr>
        <p:spPr/>
        <p:txBody>
          <a:bodyPr/>
          <a:lstStyle/>
          <a:p>
            <a:fld id="{DE5F457A-6F21-44FD-9619-CB0DA220E900}" type="slidenum">
              <a:rPr lang="en-NL" smtClean="0"/>
              <a:t>49</a:t>
            </a:fld>
            <a:endParaRPr lang="en-NL"/>
          </a:p>
        </p:txBody>
      </p:sp>
      <p:pic>
        <p:nvPicPr>
          <p:cNvPr id="13316" name="Picture 4" descr="To Err is Human: What the heck is Type I and Type II error? | by Usman  Haider | Medium">
            <a:extLst>
              <a:ext uri="{FF2B5EF4-FFF2-40B4-BE49-F238E27FC236}">
                <a16:creationId xmlns:a16="http://schemas.microsoft.com/office/drawing/2014/main" id="{90D7D4EC-C7E6-81F8-E097-F903478D4E1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31758" y="333512"/>
            <a:ext cx="9312442" cy="618032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7795545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21FCB8-B22C-6725-1741-3C634AA7E0DB}"/>
              </a:ext>
            </a:extLst>
          </p:cNvPr>
          <p:cNvSpPr>
            <a:spLocks noGrp="1"/>
          </p:cNvSpPr>
          <p:nvPr>
            <p:ph type="title"/>
          </p:nvPr>
        </p:nvSpPr>
        <p:spPr>
          <a:xfrm>
            <a:off x="838200" y="353550"/>
            <a:ext cx="10515600" cy="3207797"/>
          </a:xfrm>
        </p:spPr>
        <p:txBody>
          <a:bodyPr>
            <a:normAutofit fontScale="90000"/>
          </a:bodyPr>
          <a:lstStyle/>
          <a:p>
            <a:pPr algn="l"/>
            <a:r>
              <a:rPr lang="en-US" cap="none" dirty="0"/>
              <a:t>A hotel manager believes that offering a complimentary breakfast will increase guest satisfaction scores. </a:t>
            </a:r>
            <a:br>
              <a:rPr lang="en-NL" cap="none" dirty="0"/>
            </a:br>
            <a:r>
              <a:rPr lang="en-US" cap="none" dirty="0"/>
              <a:t>The null hypothesis is that the complimentary breakfast has no effect on satisfaction scores.</a:t>
            </a:r>
            <a:r>
              <a:rPr lang="en-NL" cap="none" dirty="0"/>
              <a:t> </a:t>
            </a:r>
            <a:br>
              <a:rPr lang="en-NL" cap="none" dirty="0"/>
            </a:br>
            <a:br>
              <a:rPr lang="en-NL" cap="none" dirty="0"/>
            </a:br>
            <a:r>
              <a:rPr lang="en-US" cap="none" dirty="0"/>
              <a:t>After implementing the breakfast, guest satisfaction scores are analyzed, and the manager concludes there was an increase in satisfaction scores, even though there was no real change.</a:t>
            </a:r>
          </a:p>
        </p:txBody>
      </p:sp>
      <p:sp>
        <p:nvSpPr>
          <p:cNvPr id="4" name="Slide Number Placeholder 3">
            <a:extLst>
              <a:ext uri="{FF2B5EF4-FFF2-40B4-BE49-F238E27FC236}">
                <a16:creationId xmlns:a16="http://schemas.microsoft.com/office/drawing/2014/main" id="{5C8BAE2C-0909-6EF3-1802-36E025C514B2}"/>
              </a:ext>
            </a:extLst>
          </p:cNvPr>
          <p:cNvSpPr>
            <a:spLocks noGrp="1"/>
          </p:cNvSpPr>
          <p:nvPr>
            <p:ph type="sldNum" sz="quarter" idx="12"/>
          </p:nvPr>
        </p:nvSpPr>
        <p:spPr/>
        <p:txBody>
          <a:bodyPr/>
          <a:lstStyle/>
          <a:p>
            <a:fld id="{A49DFD55-3C28-40EF-9E31-A92D2E4017FF}" type="slidenum">
              <a:rPr lang="en-US" smtClean="0"/>
              <a:pPr/>
              <a:t>50</a:t>
            </a:fld>
            <a:endParaRPr lang="en-US" dirty="0"/>
          </a:p>
        </p:txBody>
      </p:sp>
      <p:sp>
        <p:nvSpPr>
          <p:cNvPr id="5" name="Rectangle 4">
            <a:extLst>
              <a:ext uri="{FF2B5EF4-FFF2-40B4-BE49-F238E27FC236}">
                <a16:creationId xmlns:a16="http://schemas.microsoft.com/office/drawing/2014/main" id="{18A6C7E5-C369-CF1B-6C45-4824F969EDA3}"/>
              </a:ext>
            </a:extLst>
          </p:cNvPr>
          <p:cNvSpPr/>
          <p:nvPr/>
        </p:nvSpPr>
        <p:spPr>
          <a:xfrm>
            <a:off x="838200" y="3857672"/>
            <a:ext cx="9982413" cy="923330"/>
          </a:xfrm>
          <a:prstGeom prst="rect">
            <a:avLst/>
          </a:prstGeom>
          <a:noFill/>
        </p:spPr>
        <p:txBody>
          <a:bodyPr wrap="none" lIns="91440" tIns="45720" rIns="91440" bIns="45720">
            <a:spAutoFit/>
          </a:bodyPr>
          <a:lstStyle/>
          <a:p>
            <a:pPr algn="ctr"/>
            <a:r>
              <a:rPr lang="en-GB" sz="5400" b="0" cap="none" spc="0" dirty="0">
                <a:ln w="0"/>
                <a:solidFill>
                  <a:schemeClr val="tx1"/>
                </a:solidFill>
                <a:effectLst>
                  <a:outerShdw blurRad="38100" dist="19050" dir="2700000" algn="tl" rotWithShape="0">
                    <a:schemeClr val="dk1">
                      <a:alpha val="40000"/>
                    </a:schemeClr>
                  </a:outerShdw>
                </a:effectLst>
              </a:rPr>
              <a:t>W</a:t>
            </a:r>
            <a:r>
              <a:rPr lang="en-NL" sz="5400" b="0" cap="none" spc="0" dirty="0">
                <a:ln w="0"/>
                <a:solidFill>
                  <a:schemeClr val="tx1"/>
                </a:solidFill>
                <a:effectLst>
                  <a:outerShdw blurRad="38100" dist="19050" dir="2700000" algn="tl" rotWithShape="0">
                    <a:schemeClr val="dk1">
                      <a:alpha val="40000"/>
                    </a:schemeClr>
                  </a:outerShdw>
                </a:effectLst>
              </a:rPr>
              <a:t>hat type of error has occur</a:t>
            </a:r>
            <a:r>
              <a:rPr lang="en-GB" sz="5400" b="0" cap="none" spc="0" dirty="0">
                <a:ln w="0"/>
                <a:solidFill>
                  <a:schemeClr val="tx1"/>
                </a:solidFill>
                <a:effectLst>
                  <a:outerShdw blurRad="38100" dist="19050" dir="2700000" algn="tl" rotWithShape="0">
                    <a:schemeClr val="dk1">
                      <a:alpha val="40000"/>
                    </a:schemeClr>
                  </a:outerShdw>
                </a:effectLst>
              </a:rPr>
              <a:t>r</a:t>
            </a:r>
            <a:r>
              <a:rPr lang="en-NL" sz="5400" b="0" cap="none" spc="0" dirty="0">
                <a:ln w="0"/>
                <a:solidFill>
                  <a:schemeClr val="tx1"/>
                </a:solidFill>
                <a:effectLst>
                  <a:outerShdw blurRad="38100" dist="19050" dir="2700000" algn="tl" rotWithShape="0">
                    <a:schemeClr val="dk1">
                      <a:alpha val="40000"/>
                    </a:schemeClr>
                  </a:outerShdw>
                </a:effectLst>
              </a:rPr>
              <a:t>ed?</a:t>
            </a:r>
            <a:endParaRPr lang="en-US" sz="5400" b="0" cap="none" spc="0" dirty="0">
              <a:ln w="0"/>
              <a:solidFill>
                <a:schemeClr val="tx1"/>
              </a:solidFill>
              <a:effectLst>
                <a:outerShdw blurRad="38100" dist="19050" dir="2700000" algn="tl" rotWithShape="0">
                  <a:schemeClr val="dk1">
                    <a:alpha val="40000"/>
                  </a:schemeClr>
                </a:outerShdw>
              </a:effectLst>
            </a:endParaRPr>
          </a:p>
        </p:txBody>
      </p:sp>
      <p:sp>
        <p:nvSpPr>
          <p:cNvPr id="6" name="Rectangle 5">
            <a:extLst>
              <a:ext uri="{FF2B5EF4-FFF2-40B4-BE49-F238E27FC236}">
                <a16:creationId xmlns:a16="http://schemas.microsoft.com/office/drawing/2014/main" id="{A356C32E-5B1E-3D2E-CFD3-A7B320B429A8}"/>
              </a:ext>
            </a:extLst>
          </p:cNvPr>
          <p:cNvSpPr/>
          <p:nvPr/>
        </p:nvSpPr>
        <p:spPr>
          <a:xfrm>
            <a:off x="4414534" y="4781002"/>
            <a:ext cx="2135714" cy="923330"/>
          </a:xfrm>
          <a:prstGeom prst="rect">
            <a:avLst/>
          </a:prstGeom>
          <a:noFill/>
        </p:spPr>
        <p:txBody>
          <a:bodyPr wrap="none" lIns="91440" tIns="45720" rIns="91440" bIns="45720">
            <a:spAutoFit/>
          </a:bodyPr>
          <a:lstStyle/>
          <a:p>
            <a:pPr algn="ctr"/>
            <a:r>
              <a:rPr lang="en-GB" sz="5400" b="0" cap="none" spc="0" dirty="0">
                <a:ln w="0"/>
                <a:solidFill>
                  <a:schemeClr val="tx1"/>
                </a:solidFill>
                <a:effectLst>
                  <a:outerShdw blurRad="38100" dist="19050" dir="2700000" algn="tl" rotWithShape="0">
                    <a:schemeClr val="dk1">
                      <a:alpha val="40000"/>
                    </a:schemeClr>
                  </a:outerShdw>
                </a:effectLst>
              </a:rPr>
              <a:t>T</a:t>
            </a:r>
            <a:r>
              <a:rPr lang="en-NL" sz="5400" b="0" cap="none" spc="0" dirty="0" err="1">
                <a:ln w="0"/>
                <a:solidFill>
                  <a:schemeClr val="tx1"/>
                </a:solidFill>
                <a:effectLst>
                  <a:outerShdw blurRad="38100" dist="19050" dir="2700000" algn="tl" rotWithShape="0">
                    <a:schemeClr val="dk1">
                      <a:alpha val="40000"/>
                    </a:schemeClr>
                  </a:outerShdw>
                </a:effectLst>
              </a:rPr>
              <a:t>ype</a:t>
            </a:r>
            <a:r>
              <a:rPr lang="en-NL" sz="5400" b="0" cap="none" spc="0" dirty="0">
                <a:ln w="0"/>
                <a:solidFill>
                  <a:schemeClr val="tx1"/>
                </a:solidFill>
                <a:effectLst>
                  <a:outerShdw blurRad="38100" dist="19050" dir="2700000" algn="tl" rotWithShape="0">
                    <a:schemeClr val="dk1">
                      <a:alpha val="40000"/>
                    </a:schemeClr>
                  </a:outerShdw>
                </a:effectLst>
              </a:rPr>
              <a:t> 1</a:t>
            </a:r>
            <a:endParaRPr lang="en-US" sz="5400" b="0" cap="none" spc="0" dirty="0">
              <a:ln w="0"/>
              <a:solidFill>
                <a:schemeClr val="tx1"/>
              </a:solidFill>
              <a:effectLst>
                <a:outerShdw blurRad="38100" dist="19050" dir="2700000" algn="tl" rotWithShape="0">
                  <a:schemeClr val="dk1">
                    <a:alpha val="40000"/>
                  </a:schemeClr>
                </a:outerShdw>
              </a:effectLst>
            </a:endParaRPr>
          </a:p>
        </p:txBody>
      </p:sp>
    </p:spTree>
    <p:extLst>
      <p:ext uri="{BB962C8B-B14F-4D97-AF65-F5344CB8AC3E}">
        <p14:creationId xmlns:p14="http://schemas.microsoft.com/office/powerpoint/2010/main" val="17743599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21FCB8-B22C-6725-1741-3C634AA7E0DB}"/>
              </a:ext>
            </a:extLst>
          </p:cNvPr>
          <p:cNvSpPr>
            <a:spLocks noGrp="1"/>
          </p:cNvSpPr>
          <p:nvPr>
            <p:ph type="title"/>
          </p:nvPr>
        </p:nvSpPr>
        <p:spPr>
          <a:xfrm>
            <a:off x="1671470" y="1424608"/>
            <a:ext cx="9689432" cy="1475250"/>
          </a:xfrm>
        </p:spPr>
        <p:txBody>
          <a:bodyPr>
            <a:normAutofit/>
          </a:bodyPr>
          <a:lstStyle/>
          <a:p>
            <a:pPr algn="l"/>
            <a:r>
              <a:rPr lang="en-NL" cap="none" dirty="0"/>
              <a:t>A judge releases a guilty person, having incorrectly concluded that they were innocent.</a:t>
            </a:r>
            <a:endParaRPr lang="en-US" cap="none" dirty="0"/>
          </a:p>
        </p:txBody>
      </p:sp>
      <p:sp>
        <p:nvSpPr>
          <p:cNvPr id="4" name="Slide Number Placeholder 3">
            <a:extLst>
              <a:ext uri="{FF2B5EF4-FFF2-40B4-BE49-F238E27FC236}">
                <a16:creationId xmlns:a16="http://schemas.microsoft.com/office/drawing/2014/main" id="{5C8BAE2C-0909-6EF3-1802-36E025C514B2}"/>
              </a:ext>
            </a:extLst>
          </p:cNvPr>
          <p:cNvSpPr>
            <a:spLocks noGrp="1"/>
          </p:cNvSpPr>
          <p:nvPr>
            <p:ph type="sldNum" sz="quarter" idx="12"/>
          </p:nvPr>
        </p:nvSpPr>
        <p:spPr/>
        <p:txBody>
          <a:bodyPr/>
          <a:lstStyle/>
          <a:p>
            <a:fld id="{A49DFD55-3C28-40EF-9E31-A92D2E4017FF}" type="slidenum">
              <a:rPr lang="en-US" smtClean="0"/>
              <a:pPr/>
              <a:t>51</a:t>
            </a:fld>
            <a:endParaRPr lang="en-US" dirty="0"/>
          </a:p>
        </p:txBody>
      </p:sp>
      <p:sp>
        <p:nvSpPr>
          <p:cNvPr id="5" name="Rectangle 4">
            <a:extLst>
              <a:ext uri="{FF2B5EF4-FFF2-40B4-BE49-F238E27FC236}">
                <a16:creationId xmlns:a16="http://schemas.microsoft.com/office/drawing/2014/main" id="{18A6C7E5-C369-CF1B-6C45-4824F969EDA3}"/>
              </a:ext>
            </a:extLst>
          </p:cNvPr>
          <p:cNvSpPr/>
          <p:nvPr/>
        </p:nvSpPr>
        <p:spPr>
          <a:xfrm>
            <a:off x="884713" y="3337005"/>
            <a:ext cx="9982413" cy="923330"/>
          </a:xfrm>
          <a:prstGeom prst="rect">
            <a:avLst/>
          </a:prstGeom>
          <a:noFill/>
        </p:spPr>
        <p:txBody>
          <a:bodyPr wrap="none" lIns="91440" tIns="45720" rIns="91440" bIns="45720">
            <a:spAutoFit/>
          </a:bodyPr>
          <a:lstStyle/>
          <a:p>
            <a:pPr algn="ctr"/>
            <a:r>
              <a:rPr lang="en-GB" sz="5400" b="0" cap="none" spc="0" dirty="0">
                <a:ln w="0"/>
                <a:solidFill>
                  <a:schemeClr val="tx1"/>
                </a:solidFill>
                <a:effectLst>
                  <a:outerShdw blurRad="38100" dist="19050" dir="2700000" algn="tl" rotWithShape="0">
                    <a:schemeClr val="dk1">
                      <a:alpha val="40000"/>
                    </a:schemeClr>
                  </a:outerShdw>
                </a:effectLst>
              </a:rPr>
              <a:t>W</a:t>
            </a:r>
            <a:r>
              <a:rPr lang="en-NL" sz="5400" b="0" cap="none" spc="0" dirty="0">
                <a:ln w="0"/>
                <a:solidFill>
                  <a:schemeClr val="tx1"/>
                </a:solidFill>
                <a:effectLst>
                  <a:outerShdw blurRad="38100" dist="19050" dir="2700000" algn="tl" rotWithShape="0">
                    <a:schemeClr val="dk1">
                      <a:alpha val="40000"/>
                    </a:schemeClr>
                  </a:outerShdw>
                </a:effectLst>
              </a:rPr>
              <a:t>hat type of error has occur</a:t>
            </a:r>
            <a:r>
              <a:rPr lang="en-GB" sz="5400" b="0" cap="none" spc="0" dirty="0">
                <a:ln w="0"/>
                <a:solidFill>
                  <a:schemeClr val="tx1"/>
                </a:solidFill>
                <a:effectLst>
                  <a:outerShdw blurRad="38100" dist="19050" dir="2700000" algn="tl" rotWithShape="0">
                    <a:schemeClr val="dk1">
                      <a:alpha val="40000"/>
                    </a:schemeClr>
                  </a:outerShdw>
                </a:effectLst>
              </a:rPr>
              <a:t>r</a:t>
            </a:r>
            <a:r>
              <a:rPr lang="en-NL" sz="5400" b="0" cap="none" spc="0" dirty="0">
                <a:ln w="0"/>
                <a:solidFill>
                  <a:schemeClr val="tx1"/>
                </a:solidFill>
                <a:effectLst>
                  <a:outerShdw blurRad="38100" dist="19050" dir="2700000" algn="tl" rotWithShape="0">
                    <a:schemeClr val="dk1">
                      <a:alpha val="40000"/>
                    </a:schemeClr>
                  </a:outerShdw>
                </a:effectLst>
              </a:rPr>
              <a:t>ed?</a:t>
            </a:r>
            <a:endParaRPr lang="en-US" sz="5400" b="0" cap="none" spc="0" dirty="0">
              <a:ln w="0"/>
              <a:solidFill>
                <a:schemeClr val="tx1"/>
              </a:solidFill>
              <a:effectLst>
                <a:outerShdw blurRad="38100" dist="19050" dir="2700000" algn="tl" rotWithShape="0">
                  <a:schemeClr val="dk1">
                    <a:alpha val="40000"/>
                  </a:schemeClr>
                </a:outerShdw>
              </a:effectLst>
            </a:endParaRPr>
          </a:p>
        </p:txBody>
      </p:sp>
      <p:sp>
        <p:nvSpPr>
          <p:cNvPr id="6" name="Rectangle 5">
            <a:extLst>
              <a:ext uri="{FF2B5EF4-FFF2-40B4-BE49-F238E27FC236}">
                <a16:creationId xmlns:a16="http://schemas.microsoft.com/office/drawing/2014/main" id="{A356C32E-5B1E-3D2E-CFD3-A7B320B429A8}"/>
              </a:ext>
            </a:extLst>
          </p:cNvPr>
          <p:cNvSpPr/>
          <p:nvPr/>
        </p:nvSpPr>
        <p:spPr>
          <a:xfrm>
            <a:off x="4414534" y="4781002"/>
            <a:ext cx="2135714" cy="923330"/>
          </a:xfrm>
          <a:prstGeom prst="rect">
            <a:avLst/>
          </a:prstGeom>
          <a:noFill/>
        </p:spPr>
        <p:txBody>
          <a:bodyPr wrap="none" lIns="91440" tIns="45720" rIns="91440" bIns="45720">
            <a:spAutoFit/>
          </a:bodyPr>
          <a:lstStyle/>
          <a:p>
            <a:pPr algn="ctr"/>
            <a:r>
              <a:rPr lang="en-GB" sz="5400" b="0" cap="none" spc="0" dirty="0">
                <a:ln w="0"/>
                <a:solidFill>
                  <a:schemeClr val="tx1"/>
                </a:solidFill>
                <a:effectLst>
                  <a:outerShdw blurRad="38100" dist="19050" dir="2700000" algn="tl" rotWithShape="0">
                    <a:schemeClr val="dk1">
                      <a:alpha val="40000"/>
                    </a:schemeClr>
                  </a:outerShdw>
                </a:effectLst>
              </a:rPr>
              <a:t>T</a:t>
            </a:r>
            <a:r>
              <a:rPr lang="en-NL" sz="5400" b="0" cap="none" spc="0" dirty="0" err="1">
                <a:ln w="0"/>
                <a:solidFill>
                  <a:schemeClr val="tx1"/>
                </a:solidFill>
                <a:effectLst>
                  <a:outerShdw blurRad="38100" dist="19050" dir="2700000" algn="tl" rotWithShape="0">
                    <a:schemeClr val="dk1">
                      <a:alpha val="40000"/>
                    </a:schemeClr>
                  </a:outerShdw>
                </a:effectLst>
              </a:rPr>
              <a:t>ype</a:t>
            </a:r>
            <a:r>
              <a:rPr lang="en-NL" sz="5400" b="0" cap="none" spc="0" dirty="0">
                <a:ln w="0"/>
                <a:solidFill>
                  <a:schemeClr val="tx1"/>
                </a:solidFill>
                <a:effectLst>
                  <a:outerShdw blurRad="38100" dist="19050" dir="2700000" algn="tl" rotWithShape="0">
                    <a:schemeClr val="dk1">
                      <a:alpha val="40000"/>
                    </a:schemeClr>
                  </a:outerShdw>
                </a:effectLst>
              </a:rPr>
              <a:t> 2</a:t>
            </a:r>
            <a:endParaRPr lang="en-US" sz="5400" b="0" cap="none" spc="0" dirty="0">
              <a:ln w="0"/>
              <a:solidFill>
                <a:schemeClr val="tx1"/>
              </a:solidFill>
              <a:effectLst>
                <a:outerShdw blurRad="38100" dist="19050" dir="2700000" algn="tl" rotWithShape="0">
                  <a:schemeClr val="dk1">
                    <a:alpha val="40000"/>
                  </a:schemeClr>
                </a:outerShdw>
              </a:effectLst>
            </a:endParaRPr>
          </a:p>
        </p:txBody>
      </p:sp>
    </p:spTree>
    <p:extLst>
      <p:ext uri="{BB962C8B-B14F-4D97-AF65-F5344CB8AC3E}">
        <p14:creationId xmlns:p14="http://schemas.microsoft.com/office/powerpoint/2010/main" val="11790637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C0290F53-B600-1832-D8D7-13AE18E5E601}"/>
              </a:ext>
            </a:extLst>
          </p:cNvPr>
          <p:cNvPicPr>
            <a:picLocks noChangeAspect="1"/>
          </p:cNvPicPr>
          <p:nvPr/>
        </p:nvPicPr>
        <p:blipFill>
          <a:blip r:embed="rId2"/>
          <a:stretch>
            <a:fillRect/>
          </a:stretch>
        </p:blipFill>
        <p:spPr>
          <a:xfrm>
            <a:off x="-17227" y="-43848"/>
            <a:ext cx="12027239" cy="6765322"/>
          </a:xfrm>
          <a:prstGeom prst="rect">
            <a:avLst/>
          </a:prstGeom>
        </p:spPr>
      </p:pic>
      <p:sp>
        <p:nvSpPr>
          <p:cNvPr id="4" name="Slide Number Placeholder 3">
            <a:extLst>
              <a:ext uri="{FF2B5EF4-FFF2-40B4-BE49-F238E27FC236}">
                <a16:creationId xmlns:a16="http://schemas.microsoft.com/office/drawing/2014/main" id="{9FEC27F5-84AC-5D3F-3446-DEDE42C5AD5C}"/>
              </a:ext>
            </a:extLst>
          </p:cNvPr>
          <p:cNvSpPr>
            <a:spLocks noGrp="1"/>
          </p:cNvSpPr>
          <p:nvPr>
            <p:ph type="sldNum" sz="quarter" idx="12"/>
          </p:nvPr>
        </p:nvSpPr>
        <p:spPr/>
        <p:txBody>
          <a:bodyPr/>
          <a:lstStyle/>
          <a:p>
            <a:fld id="{A49DFD55-3C28-40EF-9E31-A92D2E4017FF}" type="slidenum">
              <a:rPr lang="en-US" smtClean="0"/>
              <a:pPr/>
              <a:t>52</a:t>
            </a:fld>
            <a:endParaRPr lang="en-US" dirty="0"/>
          </a:p>
        </p:txBody>
      </p:sp>
    </p:spTree>
    <p:extLst>
      <p:ext uri="{BB962C8B-B14F-4D97-AF65-F5344CB8AC3E}">
        <p14:creationId xmlns:p14="http://schemas.microsoft.com/office/powerpoint/2010/main" val="961004598"/>
      </p:ext>
    </p:extLst>
  </p:cSld>
  <p:clrMapOvr>
    <a:masterClrMapping/>
  </p:clrMapOvr>
</p:sld>
</file>

<file path=ppt/theme/theme1.xml><?xml version="1.0" encoding="utf-8"?>
<a:theme xmlns:a="http://schemas.openxmlformats.org/drawingml/2006/main" name="Custom">
  <a:themeElements>
    <a:clrScheme name="Custom 149">
      <a:dk1>
        <a:sysClr val="windowText" lastClr="000000"/>
      </a:dk1>
      <a:lt1>
        <a:sysClr val="window" lastClr="FFFFFF"/>
      </a:lt1>
      <a:dk2>
        <a:srgbClr val="44546A"/>
      </a:dk2>
      <a:lt2>
        <a:srgbClr val="E7E6E6"/>
      </a:lt2>
      <a:accent1>
        <a:srgbClr val="E9E6DF"/>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ustom 56">
      <a:majorFont>
        <a:latin typeface="Tenorite"/>
        <a:ea typeface=""/>
        <a:cs typeface=""/>
      </a:majorFont>
      <a:minorFont>
        <a:latin typeface="Tenorit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ustom" id="{F85C13B5-8B75-4CB8-BA5E-9CAC0747196D}" vid="{617487EE-AB70-4C55-8A81-E6744CC4A2C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Props1.xml><?xml version="1.0" encoding="utf-8"?>
<ds:datastoreItem xmlns:ds="http://schemas.openxmlformats.org/officeDocument/2006/customXml" ds:itemID="{CABF691C-888B-4061-8A6F-D5CE84A0254B}">
  <ds:schemaRefs>
    <ds:schemaRef ds:uri="http://schemas.microsoft.com/sharepoint/v3/contenttype/forms"/>
  </ds:schemaRefs>
</ds:datastoreItem>
</file>

<file path=customXml/itemProps2.xml><?xml version="1.0" encoding="utf-8"?>
<ds:datastoreItem xmlns:ds="http://schemas.openxmlformats.org/officeDocument/2006/customXml" ds:itemID="{5EDE3176-A15D-46A3-BDDB-64A0D736322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49168DCE-134F-4610-A6AA-88CEBE8D71D2}">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
  <TotalTime>549</TotalTime>
  <Words>2054</Words>
  <Application>Microsoft Office PowerPoint</Application>
  <PresentationFormat>Widescreen</PresentationFormat>
  <Paragraphs>399</Paragraphs>
  <Slides>52</Slides>
  <Notes>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52</vt:i4>
      </vt:variant>
    </vt:vector>
  </HeadingPairs>
  <TitlesOfParts>
    <vt:vector size="56" baseType="lpstr">
      <vt:lpstr>Arial</vt:lpstr>
      <vt:lpstr>Calibri</vt:lpstr>
      <vt:lpstr>Tenorite</vt:lpstr>
      <vt:lpstr>Custom</vt:lpstr>
      <vt:lpstr>HRA Review</vt:lpstr>
      <vt:lpstr>Topics to know</vt:lpstr>
      <vt:lpstr>Variable types:</vt:lpstr>
      <vt:lpstr>Identify what we are measuring</vt:lpstr>
      <vt:lpstr>Making statistical hypotheses</vt:lpstr>
      <vt:lpstr>Making statistical hypotheses</vt:lpstr>
      <vt:lpstr>Making statistical hypotheses</vt:lpstr>
      <vt:lpstr>Making statistical hypotheses</vt:lpstr>
      <vt:lpstr>Make statistical hypotheses</vt:lpstr>
      <vt:lpstr>So now you have two options to choose from</vt:lpstr>
      <vt:lpstr>So you want to use a statistical test.... Good choice</vt:lpstr>
      <vt:lpstr>Choose/ Name the sampling method</vt:lpstr>
      <vt:lpstr>Sampling = data!</vt:lpstr>
      <vt:lpstr>Valid means true and accurate</vt:lpstr>
      <vt:lpstr>PowerPoint Presentation</vt:lpstr>
      <vt:lpstr>Reliability: Is something consistent?</vt:lpstr>
      <vt:lpstr>PowerPoint Presentation</vt:lpstr>
      <vt:lpstr>The test you choose depends on your data type.</vt:lpstr>
      <vt:lpstr>PowerPoint Presentation</vt:lpstr>
      <vt:lpstr>What are the assumptions that need to be met for each test?</vt:lpstr>
      <vt:lpstr>Chi Squared test – calculate expected counts</vt:lpstr>
      <vt:lpstr>Chi Squared test – is there a relationship?</vt:lpstr>
      <vt:lpstr>PowerPoint Presentation</vt:lpstr>
      <vt:lpstr>PowerPoint Presentation</vt:lpstr>
      <vt:lpstr>Pearsons Correlation</vt:lpstr>
      <vt:lpstr>Correlation output – Is there a relationship?</vt:lpstr>
      <vt:lpstr>PowerPoint Presentation</vt:lpstr>
      <vt:lpstr>PowerPoint Presentation</vt:lpstr>
      <vt:lpstr>PowerPoint Presentation</vt:lpstr>
      <vt:lpstr>T-tests</vt:lpstr>
      <vt:lpstr>Normal distribution = confidence interval</vt:lpstr>
      <vt:lpstr>What factors affect a confidence interval?</vt:lpstr>
      <vt:lpstr>PowerPoint Presentation</vt:lpstr>
      <vt:lpstr>Homogeneity of variance (Levene’s test)</vt:lpstr>
      <vt:lpstr>What are the three types of t-tests?</vt:lpstr>
      <vt:lpstr>A hotel manager wants to compare the average guest satisfaction score in their hotel against a known industry standard of 8.5. They collect satisfaction scores from a sample of recent guests. Which test is appropriate?   a) One-sample t-test b) Independent t-test c) Paired t-test d) Mann-Whitney U test </vt:lpstr>
      <vt:lpstr>Two different hotels want to compare their average ratings on cleanliness. The ratings are collected independently from guests of each hotel. Which test should be used?   a) One-sample t-test b) Independent t-test c) Paired t-test d) Mann-Whitney U test </vt:lpstr>
      <vt:lpstr>A researcher is comparing the time it takes two groups of employees, one in customer service and one in housekeeping, to complete a task. The data for each group is not normally distributed. Which test should they choose?   a) One-sample t-test b) Independent t-test c) Paired t-test d) Mann-Whitney U test </vt:lpstr>
      <vt:lpstr>A researcher is comparing the time it takes two groups of employees, one in customer service and one in housekeeping, to complete a task. Levene’s test results in a p-value of 0.049. Which test should they choose?   a) One-sample t-test b) Independent t-test c) Paired t-test d) Mann-Whitney U test </vt:lpstr>
      <vt:lpstr>A researcher wants to compare the average guest satisfaction scores across three different hotels in a chain (Hotel A, Hotel B, and Hotel C) to see if there is a significant difference between them. Which test should they use?   a) One-sample t-test b) Independent t-test c) Paired t-test d) Mann-Whitney U test </vt:lpstr>
      <vt:lpstr>ANOVA </vt:lpstr>
      <vt:lpstr>Levene’s test tells us what to do.</vt:lpstr>
      <vt:lpstr>What rules should be met to have a valid anova f-test result?   a) You must only have 3 groups b) You must have homogeneity of variance C) You must have only categorical data You must have visulaized your data  </vt:lpstr>
      <vt:lpstr>What rules should be met to have a valid anova Welch-test result?   a) You must only have 3 groups b) You must have homogeneity of variance C) You must have a categorical variable (&gt;2 levels) and a continuous variable d) You must have visualized your data  </vt:lpstr>
      <vt:lpstr>Based on these results, what following steps should be taken?   </vt:lpstr>
      <vt:lpstr>We’ve covered everything...except type 1 and 2 errors</vt:lpstr>
      <vt:lpstr>PowerPoint Presentation</vt:lpstr>
      <vt:lpstr>Significance level = Chance of type 1 error</vt:lpstr>
      <vt:lpstr>PowerPoint Presentation</vt:lpstr>
      <vt:lpstr>A hotel manager believes that offering a complimentary breakfast will increase guest satisfaction scores.  The null hypothesis is that the complimentary breakfast has no effect on satisfaction scores.   After implementing the breakfast, guest satisfaction scores are analyzed, and the manager concludes there was an increase in satisfaction scores, even though there was no real change.</vt:lpstr>
      <vt:lpstr>A judge releases a guilty person, having incorrectly concluded that they were innocent.</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HRA Review</dc:title>
  <dc:creator>Langill, T.A. (Tori)</dc:creator>
  <cp:lastModifiedBy>Langill, T.A. (Tori)</cp:lastModifiedBy>
  <cp:revision>1</cp:revision>
  <dcterms:created xsi:type="dcterms:W3CDTF">2024-11-01T08:10:32Z</dcterms:created>
  <dcterms:modified xsi:type="dcterms:W3CDTF">2024-11-07T08:19:53Z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