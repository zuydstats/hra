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78B90-C40B-43D8-A1D9-9BF634E6D2DA}" v="235" dt="2024-04-15T08:44:06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booy, K (Kaya)" userId="cef36e65-53a4-4c48-b7dc-7b3cf37344a4" providerId="ADAL" clId="{A9378B90-C40B-43D8-A1D9-9BF634E6D2DA}"/>
    <pc:docChg chg="undo custSel modSld">
      <pc:chgData name="Verbooy, K (Kaya)" userId="cef36e65-53a4-4c48-b7dc-7b3cf37344a4" providerId="ADAL" clId="{A9378B90-C40B-43D8-A1D9-9BF634E6D2DA}" dt="2024-04-15T08:44:08.532" v="239"/>
      <pc:docMkLst>
        <pc:docMk/>
      </pc:docMkLst>
      <pc:sldChg chg="addSp delSp modSp mod">
        <pc:chgData name="Verbooy, K (Kaya)" userId="cef36e65-53a4-4c48-b7dc-7b3cf37344a4" providerId="ADAL" clId="{A9378B90-C40B-43D8-A1D9-9BF634E6D2DA}" dt="2024-04-15T08:44:08.532" v="239"/>
        <pc:sldMkLst>
          <pc:docMk/>
          <pc:sldMk cId="3041497518" sldId="256"/>
        </pc:sldMkLst>
        <pc:spChg chg="add mod">
          <ac:chgData name="Verbooy, K (Kaya)" userId="cef36e65-53a4-4c48-b7dc-7b3cf37344a4" providerId="ADAL" clId="{A9378B90-C40B-43D8-A1D9-9BF634E6D2DA}" dt="2024-04-15T08:43:19.638" v="209" actId="20577"/>
          <ac:spMkLst>
            <pc:docMk/>
            <pc:sldMk cId="3041497518" sldId="256"/>
            <ac:spMk id="21" creationId="{46FB973B-9812-55AF-8539-7A3110EC98B4}"/>
          </ac:spMkLst>
        </pc:spChg>
        <pc:spChg chg="add del mod">
          <ac:chgData name="Verbooy, K (Kaya)" userId="cef36e65-53a4-4c48-b7dc-7b3cf37344a4" providerId="ADAL" clId="{A9378B90-C40B-43D8-A1D9-9BF634E6D2DA}" dt="2024-04-15T08:44:08.532" v="239"/>
          <ac:spMkLst>
            <pc:docMk/>
            <pc:sldMk cId="3041497518" sldId="256"/>
            <ac:spMk id="22" creationId="{F3C9F878-3D0A-8292-728A-C0FA306971DD}"/>
          </ac:spMkLst>
        </pc:spChg>
        <pc:spChg chg="add mod">
          <ac:chgData name="Verbooy, K (Kaya)" userId="cef36e65-53a4-4c48-b7dc-7b3cf37344a4" providerId="ADAL" clId="{A9378B90-C40B-43D8-A1D9-9BF634E6D2DA}" dt="2024-04-15T08:44:06.511" v="237" actId="20577"/>
          <ac:spMkLst>
            <pc:docMk/>
            <pc:sldMk cId="3041497518" sldId="256"/>
            <ac:spMk id="24" creationId="{1C1A38D7-BDD9-71F8-A238-D200AE8E83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3A8A1-821E-C390-3532-A861EED53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AE87ED9-A5F8-543E-7808-96D40DE04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738D79-1BB5-FB6A-4A44-3448919A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4A29C55-E8A5-4CC7-22B8-E5F4DA8E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FCEECF-CDAD-90C7-01CE-FEB8831C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488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06BC2E-6C07-4E42-FF98-A76F16D6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0885E8-E77C-C819-E449-9A0FCE25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61D054-B8A0-48D2-C8D5-CCF067B0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954A8C-F361-76DD-0A03-F3B00749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EE8D5E-A8D0-53EF-A21F-F274BC56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9307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181DF-36D0-A752-21D5-0D8710D3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1191D5-EE3C-DC4F-82BA-0936D8C7F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9EF43F1-88CD-76F3-271D-BB08822E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EC8D22F-51F8-9013-51A7-05C43BF9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629AED-BF16-77E8-D622-B9320C98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013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D01685-0798-DD0B-F389-E653C709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BACA85-4113-073D-65B6-13C3B4DCF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4678BCB-80F5-0EDF-C108-219E39D83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8A5050-8AF3-5A6F-98AA-69FCE62A8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620154A-0A81-3B5F-E64E-94D1B804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FD7E823-53D7-2D97-03F1-A52C8EE5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635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B7D7B9-9E4D-9A5E-4C3F-F45EDCFAA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05ABB08-5A5D-C3A2-3DC9-C1A28CE21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E4EA4A-8D4A-C32D-75F1-539B79E43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191C1AF-8C03-E309-A57C-2571049D1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8EDBEA3-CB51-DD9F-4386-E375A2E6D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468887D-1734-E668-955E-897C06C9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23BD5DD-2143-66CA-8A67-D4D1DE90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1633DD2-2EA5-0ECC-351D-E9E63831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4938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D8687-1BA3-DBD9-7E7A-BEB65757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CB26D36-C4AF-11E7-905E-215CF4FC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79FF7C7-7F8C-0E55-4FFF-E05A6D36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047A2D-AC00-46F6-AFB2-C4F08A59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764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60D0084-A375-5241-DD4C-3D9256E2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E84F41B-77F4-5AE3-DFA6-E83EFA76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DA1152A-6CF0-18C8-4D0B-00458073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08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A5BAE-5558-902E-B79F-0DCA6AD5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5270192-9049-5B7F-090A-CC7432DE8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0616DFF-63F3-124A-752F-AE9E092A5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F48FB51-FEDE-AF58-F1FA-3B258DF4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05F3EC-A81F-B8B9-4946-2B059C32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45E3C5-4E0A-A9EC-16D0-1ABB1EA6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560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8C064E-A8B5-B4B3-D10C-835D0409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4CC7502-C2B5-7642-3706-143FF95BF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E1B711-5FC0-B345-78DE-8E7321F39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B9B75CD-E992-ED50-5FC4-75918509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48A10DC-B7CE-B80A-2823-661358AF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B6D62D-6F4E-316C-2896-4EAAECD6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856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3756F-BCAE-FB09-C6FF-AE87035A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73279C6-1ADB-C12D-949D-54A904D42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732DFD-4D12-9736-CA63-8C3BD19F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C5D464-EDFD-4C88-BA65-E77C903E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86D2437-A80E-57E9-8826-86F08510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326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C61EF77-05B0-F5F9-EDE3-DBC2B7525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3B275C-DC7E-CF36-F2FE-649E4CB41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BACAC82-7611-2A76-D615-F44EDE85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056DFA9-EA4A-817E-A6EA-E7375593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9650C-517A-E427-3A6A-BB51CECC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018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F925863-77C8-531D-115B-A87A2480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B87656-3FC5-C806-FE11-48B3203D3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CD7A627-9AC9-FB8A-B380-F65468269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F8306-CE06-474E-91B2-B19C0B3E584B}" type="datetimeFigureOut">
              <a:rPr lang="nl-NL" smtClean="0"/>
              <a:t>15-4-2024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604BA7-8529-280B-A8BB-2971CCAB3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8E1EE8-9622-21D9-7046-DCBE37ECD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6F756-F025-4747-9FD9-947A1FFE25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888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>
            <a:extLst>
              <a:ext uri="{FF2B5EF4-FFF2-40B4-BE49-F238E27FC236}">
                <a16:creationId xmlns:a16="http://schemas.microsoft.com/office/drawing/2014/main" id="{21F9CE4E-B178-2461-AF2E-BAA875FDFA1D}"/>
              </a:ext>
            </a:extLst>
          </p:cNvPr>
          <p:cNvSpPr/>
          <p:nvPr/>
        </p:nvSpPr>
        <p:spPr>
          <a:xfrm>
            <a:off x="838200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804C7424-1EEB-5C42-5BAF-F9FE5D7356A5}"/>
              </a:ext>
            </a:extLst>
          </p:cNvPr>
          <p:cNvSpPr/>
          <p:nvPr/>
        </p:nvSpPr>
        <p:spPr>
          <a:xfrm>
            <a:off x="3502025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FC113E26-5FED-996D-138A-7A3C8FD281D7}"/>
              </a:ext>
            </a:extLst>
          </p:cNvPr>
          <p:cNvSpPr/>
          <p:nvPr/>
        </p:nvSpPr>
        <p:spPr>
          <a:xfrm>
            <a:off x="6165850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5736D1D0-EFC4-B20D-2CCE-F0C56D0339C7}"/>
              </a:ext>
            </a:extLst>
          </p:cNvPr>
          <p:cNvSpPr/>
          <p:nvPr/>
        </p:nvSpPr>
        <p:spPr>
          <a:xfrm>
            <a:off x="8829675" y="1910603"/>
            <a:ext cx="2524125" cy="101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6833B11-D435-DEAD-3D73-929F8622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 dirty="0"/>
              <a:t>Summary of </a:t>
            </a:r>
            <a:r>
              <a:rPr lang="nl-NL" i="1" dirty="0"/>
              <a:t>effect </a:t>
            </a:r>
            <a:r>
              <a:rPr lang="nl-NL" i="1" dirty="0" err="1"/>
              <a:t>sizes</a:t>
            </a:r>
            <a:endParaRPr lang="nl-NL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6C39C5A-4C48-362F-8FE1-ADDD467E293A}"/>
                  </a:ext>
                </a:extLst>
              </p:cNvPr>
              <p:cNvSpPr txBox="1"/>
              <p:nvPr/>
            </p:nvSpPr>
            <p:spPr>
              <a:xfrm>
                <a:off x="838200" y="1923980"/>
                <a:ext cx="237172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l-N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b="1" i="1" smtClean="0"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nl-NL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nl-NL" b="1" dirty="0"/>
              </a:p>
            </p:txBody>
          </p:sp>
        </mc:Choice>
        <mc:Fallback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6C39C5A-4C48-362F-8FE1-ADDD467E2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3980"/>
                <a:ext cx="2371725" cy="37555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kstvak 5">
            <a:extLst>
              <a:ext uri="{FF2B5EF4-FFF2-40B4-BE49-F238E27FC236}">
                <a16:creationId xmlns:a16="http://schemas.microsoft.com/office/drawing/2014/main" id="{11F237DF-19FE-76F3-0144-6C374EA31C07}"/>
              </a:ext>
            </a:extLst>
          </p:cNvPr>
          <p:cNvSpPr txBox="1"/>
          <p:nvPr/>
        </p:nvSpPr>
        <p:spPr>
          <a:xfrm>
            <a:off x="3524250" y="1923980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 err="1"/>
              <a:t>Correlation</a:t>
            </a:r>
            <a:endParaRPr lang="nl-NL" b="1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C919C8F-7265-5CFA-DE48-F35663A8A05E}"/>
              </a:ext>
            </a:extLst>
          </p:cNvPr>
          <p:cNvSpPr txBox="1"/>
          <p:nvPr/>
        </p:nvSpPr>
        <p:spPr>
          <a:xfrm>
            <a:off x="6210300" y="1923980"/>
            <a:ext cx="207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nl-NL" b="1" dirty="0"/>
              <a:t>Independent samples or </a:t>
            </a:r>
            <a:r>
              <a:rPr lang="nl-NL" b="1" dirty="0" err="1"/>
              <a:t>paired</a:t>
            </a:r>
            <a:r>
              <a:rPr lang="nl-NL" b="1" dirty="0"/>
              <a:t> samples T-test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F5698C1-D78C-BB2A-9DB8-F6340978699F}"/>
              </a:ext>
            </a:extLst>
          </p:cNvPr>
          <p:cNvSpPr txBox="1"/>
          <p:nvPr/>
        </p:nvSpPr>
        <p:spPr>
          <a:xfrm>
            <a:off x="8829675" y="1923980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nl-NL" b="1" dirty="0"/>
              <a:t>ANOVA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860D0FC-6C9F-8710-23F1-AF3CD58D5F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65"/>
          <a:stretch/>
        </p:blipFill>
        <p:spPr>
          <a:xfrm>
            <a:off x="9028734" y="3200183"/>
            <a:ext cx="2419350" cy="11855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DE6488D-5074-EBE1-82DF-03677E2E9B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06" r="25954"/>
          <a:stretch/>
        </p:blipFill>
        <p:spPr>
          <a:xfrm>
            <a:off x="6459007" y="3074477"/>
            <a:ext cx="1937809" cy="2438079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AF6313FE-AFD1-5EE9-9C78-60BF84D588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110" r="13033"/>
          <a:stretch/>
        </p:blipFill>
        <p:spPr>
          <a:xfrm>
            <a:off x="761954" y="3200183"/>
            <a:ext cx="2524216" cy="1634983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29B44C85-D856-280E-1320-4ECBE10BF6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06" r="25954"/>
          <a:stretch/>
        </p:blipFill>
        <p:spPr>
          <a:xfrm>
            <a:off x="6459007" y="2999870"/>
            <a:ext cx="1937809" cy="24380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46FB973B-9812-55AF-8539-7A3110EC98B4}"/>
                  </a:ext>
                </a:extLst>
              </p:cNvPr>
              <p:cNvSpPr txBox="1"/>
              <p:nvPr/>
            </p:nvSpPr>
            <p:spPr>
              <a:xfrm>
                <a:off x="3524250" y="3648342"/>
                <a:ext cx="2371725" cy="211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1600" b="1" i="1" dirty="0" smtClean="0">
                        <a:latin typeface="Cambria Math" panose="02040503050406030204" pitchFamily="18" charset="0"/>
                      </a:rPr>
                      <m:t>𝒘𝒆𝒂𝒌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∈(−0.3, 0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.3)</m:t>
                    </m:r>
                  </m:oMath>
                </a14:m>
                <a:r>
                  <a:rPr lang="nl-NL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nl-NL" sz="1600" b="1" i="1" dirty="0" smtClean="0">
                        <a:latin typeface="Cambria Math" panose="02040503050406030204" pitchFamily="18" charset="0"/>
                      </a:rPr>
                      <m:t>𝒎𝒆𝒅𝒊𝒖𝒎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endChr m:val="]"/>
                        <m:ctrlPr>
                          <a:rPr lang="nl-NL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600" b="0" i="1" dirty="0" smtClean="0">
                            <a:latin typeface="Cambria Math" panose="02040503050406030204" pitchFamily="18" charset="0"/>
                          </a:rPr>
                          <m:t>−0.5, 0.3</m:t>
                        </m:r>
                      </m:e>
                    </m:d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[0.3,0.5)</m:t>
                    </m:r>
                  </m:oMath>
                </a14:m>
                <a:r>
                  <a:rPr lang="nl-NL" sz="16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nl-NL" sz="1600" b="1" i="1" dirty="0" smtClean="0">
                        <a:latin typeface="Cambria Math" panose="02040503050406030204" pitchFamily="18" charset="0"/>
                      </a:rPr>
                      <m:t>𝒍𝒂𝒓𝒈𝒆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nl-NL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600" b="0" i="1" dirty="0" smtClean="0">
                            <a:latin typeface="Cambria Math" panose="02040503050406030204" pitchFamily="18" charset="0"/>
                          </a:rPr>
                          <m:t>−1,−0.5</m:t>
                        </m:r>
                      </m:e>
                    </m:d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nl-NL" sz="1600" b="0" i="1" dirty="0" smtClean="0">
                        <a:latin typeface="Cambria Math" panose="02040503050406030204" pitchFamily="18" charset="0"/>
                      </a:rPr>
                      <m:t> (0.5, 1]</m:t>
                    </m:r>
                  </m:oMath>
                </a14:m>
                <a:r>
                  <a:rPr lang="nl-NL" sz="1600" dirty="0"/>
                  <a:t> </a:t>
                </a:r>
              </a:p>
              <a:p>
                <a:endParaRPr lang="nl-NL" sz="1600" dirty="0"/>
              </a:p>
              <a:p>
                <a:endParaRPr lang="nl-NL" dirty="0"/>
              </a:p>
              <a:p>
                <a:endParaRPr lang="nl-NL" b="1" dirty="0"/>
              </a:p>
            </p:txBody>
          </p:sp>
        </mc:Choice>
        <mc:Fallback>
          <p:sp>
            <p:nvSpPr>
              <p:cNvPr id="21" name="Tekstvak 20">
                <a:extLst>
                  <a:ext uri="{FF2B5EF4-FFF2-40B4-BE49-F238E27FC236}">
                    <a16:creationId xmlns:a16="http://schemas.microsoft.com/office/drawing/2014/main" id="{46FB973B-9812-55AF-8539-7A3110EC9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0" y="3648342"/>
                <a:ext cx="2371725" cy="2112694"/>
              </a:xfrm>
              <a:prstGeom prst="rect">
                <a:avLst/>
              </a:prstGeom>
              <a:blipFill>
                <a:blip r:embed="rId6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1C1A38D7-BDD9-71F8-A238-D200AE8E835A}"/>
                  </a:ext>
                </a:extLst>
              </p:cNvPr>
              <p:cNvSpPr txBox="1"/>
              <p:nvPr/>
            </p:nvSpPr>
            <p:spPr>
              <a:xfrm>
                <a:off x="3524250" y="3114016"/>
                <a:ext cx="25019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𝑃𝑒𝑎𝑟𝑠𝑜𝑛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nl-NL" dirty="0"/>
                  <a:t>)</a:t>
                </a:r>
              </a:p>
            </p:txBody>
          </p:sp>
        </mc:Choice>
        <mc:Fallback>
          <p:sp>
            <p:nvSpPr>
              <p:cNvPr id="24" name="Tekstvak 23">
                <a:extLst>
                  <a:ext uri="{FF2B5EF4-FFF2-40B4-BE49-F238E27FC236}">
                    <a16:creationId xmlns:a16="http://schemas.microsoft.com/office/drawing/2014/main" id="{1C1A38D7-BDD9-71F8-A238-D200AE8E8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0" y="3114016"/>
                <a:ext cx="250190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4975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48</Words>
  <Application>Microsoft Office PowerPoint</Application>
  <PresentationFormat>Breedbeeld</PresentationFormat>
  <Paragraphs>10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Kantoorthema</vt:lpstr>
      <vt:lpstr>Summary of effect sizes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of effect sizes</dc:title>
  <dc:creator>Verbooy, K (Kaya)</dc:creator>
  <cp:lastModifiedBy>Verbooy, K (Kaya)</cp:lastModifiedBy>
  <cp:revision>1</cp:revision>
  <dcterms:created xsi:type="dcterms:W3CDTF">2024-04-15T06:44:11Z</dcterms:created>
  <dcterms:modified xsi:type="dcterms:W3CDTF">2024-04-15T08:44:11Z</dcterms:modified>
</cp:coreProperties>
</file>