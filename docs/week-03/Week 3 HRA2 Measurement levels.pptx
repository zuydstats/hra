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  <p:sldMasterId id="2147483648" r:id="rId5"/>
    <p:sldMasterId id="2147483677" r:id="rId6"/>
    <p:sldMasterId id="2147483743" r:id="rId7"/>
  </p:sldMasterIdLst>
  <p:notesMasterIdLst>
    <p:notesMasterId r:id="rId22"/>
  </p:notesMasterIdLst>
  <p:sldIdLst>
    <p:sldId id="256" r:id="rId8"/>
    <p:sldId id="315" r:id="rId9"/>
    <p:sldId id="316" r:id="rId10"/>
    <p:sldId id="317" r:id="rId11"/>
    <p:sldId id="305" r:id="rId12"/>
    <p:sldId id="310" r:id="rId13"/>
    <p:sldId id="306" r:id="rId14"/>
    <p:sldId id="318" r:id="rId15"/>
    <p:sldId id="311" r:id="rId16"/>
    <p:sldId id="320" r:id="rId17"/>
    <p:sldId id="312" r:id="rId18"/>
    <p:sldId id="313" r:id="rId19"/>
    <p:sldId id="321" r:id="rId20"/>
    <p:sldId id="32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01D171-14E9-EFE4-D092-162BF8B516FF}" name="Hanegreefs, H (Hilde)" initials="H(" userId="S::hilde.hanegreefs@zuyd.nl::03ec1bdc-8cfc-4e69-93b9-fa43091dd121" providerId="AD"/>
  <p188:author id="{4B479CA2-1328-6B36-22F5-6A4BDCA07722}" name="Huberts, D (Daan)" initials="H(" userId="S::daan.huberts@zuyd.nl::563c6390-b2c9-476e-8665-21ee6faf58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9089"/>
    <a:srgbClr val="913173"/>
    <a:srgbClr val="E9D6E3"/>
    <a:srgbClr val="D8D1CF"/>
    <a:srgbClr val="534245"/>
    <a:srgbClr val="534259"/>
    <a:srgbClr val="9E8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F0B57-B5E0-4640-AE36-3D480BA5336F}" v="15" dt="2022-02-11T14:27:38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1" autoAdjust="0"/>
    <p:restoredTop sz="84854" autoAdjust="0"/>
  </p:normalViewPr>
  <p:slideViewPr>
    <p:cSldViewPr snapToGrid="0">
      <p:cViewPr varScale="1">
        <p:scale>
          <a:sx n="83" d="100"/>
          <a:sy n="83" d="100"/>
        </p:scale>
        <p:origin x="1131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booy, K (Kaya)" userId="cef36e65-53a4-4c48-b7dc-7b3cf37344a4" providerId="ADAL" clId="{1A8F0B57-B5E0-4640-AE36-3D480BA5336F}"/>
    <pc:docChg chg="undo custSel addSld delSld modSld sldOrd delMainMaster">
      <pc:chgData name="Verbooy, K (Kaya)" userId="cef36e65-53a4-4c48-b7dc-7b3cf37344a4" providerId="ADAL" clId="{1A8F0B57-B5E0-4640-AE36-3D480BA5336F}" dt="2022-02-11T15:26:37.964" v="335"/>
      <pc:docMkLst>
        <pc:docMk/>
      </pc:docMkLst>
      <pc:sldChg chg="modSp mod">
        <pc:chgData name="Verbooy, K (Kaya)" userId="cef36e65-53a4-4c48-b7dc-7b3cf37344a4" providerId="ADAL" clId="{1A8F0B57-B5E0-4640-AE36-3D480BA5336F}" dt="2022-02-11T11:37:06.509" v="177" actId="20577"/>
        <pc:sldMkLst>
          <pc:docMk/>
          <pc:sldMk cId="2010161252" sldId="256"/>
        </pc:sldMkLst>
        <pc:spChg chg="mod">
          <ac:chgData name="Verbooy, K (Kaya)" userId="cef36e65-53a4-4c48-b7dc-7b3cf37344a4" providerId="ADAL" clId="{1A8F0B57-B5E0-4640-AE36-3D480BA5336F}" dt="2022-02-11T11:37:00.821" v="163" actId="404"/>
          <ac:spMkLst>
            <pc:docMk/>
            <pc:sldMk cId="2010161252" sldId="256"/>
            <ac:spMk id="4" creationId="{B70B1887-07E4-4980-8DB4-95FA43B39D2A}"/>
          </ac:spMkLst>
        </pc:spChg>
        <pc:spChg chg="mod">
          <ac:chgData name="Verbooy, K (Kaya)" userId="cef36e65-53a4-4c48-b7dc-7b3cf37344a4" providerId="ADAL" clId="{1A8F0B57-B5E0-4640-AE36-3D480BA5336F}" dt="2022-02-11T11:37:06.509" v="177" actId="20577"/>
          <ac:spMkLst>
            <pc:docMk/>
            <pc:sldMk cId="2010161252" sldId="256"/>
            <ac:spMk id="5" creationId="{60BEBF16-1AC0-4DF9-B399-1CBFD7D4E97E}"/>
          </ac:spMkLst>
        </pc:spChg>
      </pc:sldChg>
      <pc:sldChg chg="del">
        <pc:chgData name="Verbooy, K (Kaya)" userId="cef36e65-53a4-4c48-b7dc-7b3cf37344a4" providerId="ADAL" clId="{1A8F0B57-B5E0-4640-AE36-3D480BA5336F}" dt="2022-02-11T11:30:56.828" v="18" actId="47"/>
        <pc:sldMkLst>
          <pc:docMk/>
          <pc:sldMk cId="36481879" sldId="276"/>
        </pc:sldMkLst>
      </pc:sldChg>
      <pc:sldChg chg="del">
        <pc:chgData name="Verbooy, K (Kaya)" userId="cef36e65-53a4-4c48-b7dc-7b3cf37344a4" providerId="ADAL" clId="{1A8F0B57-B5E0-4640-AE36-3D480BA5336F}" dt="2022-02-09T14:00:40.894" v="3" actId="47"/>
        <pc:sldMkLst>
          <pc:docMk/>
          <pc:sldMk cId="2877513811" sldId="278"/>
        </pc:sldMkLst>
      </pc:sldChg>
      <pc:sldChg chg="del">
        <pc:chgData name="Verbooy, K (Kaya)" userId="cef36e65-53a4-4c48-b7dc-7b3cf37344a4" providerId="ADAL" clId="{1A8F0B57-B5E0-4640-AE36-3D480BA5336F}" dt="2022-02-09T14:00:41.518" v="4" actId="47"/>
        <pc:sldMkLst>
          <pc:docMk/>
          <pc:sldMk cId="2298711048" sldId="279"/>
        </pc:sldMkLst>
      </pc:sldChg>
      <pc:sldChg chg="del">
        <pc:chgData name="Verbooy, K (Kaya)" userId="cef36e65-53a4-4c48-b7dc-7b3cf37344a4" providerId="ADAL" clId="{1A8F0B57-B5E0-4640-AE36-3D480BA5336F}" dt="2022-02-09T14:00:42.008" v="5" actId="47"/>
        <pc:sldMkLst>
          <pc:docMk/>
          <pc:sldMk cId="2001539689" sldId="280"/>
        </pc:sldMkLst>
      </pc:sldChg>
      <pc:sldChg chg="del">
        <pc:chgData name="Verbooy, K (Kaya)" userId="cef36e65-53a4-4c48-b7dc-7b3cf37344a4" providerId="ADAL" clId="{1A8F0B57-B5E0-4640-AE36-3D480BA5336F}" dt="2022-02-09T14:00:45.459" v="7" actId="47"/>
        <pc:sldMkLst>
          <pc:docMk/>
          <pc:sldMk cId="32908834" sldId="282"/>
        </pc:sldMkLst>
      </pc:sldChg>
      <pc:sldChg chg="del">
        <pc:chgData name="Verbooy, K (Kaya)" userId="cef36e65-53a4-4c48-b7dc-7b3cf37344a4" providerId="ADAL" clId="{1A8F0B57-B5E0-4640-AE36-3D480BA5336F}" dt="2022-02-11T11:31:01.176" v="20" actId="47"/>
        <pc:sldMkLst>
          <pc:docMk/>
          <pc:sldMk cId="1989790386" sldId="283"/>
        </pc:sldMkLst>
      </pc:sldChg>
      <pc:sldChg chg="del">
        <pc:chgData name="Verbooy, K (Kaya)" userId="cef36e65-53a4-4c48-b7dc-7b3cf37344a4" providerId="ADAL" clId="{1A8F0B57-B5E0-4640-AE36-3D480BA5336F}" dt="2022-02-11T11:31:01.698" v="21" actId="47"/>
        <pc:sldMkLst>
          <pc:docMk/>
          <pc:sldMk cId="2570012557" sldId="284"/>
        </pc:sldMkLst>
      </pc:sldChg>
      <pc:sldChg chg="del">
        <pc:chgData name="Verbooy, K (Kaya)" userId="cef36e65-53a4-4c48-b7dc-7b3cf37344a4" providerId="ADAL" clId="{1A8F0B57-B5E0-4640-AE36-3D480BA5336F}" dt="2022-02-09T14:00:57.257" v="14" actId="47"/>
        <pc:sldMkLst>
          <pc:docMk/>
          <pc:sldMk cId="3183586726" sldId="285"/>
        </pc:sldMkLst>
      </pc:sldChg>
      <pc:sldChg chg="del">
        <pc:chgData name="Verbooy, K (Kaya)" userId="cef36e65-53a4-4c48-b7dc-7b3cf37344a4" providerId="ADAL" clId="{1A8F0B57-B5E0-4640-AE36-3D480BA5336F}" dt="2022-02-09T14:00:44.791" v="6" actId="47"/>
        <pc:sldMkLst>
          <pc:docMk/>
          <pc:sldMk cId="3379326127" sldId="286"/>
        </pc:sldMkLst>
      </pc:sldChg>
      <pc:sldChg chg="del">
        <pc:chgData name="Verbooy, K (Kaya)" userId="cef36e65-53a4-4c48-b7dc-7b3cf37344a4" providerId="ADAL" clId="{1A8F0B57-B5E0-4640-AE36-3D480BA5336F}" dt="2022-02-09T14:00:37.198" v="0" actId="47"/>
        <pc:sldMkLst>
          <pc:docMk/>
          <pc:sldMk cId="3822654437" sldId="293"/>
        </pc:sldMkLst>
      </pc:sldChg>
      <pc:sldChg chg="del">
        <pc:chgData name="Verbooy, K (Kaya)" userId="cef36e65-53a4-4c48-b7dc-7b3cf37344a4" providerId="ADAL" clId="{1A8F0B57-B5E0-4640-AE36-3D480BA5336F}" dt="2022-02-09T14:00:40.510" v="2" actId="47"/>
        <pc:sldMkLst>
          <pc:docMk/>
          <pc:sldMk cId="3228805147" sldId="294"/>
        </pc:sldMkLst>
      </pc:sldChg>
      <pc:sldChg chg="del">
        <pc:chgData name="Verbooy, K (Kaya)" userId="cef36e65-53a4-4c48-b7dc-7b3cf37344a4" providerId="ADAL" clId="{1A8F0B57-B5E0-4640-AE36-3D480BA5336F}" dt="2022-02-11T11:30:57.356" v="19" actId="47"/>
        <pc:sldMkLst>
          <pc:docMk/>
          <pc:sldMk cId="2245057073" sldId="295"/>
        </pc:sldMkLst>
      </pc:sldChg>
      <pc:sldChg chg="del">
        <pc:chgData name="Verbooy, K (Kaya)" userId="cef36e65-53a4-4c48-b7dc-7b3cf37344a4" providerId="ADAL" clId="{1A8F0B57-B5E0-4640-AE36-3D480BA5336F}" dt="2022-02-09T14:00:52.743" v="10" actId="47"/>
        <pc:sldMkLst>
          <pc:docMk/>
          <pc:sldMk cId="1194381426" sldId="296"/>
        </pc:sldMkLst>
      </pc:sldChg>
      <pc:sldChg chg="del">
        <pc:chgData name="Verbooy, K (Kaya)" userId="cef36e65-53a4-4c48-b7dc-7b3cf37344a4" providerId="ADAL" clId="{1A8F0B57-B5E0-4640-AE36-3D480BA5336F}" dt="2022-02-09T14:00:55.871" v="13" actId="47"/>
        <pc:sldMkLst>
          <pc:docMk/>
          <pc:sldMk cId="2010381416" sldId="298"/>
        </pc:sldMkLst>
      </pc:sldChg>
      <pc:sldChg chg="del">
        <pc:chgData name="Verbooy, K (Kaya)" userId="cef36e65-53a4-4c48-b7dc-7b3cf37344a4" providerId="ADAL" clId="{1A8F0B57-B5E0-4640-AE36-3D480BA5336F}" dt="2022-02-09T14:00:46.406" v="8" actId="47"/>
        <pc:sldMkLst>
          <pc:docMk/>
          <pc:sldMk cId="417397857" sldId="299"/>
        </pc:sldMkLst>
      </pc:sldChg>
      <pc:sldChg chg="del">
        <pc:chgData name="Verbooy, K (Kaya)" userId="cef36e65-53a4-4c48-b7dc-7b3cf37344a4" providerId="ADAL" clId="{1A8F0B57-B5E0-4640-AE36-3D480BA5336F}" dt="2022-02-09T14:00:47.818" v="9" actId="47"/>
        <pc:sldMkLst>
          <pc:docMk/>
          <pc:sldMk cId="1813931543" sldId="302"/>
        </pc:sldMkLst>
      </pc:sldChg>
      <pc:sldChg chg="del">
        <pc:chgData name="Verbooy, K (Kaya)" userId="cef36e65-53a4-4c48-b7dc-7b3cf37344a4" providerId="ADAL" clId="{1A8F0B57-B5E0-4640-AE36-3D480BA5336F}" dt="2022-02-09T14:00:54.295" v="11" actId="47"/>
        <pc:sldMkLst>
          <pc:docMk/>
          <pc:sldMk cId="912928465" sldId="303"/>
        </pc:sldMkLst>
      </pc:sldChg>
      <pc:sldChg chg="del">
        <pc:chgData name="Verbooy, K (Kaya)" userId="cef36e65-53a4-4c48-b7dc-7b3cf37344a4" providerId="ADAL" clId="{1A8F0B57-B5E0-4640-AE36-3D480BA5336F}" dt="2022-02-09T14:00:54.750" v="12" actId="47"/>
        <pc:sldMkLst>
          <pc:docMk/>
          <pc:sldMk cId="3851387420" sldId="304"/>
        </pc:sldMkLst>
      </pc:sldChg>
      <pc:sldChg chg="addSp delSp mod">
        <pc:chgData name="Verbooy, K (Kaya)" userId="cef36e65-53a4-4c48-b7dc-7b3cf37344a4" providerId="ADAL" clId="{1A8F0B57-B5E0-4640-AE36-3D480BA5336F}" dt="2022-02-11T11:37:15.968" v="180" actId="478"/>
        <pc:sldMkLst>
          <pc:docMk/>
          <pc:sldMk cId="1971595906" sldId="305"/>
        </pc:sldMkLst>
        <pc:spChg chg="add del">
          <ac:chgData name="Verbooy, K (Kaya)" userId="cef36e65-53a4-4c48-b7dc-7b3cf37344a4" providerId="ADAL" clId="{1A8F0B57-B5E0-4640-AE36-3D480BA5336F}" dt="2022-02-11T11:37:15.968" v="180" actId="478"/>
          <ac:spMkLst>
            <pc:docMk/>
            <pc:sldMk cId="1971595906" sldId="305"/>
            <ac:spMk id="25" creationId="{618F6452-F80C-4A78-A199-23CA8187EC2B}"/>
          </ac:spMkLst>
        </pc:spChg>
      </pc:sldChg>
      <pc:sldChg chg="del">
        <pc:chgData name="Verbooy, K (Kaya)" userId="cef36e65-53a4-4c48-b7dc-7b3cf37344a4" providerId="ADAL" clId="{1A8F0B57-B5E0-4640-AE36-3D480BA5336F}" dt="2022-02-09T14:00:37.669" v="1" actId="47"/>
        <pc:sldMkLst>
          <pc:docMk/>
          <pc:sldMk cId="2006773671" sldId="306"/>
        </pc:sldMkLst>
      </pc:sldChg>
      <pc:sldChg chg="addSp delSp modSp add mod">
        <pc:chgData name="Verbooy, K (Kaya)" userId="cef36e65-53a4-4c48-b7dc-7b3cf37344a4" providerId="ADAL" clId="{1A8F0B57-B5E0-4640-AE36-3D480BA5336F}" dt="2022-02-11T11:54:46.426" v="282" actId="478"/>
        <pc:sldMkLst>
          <pc:docMk/>
          <pc:sldMk cId="2490192592" sldId="306"/>
        </pc:sldMkLst>
        <pc:spChg chg="del">
          <ac:chgData name="Verbooy, K (Kaya)" userId="cef36e65-53a4-4c48-b7dc-7b3cf37344a4" providerId="ADAL" clId="{1A8F0B57-B5E0-4640-AE36-3D480BA5336F}" dt="2022-02-11T11:33:10.924" v="58" actId="478"/>
          <ac:spMkLst>
            <pc:docMk/>
            <pc:sldMk cId="2490192592" sldId="306"/>
            <ac:spMk id="25" creationId="{618F6452-F80C-4A78-A199-23CA8187EC2B}"/>
          </ac:spMkLst>
        </pc:spChg>
        <pc:spChg chg="add mod">
          <ac:chgData name="Verbooy, K (Kaya)" userId="cef36e65-53a4-4c48-b7dc-7b3cf37344a4" providerId="ADAL" clId="{1A8F0B57-B5E0-4640-AE36-3D480BA5336F}" dt="2022-02-11T11:32:30.519" v="48" actId="14100"/>
          <ac:spMkLst>
            <pc:docMk/>
            <pc:sldMk cId="2490192592" sldId="306"/>
            <ac:spMk id="26" creationId="{73529923-3D8C-482B-8EED-DB80C3FA9130}"/>
          </ac:spMkLst>
        </pc:spChg>
        <pc:picChg chg="add del mod">
          <ac:chgData name="Verbooy, K (Kaya)" userId="cef36e65-53a4-4c48-b7dc-7b3cf37344a4" providerId="ADAL" clId="{1A8F0B57-B5E0-4640-AE36-3D480BA5336F}" dt="2022-02-11T11:54:46.426" v="282" actId="478"/>
          <ac:picMkLst>
            <pc:docMk/>
            <pc:sldMk cId="2490192592" sldId="306"/>
            <ac:picMk id="5" creationId="{3A81D432-AD68-45BE-BD08-149E8FC505E5}"/>
          </ac:picMkLst>
        </pc:picChg>
      </pc:sldChg>
      <pc:sldChg chg="del">
        <pc:chgData name="Verbooy, K (Kaya)" userId="cef36e65-53a4-4c48-b7dc-7b3cf37344a4" providerId="ADAL" clId="{1A8F0B57-B5E0-4640-AE36-3D480BA5336F}" dt="2022-02-09T14:00:57.819" v="15" actId="47"/>
        <pc:sldMkLst>
          <pc:docMk/>
          <pc:sldMk cId="357072482" sldId="307"/>
        </pc:sldMkLst>
      </pc:sldChg>
      <pc:sldChg chg="addSp modSp add del mod">
        <pc:chgData name="Verbooy, K (Kaya)" userId="cef36e65-53a4-4c48-b7dc-7b3cf37344a4" providerId="ADAL" clId="{1A8F0B57-B5E0-4640-AE36-3D480BA5336F}" dt="2022-02-11T11:32:33.160" v="49" actId="47"/>
        <pc:sldMkLst>
          <pc:docMk/>
          <pc:sldMk cId="3866643329" sldId="307"/>
        </pc:sldMkLst>
        <pc:spChg chg="add mod">
          <ac:chgData name="Verbooy, K (Kaya)" userId="cef36e65-53a4-4c48-b7dc-7b3cf37344a4" providerId="ADAL" clId="{1A8F0B57-B5E0-4640-AE36-3D480BA5336F}" dt="2022-02-11T11:32:15.616" v="44" actId="1076"/>
          <ac:spMkLst>
            <pc:docMk/>
            <pc:sldMk cId="3866643329" sldId="307"/>
            <ac:spMk id="26" creationId="{71A2962C-18E0-4B6F-A9AB-2BF92E7CA5DF}"/>
          </ac:spMkLst>
        </pc:spChg>
      </pc:sldChg>
      <pc:sldChg chg="add del">
        <pc:chgData name="Verbooy, K (Kaya)" userId="cef36e65-53a4-4c48-b7dc-7b3cf37344a4" providerId="ADAL" clId="{1A8F0B57-B5E0-4640-AE36-3D480BA5336F}" dt="2022-02-11T11:32:18.551" v="45" actId="47"/>
        <pc:sldMkLst>
          <pc:docMk/>
          <pc:sldMk cId="3817208495" sldId="308"/>
        </pc:sldMkLst>
      </pc:sldChg>
      <pc:sldChg chg="add del">
        <pc:chgData name="Verbooy, K (Kaya)" userId="cef36e65-53a4-4c48-b7dc-7b3cf37344a4" providerId="ADAL" clId="{1A8F0B57-B5E0-4640-AE36-3D480BA5336F}" dt="2022-02-11T11:32:19.604" v="46" actId="47"/>
        <pc:sldMkLst>
          <pc:docMk/>
          <pc:sldMk cId="1247146778" sldId="309"/>
        </pc:sldMkLst>
      </pc:sldChg>
      <pc:sldChg chg="addSp delSp modSp add del mod">
        <pc:chgData name="Verbooy, K (Kaya)" userId="cef36e65-53a4-4c48-b7dc-7b3cf37344a4" providerId="ADAL" clId="{1A8F0B57-B5E0-4640-AE36-3D480BA5336F}" dt="2022-02-11T11:35:53.286" v="69" actId="478"/>
        <pc:sldMkLst>
          <pc:docMk/>
          <pc:sldMk cId="3283358989" sldId="310"/>
        </pc:sldMkLst>
        <pc:spChg chg="add mod">
          <ac:chgData name="Verbooy, K (Kaya)" userId="cef36e65-53a4-4c48-b7dc-7b3cf37344a4" providerId="ADAL" clId="{1A8F0B57-B5E0-4640-AE36-3D480BA5336F}" dt="2022-02-11T11:31:50.852" v="35" actId="14100"/>
          <ac:spMkLst>
            <pc:docMk/>
            <pc:sldMk cId="3283358989" sldId="310"/>
            <ac:spMk id="4" creationId="{538B3BEB-A4A7-4C9C-8214-FD7CA3255F1B}"/>
          </ac:spMkLst>
        </pc:spChg>
        <pc:spChg chg="del mod">
          <ac:chgData name="Verbooy, K (Kaya)" userId="cef36e65-53a4-4c48-b7dc-7b3cf37344a4" providerId="ADAL" clId="{1A8F0B57-B5E0-4640-AE36-3D480BA5336F}" dt="2022-02-11T11:33:06.460" v="57" actId="478"/>
          <ac:spMkLst>
            <pc:docMk/>
            <pc:sldMk cId="3283358989" sldId="310"/>
            <ac:spMk id="25" creationId="{618F6452-F80C-4A78-A199-23CA8187EC2B}"/>
          </ac:spMkLst>
        </pc:spChg>
        <pc:picChg chg="add del mod">
          <ac:chgData name="Verbooy, K (Kaya)" userId="cef36e65-53a4-4c48-b7dc-7b3cf37344a4" providerId="ADAL" clId="{1A8F0B57-B5E0-4640-AE36-3D480BA5336F}" dt="2022-02-11T11:35:53.286" v="69" actId="478"/>
          <ac:picMkLst>
            <pc:docMk/>
            <pc:sldMk cId="3283358989" sldId="310"/>
            <ac:picMk id="12" creationId="{12320FD7-F025-404A-A17F-59F8732E5301}"/>
          </ac:picMkLst>
        </pc:picChg>
      </pc:sldChg>
      <pc:sldChg chg="addSp delSp modSp add mod">
        <pc:chgData name="Verbooy, K (Kaya)" userId="cef36e65-53a4-4c48-b7dc-7b3cf37344a4" providerId="ADAL" clId="{1A8F0B57-B5E0-4640-AE36-3D480BA5336F}" dt="2022-02-11T12:01:09.264" v="292" actId="478"/>
        <pc:sldMkLst>
          <pc:docMk/>
          <pc:sldMk cId="1583189951" sldId="311"/>
        </pc:sldMkLst>
        <pc:spChg chg="del">
          <ac:chgData name="Verbooy, K (Kaya)" userId="cef36e65-53a4-4c48-b7dc-7b3cf37344a4" providerId="ADAL" clId="{1A8F0B57-B5E0-4640-AE36-3D480BA5336F}" dt="2022-02-11T11:33:13.552" v="59" actId="478"/>
          <ac:spMkLst>
            <pc:docMk/>
            <pc:sldMk cId="1583189951" sldId="311"/>
            <ac:spMk id="25" creationId="{618F6452-F80C-4A78-A199-23CA8187EC2B}"/>
          </ac:spMkLst>
        </pc:spChg>
        <pc:spChg chg="mod">
          <ac:chgData name="Verbooy, K (Kaya)" userId="cef36e65-53a4-4c48-b7dc-7b3cf37344a4" providerId="ADAL" clId="{1A8F0B57-B5E0-4640-AE36-3D480BA5336F}" dt="2022-02-11T11:32:38.858" v="51" actId="1076"/>
          <ac:spMkLst>
            <pc:docMk/>
            <pc:sldMk cId="1583189951" sldId="311"/>
            <ac:spMk id="26" creationId="{73529923-3D8C-482B-8EED-DB80C3FA9130}"/>
          </ac:spMkLst>
        </pc:spChg>
        <pc:picChg chg="add del">
          <ac:chgData name="Verbooy, K (Kaya)" userId="cef36e65-53a4-4c48-b7dc-7b3cf37344a4" providerId="ADAL" clId="{1A8F0B57-B5E0-4640-AE36-3D480BA5336F}" dt="2022-02-11T12:01:09.264" v="292" actId="478"/>
          <ac:picMkLst>
            <pc:docMk/>
            <pc:sldMk cId="1583189951" sldId="311"/>
            <ac:picMk id="5" creationId="{063D20F7-6B07-4C86-9B2C-05772BB0F093}"/>
          </ac:picMkLst>
        </pc:picChg>
      </pc:sldChg>
      <pc:sldChg chg="delSp modSp add mod">
        <pc:chgData name="Verbooy, K (Kaya)" userId="cef36e65-53a4-4c48-b7dc-7b3cf37344a4" providerId="ADAL" clId="{1A8F0B57-B5E0-4640-AE36-3D480BA5336F}" dt="2022-02-11T11:33:15.735" v="60" actId="478"/>
        <pc:sldMkLst>
          <pc:docMk/>
          <pc:sldMk cId="3743913599" sldId="312"/>
        </pc:sldMkLst>
        <pc:spChg chg="del">
          <ac:chgData name="Verbooy, K (Kaya)" userId="cef36e65-53a4-4c48-b7dc-7b3cf37344a4" providerId="ADAL" clId="{1A8F0B57-B5E0-4640-AE36-3D480BA5336F}" dt="2022-02-11T11:33:15.735" v="60" actId="478"/>
          <ac:spMkLst>
            <pc:docMk/>
            <pc:sldMk cId="3743913599" sldId="312"/>
            <ac:spMk id="25" creationId="{618F6452-F80C-4A78-A199-23CA8187EC2B}"/>
          </ac:spMkLst>
        </pc:spChg>
        <pc:spChg chg="mod">
          <ac:chgData name="Verbooy, K (Kaya)" userId="cef36e65-53a4-4c48-b7dc-7b3cf37344a4" providerId="ADAL" clId="{1A8F0B57-B5E0-4640-AE36-3D480BA5336F}" dt="2022-02-11T11:32:47.156" v="54" actId="1076"/>
          <ac:spMkLst>
            <pc:docMk/>
            <pc:sldMk cId="3743913599" sldId="312"/>
            <ac:spMk id="26" creationId="{73529923-3D8C-482B-8EED-DB80C3FA9130}"/>
          </ac:spMkLst>
        </pc:spChg>
      </pc:sldChg>
      <pc:sldChg chg="addSp delSp modSp add mod">
        <pc:chgData name="Verbooy, K (Kaya)" userId="cef36e65-53a4-4c48-b7dc-7b3cf37344a4" providerId="ADAL" clId="{1A8F0B57-B5E0-4640-AE36-3D480BA5336F}" dt="2022-02-11T14:27:33.690" v="312" actId="478"/>
        <pc:sldMkLst>
          <pc:docMk/>
          <pc:sldMk cId="748075308" sldId="313"/>
        </pc:sldMkLst>
        <pc:spChg chg="del">
          <ac:chgData name="Verbooy, K (Kaya)" userId="cef36e65-53a4-4c48-b7dc-7b3cf37344a4" providerId="ADAL" clId="{1A8F0B57-B5E0-4640-AE36-3D480BA5336F}" dt="2022-02-11T11:33:18.391" v="61" actId="478"/>
          <ac:spMkLst>
            <pc:docMk/>
            <pc:sldMk cId="748075308" sldId="313"/>
            <ac:spMk id="25" creationId="{618F6452-F80C-4A78-A199-23CA8187EC2B}"/>
          </ac:spMkLst>
        </pc:spChg>
        <pc:spChg chg="mod">
          <ac:chgData name="Verbooy, K (Kaya)" userId="cef36e65-53a4-4c48-b7dc-7b3cf37344a4" providerId="ADAL" clId="{1A8F0B57-B5E0-4640-AE36-3D480BA5336F}" dt="2022-02-11T11:32:50.599" v="55" actId="1076"/>
          <ac:spMkLst>
            <pc:docMk/>
            <pc:sldMk cId="748075308" sldId="313"/>
            <ac:spMk id="26" creationId="{73529923-3D8C-482B-8EED-DB80C3FA9130}"/>
          </ac:spMkLst>
        </pc:spChg>
        <pc:picChg chg="add del mod">
          <ac:chgData name="Verbooy, K (Kaya)" userId="cef36e65-53a4-4c48-b7dc-7b3cf37344a4" providerId="ADAL" clId="{1A8F0B57-B5E0-4640-AE36-3D480BA5336F}" dt="2022-02-11T14:27:33.690" v="312" actId="478"/>
          <ac:picMkLst>
            <pc:docMk/>
            <pc:sldMk cId="748075308" sldId="313"/>
            <ac:picMk id="5" creationId="{280F2E0A-3123-4DAD-8C73-79991A0BFB8B}"/>
          </ac:picMkLst>
        </pc:picChg>
      </pc:sldChg>
      <pc:sldChg chg="add del">
        <pc:chgData name="Verbooy, K (Kaya)" userId="cef36e65-53a4-4c48-b7dc-7b3cf37344a4" providerId="ADAL" clId="{1A8F0B57-B5E0-4640-AE36-3D480BA5336F}" dt="2022-02-11T10:16:41.276" v="17" actId="47"/>
        <pc:sldMkLst>
          <pc:docMk/>
          <pc:sldMk cId="2159693839" sldId="313"/>
        </pc:sldMkLst>
      </pc:sldChg>
      <pc:sldChg chg="addSp modSp new del mod ord">
        <pc:chgData name="Verbooy, K (Kaya)" userId="cef36e65-53a4-4c48-b7dc-7b3cf37344a4" providerId="ADAL" clId="{1A8F0B57-B5E0-4640-AE36-3D480BA5336F}" dt="2022-02-11T13:02:57.035" v="307" actId="47"/>
        <pc:sldMkLst>
          <pc:docMk/>
          <pc:sldMk cId="3902889040" sldId="314"/>
        </pc:sldMkLst>
        <pc:picChg chg="add mod">
          <ac:chgData name="Verbooy, K (Kaya)" userId="cef36e65-53a4-4c48-b7dc-7b3cf37344a4" providerId="ADAL" clId="{1A8F0B57-B5E0-4640-AE36-3D480BA5336F}" dt="2022-02-11T11:36:07.047" v="75" actId="1076"/>
          <ac:picMkLst>
            <pc:docMk/>
            <pc:sldMk cId="3902889040" sldId="314"/>
            <ac:picMk id="4" creationId="{5A94A2CB-46AB-4369-98C6-3E05B7F865E3}"/>
          </ac:picMkLst>
        </pc:picChg>
      </pc:sldChg>
      <pc:sldChg chg="addSp delSp modSp new mod ord modClrScheme chgLayout">
        <pc:chgData name="Verbooy, K (Kaya)" userId="cef36e65-53a4-4c48-b7dc-7b3cf37344a4" providerId="ADAL" clId="{1A8F0B57-B5E0-4640-AE36-3D480BA5336F}" dt="2022-02-11T15:26:37.964" v="335"/>
        <pc:sldMkLst>
          <pc:docMk/>
          <pc:sldMk cId="2554967875" sldId="315"/>
        </pc:sldMkLst>
        <pc:spChg chg="del">
          <ac:chgData name="Verbooy, K (Kaya)" userId="cef36e65-53a4-4c48-b7dc-7b3cf37344a4" providerId="ADAL" clId="{1A8F0B57-B5E0-4640-AE36-3D480BA5336F}" dt="2022-02-11T11:46:14.825" v="182" actId="700"/>
          <ac:spMkLst>
            <pc:docMk/>
            <pc:sldMk cId="2554967875" sldId="315"/>
            <ac:spMk id="2" creationId="{4E7C8BAE-EDC1-4783-A4FC-7E72B35D946A}"/>
          </ac:spMkLst>
        </pc:spChg>
        <pc:spChg chg="add mod">
          <ac:chgData name="Verbooy, K (Kaya)" userId="cef36e65-53a4-4c48-b7dc-7b3cf37344a4" providerId="ADAL" clId="{1A8F0B57-B5E0-4640-AE36-3D480BA5336F}" dt="2022-02-11T11:46:33.206" v="200" actId="20577"/>
          <ac:spMkLst>
            <pc:docMk/>
            <pc:sldMk cId="2554967875" sldId="315"/>
            <ac:spMk id="3" creationId="{0F4BA73D-587F-463E-9FAB-D5E70C059569}"/>
          </ac:spMkLst>
        </pc:spChg>
        <pc:spChg chg="add mod">
          <ac:chgData name="Verbooy, K (Kaya)" userId="cef36e65-53a4-4c48-b7dc-7b3cf37344a4" providerId="ADAL" clId="{1A8F0B57-B5E0-4640-AE36-3D480BA5336F}" dt="2022-02-11T11:46:14.825" v="182" actId="700"/>
          <ac:spMkLst>
            <pc:docMk/>
            <pc:sldMk cId="2554967875" sldId="315"/>
            <ac:spMk id="4" creationId="{9DEE9A82-5C48-490D-8623-E597DE5B6BE0}"/>
          </ac:spMkLst>
        </pc:spChg>
        <pc:picChg chg="add mod">
          <ac:chgData name="Verbooy, K (Kaya)" userId="cef36e65-53a4-4c48-b7dc-7b3cf37344a4" providerId="ADAL" clId="{1A8F0B57-B5E0-4640-AE36-3D480BA5336F}" dt="2022-02-11T11:46:35.377" v="201" actId="1076"/>
          <ac:picMkLst>
            <pc:docMk/>
            <pc:sldMk cId="2554967875" sldId="315"/>
            <ac:picMk id="6" creationId="{670CAD9A-39DB-416D-899A-D133AD56D511}"/>
          </ac:picMkLst>
        </pc:picChg>
      </pc:sldChg>
      <pc:sldChg chg="addSp modSp new mod">
        <pc:chgData name="Verbooy, K (Kaya)" userId="cef36e65-53a4-4c48-b7dc-7b3cf37344a4" providerId="ADAL" clId="{1A8F0B57-B5E0-4640-AE36-3D480BA5336F}" dt="2022-02-11T11:47:14.270" v="215" actId="20577"/>
        <pc:sldMkLst>
          <pc:docMk/>
          <pc:sldMk cId="256865642" sldId="316"/>
        </pc:sldMkLst>
        <pc:spChg chg="mod">
          <ac:chgData name="Verbooy, K (Kaya)" userId="cef36e65-53a4-4c48-b7dc-7b3cf37344a4" providerId="ADAL" clId="{1A8F0B57-B5E0-4640-AE36-3D480BA5336F}" dt="2022-02-11T11:47:14.270" v="215" actId="20577"/>
          <ac:spMkLst>
            <pc:docMk/>
            <pc:sldMk cId="256865642" sldId="316"/>
            <ac:spMk id="2" creationId="{E6C320E8-98CA-4536-8660-77E39495D50C}"/>
          </ac:spMkLst>
        </pc:spChg>
        <pc:picChg chg="add mod">
          <ac:chgData name="Verbooy, K (Kaya)" userId="cef36e65-53a4-4c48-b7dc-7b3cf37344a4" providerId="ADAL" clId="{1A8F0B57-B5E0-4640-AE36-3D480BA5336F}" dt="2022-02-11T11:47:09.551" v="207" actId="1076"/>
          <ac:picMkLst>
            <pc:docMk/>
            <pc:sldMk cId="256865642" sldId="316"/>
            <ac:picMk id="5" creationId="{36F968E3-4A8C-4EDA-897D-25F2597D3897}"/>
          </ac:picMkLst>
        </pc:picChg>
      </pc:sldChg>
      <pc:sldChg chg="addSp modSp new mod">
        <pc:chgData name="Verbooy, K (Kaya)" userId="cef36e65-53a4-4c48-b7dc-7b3cf37344a4" providerId="ADAL" clId="{1A8F0B57-B5E0-4640-AE36-3D480BA5336F}" dt="2022-02-11T11:48:35.678" v="276" actId="20577"/>
        <pc:sldMkLst>
          <pc:docMk/>
          <pc:sldMk cId="1608482155" sldId="317"/>
        </pc:sldMkLst>
        <pc:spChg chg="mod">
          <ac:chgData name="Verbooy, K (Kaya)" userId="cef36e65-53a4-4c48-b7dc-7b3cf37344a4" providerId="ADAL" clId="{1A8F0B57-B5E0-4640-AE36-3D480BA5336F}" dt="2022-02-11T11:48:35.678" v="276" actId="20577"/>
          <ac:spMkLst>
            <pc:docMk/>
            <pc:sldMk cId="1608482155" sldId="317"/>
            <ac:spMk id="2" creationId="{93C7CC9D-B7F3-4FCD-8D2D-1C80E3461656}"/>
          </ac:spMkLst>
        </pc:spChg>
        <pc:picChg chg="add mod">
          <ac:chgData name="Verbooy, K (Kaya)" userId="cef36e65-53a4-4c48-b7dc-7b3cf37344a4" providerId="ADAL" clId="{1A8F0B57-B5E0-4640-AE36-3D480BA5336F}" dt="2022-02-11T11:48:25.017" v="221" actId="1076"/>
          <ac:picMkLst>
            <pc:docMk/>
            <pc:sldMk cId="1608482155" sldId="317"/>
            <ac:picMk id="5" creationId="{54282F54-8635-4A3D-A902-6CB194E4E42D}"/>
          </ac:picMkLst>
        </pc:picChg>
      </pc:sldChg>
      <pc:sldChg chg="addSp delSp modSp add mod">
        <pc:chgData name="Verbooy, K (Kaya)" userId="cef36e65-53a4-4c48-b7dc-7b3cf37344a4" providerId="ADAL" clId="{1A8F0B57-B5E0-4640-AE36-3D480BA5336F}" dt="2022-02-11T14:36:09.416" v="318" actId="1076"/>
        <pc:sldMkLst>
          <pc:docMk/>
          <pc:sldMk cId="1301865485" sldId="318"/>
        </pc:sldMkLst>
        <pc:picChg chg="del mod">
          <ac:chgData name="Verbooy, K (Kaya)" userId="cef36e65-53a4-4c48-b7dc-7b3cf37344a4" providerId="ADAL" clId="{1A8F0B57-B5E0-4640-AE36-3D480BA5336F}" dt="2022-02-11T14:36:06.255" v="315" actId="478"/>
          <ac:picMkLst>
            <pc:docMk/>
            <pc:sldMk cId="1301865485" sldId="318"/>
            <ac:picMk id="5" creationId="{3A81D432-AD68-45BE-BD08-149E8FC505E5}"/>
          </ac:picMkLst>
        </pc:picChg>
        <pc:picChg chg="add mod">
          <ac:chgData name="Verbooy, K (Kaya)" userId="cef36e65-53a4-4c48-b7dc-7b3cf37344a4" providerId="ADAL" clId="{1A8F0B57-B5E0-4640-AE36-3D480BA5336F}" dt="2022-02-11T14:36:09.416" v="318" actId="1076"/>
          <ac:picMkLst>
            <pc:docMk/>
            <pc:sldMk cId="1301865485" sldId="318"/>
            <ac:picMk id="12" creationId="{1ABD5CF0-EB3E-44F1-B1D7-81CF3B4C9C55}"/>
          </ac:picMkLst>
        </pc:picChg>
      </pc:sldChg>
      <pc:sldChg chg="addSp modSp add del mod">
        <pc:chgData name="Verbooy, K (Kaya)" userId="cef36e65-53a4-4c48-b7dc-7b3cf37344a4" providerId="ADAL" clId="{1A8F0B57-B5E0-4640-AE36-3D480BA5336F}" dt="2022-02-11T14:38:24.904" v="319" actId="2696"/>
        <pc:sldMkLst>
          <pc:docMk/>
          <pc:sldMk cId="1549330795" sldId="319"/>
        </pc:sldMkLst>
        <pc:spChg chg="add mod">
          <ac:chgData name="Verbooy, K (Kaya)" userId="cef36e65-53a4-4c48-b7dc-7b3cf37344a4" providerId="ADAL" clId="{1A8F0B57-B5E0-4640-AE36-3D480BA5336F}" dt="2022-02-11T11:55:43.626" v="289" actId="14100"/>
          <ac:spMkLst>
            <pc:docMk/>
            <pc:sldMk cId="1549330795" sldId="319"/>
            <ac:spMk id="4" creationId="{AE88FAED-DFEE-4815-AB56-D99A1B441A7F}"/>
          </ac:spMkLst>
        </pc:spChg>
      </pc:sldChg>
      <pc:sldChg chg="addSp delSp modSp add mod">
        <pc:chgData name="Verbooy, K (Kaya)" userId="cef36e65-53a4-4c48-b7dc-7b3cf37344a4" providerId="ADAL" clId="{1A8F0B57-B5E0-4640-AE36-3D480BA5336F}" dt="2022-02-11T12:02:20.962" v="306" actId="1076"/>
        <pc:sldMkLst>
          <pc:docMk/>
          <pc:sldMk cId="2892272312" sldId="320"/>
        </pc:sldMkLst>
        <pc:spChg chg="mod">
          <ac:chgData name="Verbooy, K (Kaya)" userId="cef36e65-53a4-4c48-b7dc-7b3cf37344a4" providerId="ADAL" clId="{1A8F0B57-B5E0-4640-AE36-3D480BA5336F}" dt="2022-02-11T12:02:15.690" v="305" actId="1076"/>
          <ac:spMkLst>
            <pc:docMk/>
            <pc:sldMk cId="2892272312" sldId="320"/>
            <ac:spMk id="8" creationId="{6B416094-D126-455B-AD14-09C06F1B819D}"/>
          </ac:spMkLst>
        </pc:spChg>
        <pc:spChg chg="add mod">
          <ac:chgData name="Verbooy, K (Kaya)" userId="cef36e65-53a4-4c48-b7dc-7b3cf37344a4" providerId="ADAL" clId="{1A8F0B57-B5E0-4640-AE36-3D480BA5336F}" dt="2022-02-11T12:02:20.962" v="306" actId="1076"/>
          <ac:spMkLst>
            <pc:docMk/>
            <pc:sldMk cId="2892272312" sldId="320"/>
            <ac:spMk id="27" creationId="{2D0A0765-FC90-4DCA-A244-6C9D30EFD6A0}"/>
          </ac:spMkLst>
        </pc:spChg>
        <pc:picChg chg="del mod">
          <ac:chgData name="Verbooy, K (Kaya)" userId="cef36e65-53a4-4c48-b7dc-7b3cf37344a4" providerId="ADAL" clId="{1A8F0B57-B5E0-4640-AE36-3D480BA5336F}" dt="2022-02-11T12:01:41.672" v="297" actId="478"/>
          <ac:picMkLst>
            <pc:docMk/>
            <pc:sldMk cId="2892272312" sldId="320"/>
            <ac:picMk id="5" creationId="{063D20F7-6B07-4C86-9B2C-05772BB0F093}"/>
          </ac:picMkLst>
        </pc:picChg>
        <pc:picChg chg="add mod">
          <ac:chgData name="Verbooy, K (Kaya)" userId="cef36e65-53a4-4c48-b7dc-7b3cf37344a4" providerId="ADAL" clId="{1A8F0B57-B5E0-4640-AE36-3D480BA5336F}" dt="2022-02-11T12:02:13.680" v="303" actId="1076"/>
          <ac:picMkLst>
            <pc:docMk/>
            <pc:sldMk cId="2892272312" sldId="320"/>
            <ac:picMk id="12" creationId="{36FD5714-2891-4A0A-B3A6-900E8C0448CB}"/>
          </ac:picMkLst>
        </pc:picChg>
        <pc:cxnChg chg="mod">
          <ac:chgData name="Verbooy, K (Kaya)" userId="cef36e65-53a4-4c48-b7dc-7b3cf37344a4" providerId="ADAL" clId="{1A8F0B57-B5E0-4640-AE36-3D480BA5336F}" dt="2022-02-11T12:02:15.690" v="305" actId="1076"/>
          <ac:cxnSpMkLst>
            <pc:docMk/>
            <pc:sldMk cId="2892272312" sldId="320"/>
            <ac:cxnSpMk id="15" creationId="{195A05AC-EEA5-4BBE-A409-8E6691ADC3C6}"/>
          </ac:cxnSpMkLst>
        </pc:cxnChg>
      </pc:sldChg>
      <pc:sldChg chg="addSp delSp modSp add del mod">
        <pc:chgData name="Verbooy, K (Kaya)" userId="cef36e65-53a4-4c48-b7dc-7b3cf37344a4" providerId="ADAL" clId="{1A8F0B57-B5E0-4640-AE36-3D480BA5336F}" dt="2022-02-11T15:01:03.040" v="333" actId="1076"/>
        <pc:sldMkLst>
          <pc:docMk/>
          <pc:sldMk cId="2488588615" sldId="321"/>
        </pc:sldMkLst>
        <pc:picChg chg="del">
          <ac:chgData name="Verbooy, K (Kaya)" userId="cef36e65-53a4-4c48-b7dc-7b3cf37344a4" providerId="ADAL" clId="{1A8F0B57-B5E0-4640-AE36-3D480BA5336F}" dt="2022-02-11T14:58:40.771" v="320" actId="478"/>
          <ac:picMkLst>
            <pc:docMk/>
            <pc:sldMk cId="2488588615" sldId="321"/>
            <ac:picMk id="5" creationId="{280F2E0A-3123-4DAD-8C73-79991A0BFB8B}"/>
          </ac:picMkLst>
        </pc:picChg>
        <pc:picChg chg="add del mod">
          <ac:chgData name="Verbooy, K (Kaya)" userId="cef36e65-53a4-4c48-b7dc-7b3cf37344a4" providerId="ADAL" clId="{1A8F0B57-B5E0-4640-AE36-3D480BA5336F}" dt="2022-02-11T15:00:58.629" v="330" actId="478"/>
          <ac:picMkLst>
            <pc:docMk/>
            <pc:sldMk cId="2488588615" sldId="321"/>
            <ac:picMk id="12" creationId="{27B55B46-1253-4C00-BD95-E281E9740B11}"/>
          </ac:picMkLst>
        </pc:picChg>
        <pc:picChg chg="add mod">
          <ac:chgData name="Verbooy, K (Kaya)" userId="cef36e65-53a4-4c48-b7dc-7b3cf37344a4" providerId="ADAL" clId="{1A8F0B57-B5E0-4640-AE36-3D480BA5336F}" dt="2022-02-11T15:01:03.040" v="333" actId="1076"/>
          <ac:picMkLst>
            <pc:docMk/>
            <pc:sldMk cId="2488588615" sldId="321"/>
            <ac:picMk id="16" creationId="{009B3ECA-6064-46BE-BAA9-A0750DE4D1B3}"/>
          </ac:picMkLst>
        </pc:picChg>
      </pc:sldChg>
      <pc:sldChg chg="delSp add mod">
        <pc:chgData name="Verbooy, K (Kaya)" userId="cef36e65-53a4-4c48-b7dc-7b3cf37344a4" providerId="ADAL" clId="{1A8F0B57-B5E0-4640-AE36-3D480BA5336F}" dt="2022-02-11T14:27:40.750" v="314" actId="478"/>
        <pc:sldMkLst>
          <pc:docMk/>
          <pc:sldMk cId="183735983" sldId="322"/>
        </pc:sldMkLst>
        <pc:spChg chg="del">
          <ac:chgData name="Verbooy, K (Kaya)" userId="cef36e65-53a4-4c48-b7dc-7b3cf37344a4" providerId="ADAL" clId="{1A8F0B57-B5E0-4640-AE36-3D480BA5336F}" dt="2022-02-11T14:27:40.750" v="314" actId="478"/>
          <ac:spMkLst>
            <pc:docMk/>
            <pc:sldMk cId="183735983" sldId="322"/>
            <ac:spMk id="26" creationId="{73529923-3D8C-482B-8EED-DB80C3FA9130}"/>
          </ac:spMkLst>
        </pc:spChg>
      </pc:sldChg>
      <pc:sldMasterChg chg="delSldLayout">
        <pc:chgData name="Verbooy, K (Kaya)" userId="cef36e65-53a4-4c48-b7dc-7b3cf37344a4" providerId="ADAL" clId="{1A8F0B57-B5E0-4640-AE36-3D480BA5336F}" dt="2022-02-09T14:00:37.198" v="0" actId="47"/>
        <pc:sldMasterMkLst>
          <pc:docMk/>
          <pc:sldMasterMk cId="3047162613" sldId="2147483665"/>
        </pc:sldMasterMkLst>
        <pc:sldLayoutChg chg="del">
          <pc:chgData name="Verbooy, K (Kaya)" userId="cef36e65-53a4-4c48-b7dc-7b3cf37344a4" providerId="ADAL" clId="{1A8F0B57-B5E0-4640-AE36-3D480BA5336F}" dt="2022-02-09T14:00:37.198" v="0" actId="47"/>
          <pc:sldLayoutMkLst>
            <pc:docMk/>
            <pc:sldMasterMk cId="3047162613" sldId="2147483665"/>
            <pc:sldLayoutMk cId="17123924" sldId="2147483689"/>
          </pc:sldLayoutMkLst>
        </pc:sldLayoutChg>
      </pc:sldMasterChg>
      <pc:sldMasterChg chg="del delSldLayout">
        <pc:chgData name="Verbooy, K (Kaya)" userId="cef36e65-53a4-4c48-b7dc-7b3cf37344a4" providerId="ADAL" clId="{1A8F0B57-B5E0-4640-AE36-3D480BA5336F}" dt="2022-02-11T11:46:14.825" v="182" actId="700"/>
        <pc:sldMasterMkLst>
          <pc:docMk/>
          <pc:sldMasterMk cId="966232060" sldId="2147483714"/>
        </pc:sldMasterMkLst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2354828112" sldId="2147483715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2281383756" sldId="2147483716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3718377550" sldId="2147483717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4115033246" sldId="2147483718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3269258486" sldId="2147483719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3947978330" sldId="2147483720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4023070385" sldId="2147483721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552143460" sldId="2147483722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2509576490" sldId="2147483723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2435348596" sldId="2147483724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3884200202" sldId="2147483725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1683496999" sldId="2147483726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1023228056" sldId="2147483727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1322945761" sldId="2147483728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2202027439" sldId="2147483729"/>
          </pc:sldLayoutMkLst>
        </pc:sldLayoutChg>
        <pc:sldLayoutChg chg="del">
          <pc:chgData name="Verbooy, K (Kaya)" userId="cef36e65-53a4-4c48-b7dc-7b3cf37344a4" providerId="ADAL" clId="{1A8F0B57-B5E0-4640-AE36-3D480BA5336F}" dt="2022-02-11T11:46:14.825" v="182" actId="700"/>
          <pc:sldLayoutMkLst>
            <pc:docMk/>
            <pc:sldMasterMk cId="966232060" sldId="2147483714"/>
            <pc:sldLayoutMk cId="57606038" sldId="2147483730"/>
          </pc:sldLayoutMkLst>
        </pc:sldLayoutChg>
      </pc:sldMasterChg>
      <pc:sldMasterChg chg="del delSldLayout">
        <pc:chgData name="Verbooy, K (Kaya)" userId="cef36e65-53a4-4c48-b7dc-7b3cf37344a4" providerId="ADAL" clId="{1A8F0B57-B5E0-4640-AE36-3D480BA5336F}" dt="2022-02-09T14:00:54.750" v="12" actId="47"/>
        <pc:sldMasterMkLst>
          <pc:docMk/>
          <pc:sldMasterMk cId="2925156460" sldId="2147483731"/>
        </pc:sldMasterMkLst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1015731208" sldId="2147483732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3138398143" sldId="2147483733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305040799" sldId="2147483734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1660747612" sldId="2147483735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3407316626" sldId="2147483736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1120294988" sldId="2147483737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1921427318" sldId="2147483738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2399947659" sldId="2147483739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2948329030" sldId="2147483740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1232461214" sldId="2147483741"/>
          </pc:sldLayoutMkLst>
        </pc:sldLayoutChg>
        <pc:sldLayoutChg chg="del">
          <pc:chgData name="Verbooy, K (Kaya)" userId="cef36e65-53a4-4c48-b7dc-7b3cf37344a4" providerId="ADAL" clId="{1A8F0B57-B5E0-4640-AE36-3D480BA5336F}" dt="2022-02-09T14:00:54.750" v="12" actId="47"/>
          <pc:sldLayoutMkLst>
            <pc:docMk/>
            <pc:sldMasterMk cId="2925156460" sldId="2147483731"/>
            <pc:sldLayoutMk cId="660831448" sldId="2147483742"/>
          </pc:sldLayoutMkLst>
        </pc:sldLayoutChg>
      </pc:sldMasterChg>
      <pc:sldMasterChg chg="delSldLayout">
        <pc:chgData name="Verbooy, K (Kaya)" userId="cef36e65-53a4-4c48-b7dc-7b3cf37344a4" providerId="ADAL" clId="{1A8F0B57-B5E0-4640-AE36-3D480BA5336F}" dt="2022-02-09T14:00:37.669" v="1" actId="47"/>
        <pc:sldMasterMkLst>
          <pc:docMk/>
          <pc:sldMasterMk cId="3966532564" sldId="2147483743"/>
        </pc:sldMasterMkLst>
        <pc:sldLayoutChg chg="del">
          <pc:chgData name="Verbooy, K (Kaya)" userId="cef36e65-53a4-4c48-b7dc-7b3cf37344a4" providerId="ADAL" clId="{1A8F0B57-B5E0-4640-AE36-3D480BA5336F}" dt="2022-02-09T14:00:37.669" v="1" actId="47"/>
          <pc:sldLayoutMkLst>
            <pc:docMk/>
            <pc:sldMasterMk cId="3966532564" sldId="2147483743"/>
            <pc:sldLayoutMk cId="858708493" sldId="214748374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666B6-286A-4405-99F2-53E701102167}" type="datetimeFigureOut">
              <a:rPr lang="nl-NL" smtClean="0"/>
              <a:t>11-2-2022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922BD-4D9E-4EA2-AF6E-C02189B5208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822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9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ENG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4136123" cy="2446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Thank you for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your attention!</a:t>
            </a:r>
          </a:p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 look forward to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welcoming you again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at our beloved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Stay connected with us</a:t>
            </a: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1230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NL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3907523" cy="235449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Bedankt voor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uw aandacht!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Graag tot ziens op </a:t>
            </a:r>
            <a:b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onze mooie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Laten we contact </a:t>
            </a:r>
            <a:r>
              <a:rPr lang="en-GB" sz="2000" b="0" i="0" u="none" strike="noStrike" baseline="0" dirty="0" err="1">
                <a:solidFill>
                  <a:srgbClr val="FFFFFF"/>
                </a:solidFill>
                <a:latin typeface="+mn-lt"/>
              </a:rPr>
              <a:t>houden</a:t>
            </a:r>
            <a:endParaRPr lang="en-GB" sz="2000" b="0" i="0" u="none" strike="noStrike" baseline="0" dirty="0">
              <a:solidFill>
                <a:srgbClr val="FFFFFF"/>
              </a:solidFill>
              <a:latin typeface="+mn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4603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anco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endParaRPr lang="en-GB" sz="2000" b="0" i="0" u="none" strike="noStrike" baseline="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" name="Tijdelijke aanduiding Tekst 1">
            <a:extLst>
              <a:ext uri="{FF2B5EF4-FFF2-40B4-BE49-F238E27FC236}">
                <a16:creationId xmlns:a16="http://schemas.microsoft.com/office/drawing/2014/main" id="{096059D0-6078-4E6B-A4F5-73481C0CE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68686" y="1326086"/>
            <a:ext cx="3924946" cy="470898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4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message</a:t>
            </a:r>
            <a:endParaRPr lang="nl-NL" dirty="0"/>
          </a:p>
        </p:txBody>
      </p:sp>
      <p:sp>
        <p:nvSpPr>
          <p:cNvPr id="12" name="Tijdelijke aanduiding Tekst 2">
            <a:extLst>
              <a:ext uri="{FF2B5EF4-FFF2-40B4-BE49-F238E27FC236}">
                <a16:creationId xmlns:a16="http://schemas.microsoft.com/office/drawing/2014/main" id="{09AC7119-4737-481D-A01D-DDBB3C57CB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68686" y="4376387"/>
            <a:ext cx="3924946" cy="276999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/>
              <a:t>Contact </a:t>
            </a:r>
            <a:r>
              <a:rPr lang="nl-NL" dirty="0" err="1"/>
              <a:t>message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348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g Color Background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0" y="6439919"/>
            <a:ext cx="1358761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1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5DAC3-20BC-47D4-98F5-DDF52609E96D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1/3 </a:t>
            </a:r>
            <a:r>
              <a:rPr lang="nl-BE" sz="1400" dirty="0" err="1"/>
              <a:t>img</a:t>
            </a:r>
            <a:r>
              <a:rPr lang="nl-BE" sz="1400" dirty="0"/>
              <a:t> </a:t>
            </a:r>
            <a:r>
              <a:rPr lang="nl-BE" sz="1400" dirty="0" err="1"/>
              <a:t>Color</a:t>
            </a:r>
            <a:r>
              <a:rPr lang="nl-BE" sz="1400" dirty="0"/>
              <a:t> Background</a:t>
            </a:r>
          </a:p>
        </p:txBody>
      </p:sp>
    </p:spTree>
    <p:extLst>
      <p:ext uri="{BB962C8B-B14F-4D97-AF65-F5344CB8AC3E}">
        <p14:creationId xmlns:p14="http://schemas.microsoft.com/office/powerpoint/2010/main" val="53179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g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48679-B830-4AE6-9EAF-959B9347D07D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1/3 </a:t>
            </a:r>
            <a:r>
              <a:rPr lang="nl-BE" sz="1400" dirty="0" err="1"/>
              <a:t>img</a:t>
            </a:r>
            <a:r>
              <a:rPr lang="nl-BE" sz="1400" dirty="0"/>
              <a:t>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70217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6 img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42C67-E8D4-41A6-B68B-CB17A5DAE4CD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240729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6 img T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10" name="Table Placeholder 4">
            <a:extLst>
              <a:ext uri="{FF2B5EF4-FFF2-40B4-BE49-F238E27FC236}">
                <a16:creationId xmlns:a16="http://schemas.microsoft.com/office/drawing/2014/main" id="{597852CA-5D7D-461C-9DA7-327993E2AF2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194073" y="2343601"/>
            <a:ext cx="7674735" cy="3750124"/>
          </a:xfrm>
        </p:spPr>
        <p:txBody>
          <a:bodyPr lIns="0" tIns="0" rIns="0" bIns="0" anchor="t" anchorCtr="0"/>
          <a:lstStyle>
            <a:lvl1pPr algn="ctr">
              <a:buNone/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tabel</a:t>
            </a:r>
            <a:r>
              <a:rPr lang="en-GB" dirty="0"/>
              <a:t>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05BED-F965-4AA0-9412-6AC9A486712A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Tabel</a:t>
            </a:r>
          </a:p>
        </p:txBody>
      </p:sp>
    </p:spTree>
    <p:extLst>
      <p:ext uri="{BB962C8B-B14F-4D97-AF65-F5344CB8AC3E}">
        <p14:creationId xmlns:p14="http://schemas.microsoft.com/office/powerpoint/2010/main" val="273095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6 img Grafie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8" name="Chart Placeholder 2">
            <a:extLst>
              <a:ext uri="{FF2B5EF4-FFF2-40B4-BE49-F238E27FC236}">
                <a16:creationId xmlns:a16="http://schemas.microsoft.com/office/drawing/2014/main" id="{A1C1D1B9-3280-4503-AFD7-CC03003FA7E9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194073" y="2343600"/>
            <a:ext cx="7674734" cy="3750124"/>
          </a:xfrm>
        </p:spPr>
        <p:txBody>
          <a:bodyPr lIns="0" tIns="0" rIns="0" bIns="0"/>
          <a:lstStyle>
            <a:lvl1pPr algn="ctr">
              <a:buNone/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grafiek</a:t>
            </a:r>
            <a:r>
              <a:rPr lang="en-GB" dirty="0"/>
              <a:t>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9AB8A-6841-410F-9EF2-6078AB99EEDF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Grafiek</a:t>
            </a:r>
          </a:p>
        </p:txBody>
      </p:sp>
    </p:spTree>
    <p:extLst>
      <p:ext uri="{BB962C8B-B14F-4D97-AF65-F5344CB8AC3E}">
        <p14:creationId xmlns:p14="http://schemas.microsoft.com/office/powerpoint/2010/main" val="1983352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AA4BC-0FC7-4BD2-9E5F-D925BBD9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3737" y="2343334"/>
            <a:ext cx="7655074" cy="519395"/>
          </a:xfrm>
        </p:spPr>
        <p:txBody>
          <a:bodyPr lIns="0" tIns="0" rIns="0" bIns="0" anchor="t" anchorCtr="0">
            <a:normAutofit/>
          </a:bodyPr>
          <a:lstStyle>
            <a:lvl1pPr>
              <a:defRPr sz="3000" b="1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BC9719-122B-45BC-8567-2D9F6096F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4075" y="3000179"/>
            <a:ext cx="7674735" cy="3093545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FD7B-734A-40A6-BD7A-547BF491FD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429000"/>
            <a:ext cx="3431175" cy="3429000"/>
          </a:xfrm>
          <a:solidFill>
            <a:srgbClr val="913173"/>
          </a:solidFill>
        </p:spPr>
        <p:txBody>
          <a:bodyPr lIns="432000" tIns="72000" rIns="72000" bIns="7200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Online Image Placeholder 4">
            <a:extLst>
              <a:ext uri="{FF2B5EF4-FFF2-40B4-BE49-F238E27FC236}">
                <a16:creationId xmlns:a16="http://schemas.microsoft.com/office/drawing/2014/main" id="{24BE3241-8379-4DEA-A680-7AF95D1A39B5}"/>
              </a:ext>
            </a:extLst>
          </p:cNvPr>
          <p:cNvSpPr>
            <a:spLocks noGrp="1"/>
          </p:cNvSpPr>
          <p:nvPr>
            <p:ph type="clipArt" sz="quarter" idx="13" hasCustomPrompt="1"/>
          </p:nvPr>
        </p:nvSpPr>
        <p:spPr>
          <a:xfrm>
            <a:off x="2303472" y="4650663"/>
            <a:ext cx="608400" cy="4536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A4063-C540-4592-81FD-A92AC8BA43BE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1/6 </a:t>
            </a:r>
            <a:r>
              <a:rPr lang="nl-BE" sz="1400" dirty="0" err="1"/>
              <a:t>img</a:t>
            </a:r>
            <a:r>
              <a:rPr lang="nl-BE" sz="1400" dirty="0"/>
              <a:t> Quote</a:t>
            </a:r>
          </a:p>
        </p:txBody>
      </p:sp>
    </p:spTree>
    <p:extLst>
      <p:ext uri="{BB962C8B-B14F-4D97-AF65-F5344CB8AC3E}">
        <p14:creationId xmlns:p14="http://schemas.microsoft.com/office/powerpoint/2010/main" val="188737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g Color Background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B325A9-33A0-4002-BFDF-6BB4F916999F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1/2 </a:t>
            </a:r>
            <a:r>
              <a:rPr lang="nl-BE" sz="1400" dirty="0" err="1"/>
              <a:t>img</a:t>
            </a:r>
            <a:r>
              <a:rPr lang="nl-BE" sz="1400" dirty="0"/>
              <a:t> </a:t>
            </a:r>
            <a:r>
              <a:rPr lang="nl-BE" sz="1400" dirty="0" err="1"/>
              <a:t>Color</a:t>
            </a:r>
            <a:r>
              <a:rPr lang="nl-BE" sz="1400" dirty="0"/>
              <a:t> Background</a:t>
            </a:r>
          </a:p>
        </p:txBody>
      </p:sp>
    </p:spTree>
    <p:extLst>
      <p:ext uri="{BB962C8B-B14F-4D97-AF65-F5344CB8AC3E}">
        <p14:creationId xmlns:p14="http://schemas.microsoft.com/office/powerpoint/2010/main" val="424442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g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 b="1">
                <a:solidFill>
                  <a:srgbClr val="9131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8AF65E-EBCC-41F0-B41D-03DFA620293A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1/2 </a:t>
            </a:r>
            <a:r>
              <a:rPr lang="nl-BE" sz="1400" dirty="0" err="1"/>
              <a:t>img</a:t>
            </a:r>
            <a:r>
              <a:rPr lang="nl-BE" sz="1400" dirty="0"/>
              <a:t>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164068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Title 6">
            <a:extLst>
              <a:ext uri="{FF2B5EF4-FFF2-40B4-BE49-F238E27FC236}">
                <a16:creationId xmlns:a16="http://schemas.microsoft.com/office/drawing/2014/main" id="{3856C393-35A5-4BF3-913C-ABB467498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4728" y="1"/>
            <a:ext cx="3437271" cy="6857999"/>
          </a:xfrm>
          <a:solidFill>
            <a:srgbClr val="913173"/>
          </a:solidFill>
        </p:spPr>
        <p:txBody>
          <a:bodyPr lIns="396000" tIns="360000" rIns="0" bIns="3312000" anchor="b" anchorCtr="0">
            <a:normAutofit/>
          </a:bodyPr>
          <a:lstStyle>
            <a:lvl1pPr>
              <a:defRPr sz="4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FC0106EE-A022-47F9-8E5D-2E76A64B9C14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" y="1"/>
            <a:ext cx="8759298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828000" anchor="ctr" anchorCtr="0"/>
          <a:lstStyle>
            <a:lvl1pPr algn="ctr">
              <a:buNone/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een</a:t>
            </a:r>
            <a:r>
              <a:rPr lang="en-GB" dirty="0"/>
              <a:t> video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0E97C-9009-4ACB-AC08-964BC7AC0F2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Video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A26A61A-4B86-480E-A7DF-8512BD363C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64472" y="3678072"/>
            <a:ext cx="2710435" cy="223837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BEF16D11-3E7E-49BA-A603-75DF19698D78}"/>
              </a:ext>
            </a:extLst>
          </p:cNvPr>
          <p:cNvSpPr>
            <a:spLocks noGrp="1"/>
          </p:cNvSpPr>
          <p:nvPr>
            <p:ph type="clipArt" sz="quarter" idx="12" hasCustomPrompt="1"/>
          </p:nvPr>
        </p:nvSpPr>
        <p:spPr>
          <a:xfrm>
            <a:off x="10510052" y="6439919"/>
            <a:ext cx="1358757" cy="2218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800">
                <a:solidFill>
                  <a:srgbClr val="913173"/>
                </a:solidFill>
              </a:defRPr>
            </a:lvl1pPr>
          </a:lstStyle>
          <a:p>
            <a:r>
              <a:rPr lang="nl-B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06602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4472" y="2999071"/>
            <a:ext cx="2710435" cy="658529"/>
          </a:xfrm>
        </p:spPr>
        <p:txBody>
          <a:bodyPr lIns="0" tIns="0" rIns="0" bIns="0" anchor="t" anchorCtr="0">
            <a:normAutofit/>
          </a:bodyPr>
          <a:lstStyle>
            <a:lvl1pPr>
              <a:defRPr sz="4000" b="0">
                <a:solidFill>
                  <a:srgbClr val="913173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76CE40-3CC7-4A42-898E-4DD929B64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759299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792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C7F64-8CBD-4592-ACC1-BEA58A5E0BA5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2/3 </a:t>
            </a:r>
            <a:r>
              <a:rPr lang="nl-BE" sz="1400" dirty="0" err="1"/>
              <a:t>img</a:t>
            </a:r>
            <a:endParaRPr lang="nl-BE" sz="14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137085F-E6E8-46B9-A893-41E11E155F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64472" y="3678072"/>
            <a:ext cx="2710435" cy="223837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rgbClr val="913173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rgbClr val="913173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rgbClr val="913173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476780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g Alternatief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4472" y="2999071"/>
            <a:ext cx="2710435" cy="658529"/>
          </a:xfrm>
        </p:spPr>
        <p:txBody>
          <a:bodyPr lIns="0" tIns="0" rIns="0" bIns="0" anchor="t" anchorCtr="0">
            <a:normAutofit/>
          </a:bodyPr>
          <a:lstStyle>
            <a:lvl1pPr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76CE40-3CC7-4A42-898E-4DD929B64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759299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792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C7F64-8CBD-4592-ACC1-BEA58A5E0BA5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2/3 </a:t>
            </a:r>
            <a:r>
              <a:rPr lang="nl-BE" sz="1400" dirty="0" err="1"/>
              <a:t>img</a:t>
            </a:r>
            <a:endParaRPr lang="nl-BE" sz="14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137085F-E6E8-46B9-A893-41E11E155F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64472" y="3678072"/>
            <a:ext cx="2710435" cy="223837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800" b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buNone/>
              <a:defRPr/>
            </a:lvl4pPr>
          </a:lstStyle>
          <a:p>
            <a:pPr lvl="0"/>
            <a:r>
              <a:rPr lang="en-US" dirty="0" err="1"/>
              <a:t>Niveau</a:t>
            </a:r>
            <a:r>
              <a:rPr lang="en-US" dirty="0"/>
              <a:t> 1</a:t>
            </a:r>
          </a:p>
          <a:p>
            <a:pPr lvl="1"/>
            <a:r>
              <a:rPr lang="en-US" dirty="0" err="1"/>
              <a:t>Niveau</a:t>
            </a:r>
            <a:r>
              <a:rPr lang="en-US" dirty="0"/>
              <a:t> 2</a:t>
            </a:r>
          </a:p>
          <a:p>
            <a:pPr lvl="2"/>
            <a:r>
              <a:rPr lang="en-US" dirty="0" err="1"/>
              <a:t>Niveau</a:t>
            </a:r>
            <a:r>
              <a:rPr lang="en-US" dirty="0"/>
              <a:t> 3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76645B-881C-41F8-9240-CD64EDD37C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2" y="6439919"/>
            <a:ext cx="1358757" cy="22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15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</p:spTree>
    <p:extLst>
      <p:ext uri="{BB962C8B-B14F-4D97-AF65-F5344CB8AC3E}">
        <p14:creationId xmlns:p14="http://schemas.microsoft.com/office/powerpoint/2010/main" val="3908676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63D7E0F-7BFC-4402-BA6E-CDF07A81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FC1263-A8D5-4CFD-BF3D-D8A54FA4E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6049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slide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17C9E57-84C3-4FD0-87EC-FB06F8B0C7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4D5675-2ED9-48F1-8670-075AFEEF00C5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 err="1"/>
              <a:t>Color</a:t>
            </a:r>
            <a:r>
              <a:rPr lang="nl-BE" sz="1400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064946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slide + text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E28BBD-DFB0-40F0-B1FD-8C2A88A54D3C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White slide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63D7E0F-7BFC-4402-BA6E-CDF07A81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FC1263-A8D5-4CFD-BF3D-D8A54FA4E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2A5DF1-E74B-4608-A342-28829B7CE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10055" y="6439919"/>
            <a:ext cx="1358751" cy="22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87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chemeClr val="tx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chemeClr val="accent1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chemeClr val="accent3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chemeClr val="bg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chemeClr val="accent4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chemeClr val="accent5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chemeClr val="accent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chemeClr val="accent6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2BBD9-05FE-4ADE-92E9-CEEB1B62F2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6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chemeClr val="tx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805316B-2914-4C3D-800C-A8C13C887C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38641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chemeClr val="accent1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528747D-C4C8-467B-90F5-14ACF1B796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7194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chemeClr val="accent3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4A159FC-6936-494B-A13F-5DC1D1710A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8975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chemeClr val="bg2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4EF2386-78EF-443D-9B9E-22CFDA647F1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5862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chemeClr val="accent4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CFD934D-42E3-460C-AE63-5115CFEC0D3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51860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4876C-8C13-4FF7-8AD1-0A2F5C0B6FA9}"/>
              </a:ext>
            </a:extLst>
          </p:cNvPr>
          <p:cNvSpPr txBox="1"/>
          <p:nvPr userDrawn="1"/>
        </p:nvSpPr>
        <p:spPr>
          <a:xfrm>
            <a:off x="9505094" y="-307777"/>
            <a:ext cx="26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BE" sz="1400" dirty="0"/>
              <a:t>Content</a:t>
            </a:r>
          </a:p>
        </p:txBody>
      </p:sp>
      <p:sp>
        <p:nvSpPr>
          <p:cNvPr id="5" name="Text Placeholder A">
            <a:extLst>
              <a:ext uri="{FF2B5EF4-FFF2-40B4-BE49-F238E27FC236}">
                <a16:creationId xmlns:a16="http://schemas.microsoft.com/office/drawing/2014/main" id="{D0F64532-F69B-4E9B-89B0-894526789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7880" y="779591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18" name="Text Placeholder C1">
            <a:extLst>
              <a:ext uri="{FF2B5EF4-FFF2-40B4-BE49-F238E27FC236}">
                <a16:creationId xmlns:a16="http://schemas.microsoft.com/office/drawing/2014/main" id="{48B7C74A-F432-40EC-9902-F2A51A62D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587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nl-BE" dirty="0"/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4A28877-DEF7-43EB-B3ED-846C7B13C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3704" y="786213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B">
            <a:extLst>
              <a:ext uri="{FF2B5EF4-FFF2-40B4-BE49-F238E27FC236}">
                <a16:creationId xmlns:a16="http://schemas.microsoft.com/office/drawing/2014/main" id="{4F01AE56-CDDF-4384-8284-E45020D7C9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25350" y="779590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34" name="Text Placeholder C2">
            <a:extLst>
              <a:ext uri="{FF2B5EF4-FFF2-40B4-BE49-F238E27FC236}">
                <a16:creationId xmlns:a16="http://schemas.microsoft.com/office/drawing/2014/main" id="{3124AAE7-235E-4824-8F15-12DA534FE8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25220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2</a:t>
            </a:r>
            <a:endParaRPr lang="nl-BE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D2ACA7E-CD3B-477A-B03C-EB76E8B9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875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C">
            <a:extLst>
              <a:ext uri="{FF2B5EF4-FFF2-40B4-BE49-F238E27FC236}">
                <a16:creationId xmlns:a16="http://schemas.microsoft.com/office/drawing/2014/main" id="{B73ABE43-C362-45FB-95C5-98F74C0DE6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28222" y="78621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3" name="Text Placeholder C3">
            <a:extLst>
              <a:ext uri="{FF2B5EF4-FFF2-40B4-BE49-F238E27FC236}">
                <a16:creationId xmlns:a16="http://schemas.microsoft.com/office/drawing/2014/main" id="{04F27BD4-BBA1-4973-B2DB-DC9D47D2FA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6647" y="2376267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3</a:t>
            </a:r>
            <a:endParaRPr lang="nl-BE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88D963-1593-4863-AC3D-3E21F033B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4046" y="786213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D">
            <a:extLst>
              <a:ext uri="{FF2B5EF4-FFF2-40B4-BE49-F238E27FC236}">
                <a16:creationId xmlns:a16="http://schemas.microsoft.com/office/drawing/2014/main" id="{999DE6A3-BA06-4908-9870-6064B4CFD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27880" y="2579724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47" name="Text Placeholder C4">
            <a:extLst>
              <a:ext uri="{FF2B5EF4-FFF2-40B4-BE49-F238E27FC236}">
                <a16:creationId xmlns:a16="http://schemas.microsoft.com/office/drawing/2014/main" id="{927DCF2F-C086-4A76-87F0-E230F4BCB5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587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4</a:t>
            </a:r>
            <a:endParaRPr lang="nl-BE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969EB2E-71BB-4828-8287-164134299C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23704" y="2586346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E">
            <a:extLst>
              <a:ext uri="{FF2B5EF4-FFF2-40B4-BE49-F238E27FC236}">
                <a16:creationId xmlns:a16="http://schemas.microsoft.com/office/drawing/2014/main" id="{0E577167-47B8-440E-8C4A-2BD5618909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350" y="2579723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0" name="Text Placeholder C5">
            <a:extLst>
              <a:ext uri="{FF2B5EF4-FFF2-40B4-BE49-F238E27FC236}">
                <a16:creationId xmlns:a16="http://schemas.microsoft.com/office/drawing/2014/main" id="{45743D95-8561-4FA0-98F3-A57FEBDE1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220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5</a:t>
            </a:r>
            <a:endParaRPr lang="nl-BE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B283FA1-4B6B-4882-A458-779DD948C2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23875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F">
            <a:extLst>
              <a:ext uri="{FF2B5EF4-FFF2-40B4-BE49-F238E27FC236}">
                <a16:creationId xmlns:a16="http://schemas.microsoft.com/office/drawing/2014/main" id="{1D147C99-5975-4B57-A5E1-9339450600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28222" y="2586346"/>
            <a:ext cx="1676872" cy="1687669"/>
          </a:xfrm>
          <a:solidFill>
            <a:schemeClr val="accent5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3" name="Text Placeholder C6">
            <a:extLst>
              <a:ext uri="{FF2B5EF4-FFF2-40B4-BE49-F238E27FC236}">
                <a16:creationId xmlns:a16="http://schemas.microsoft.com/office/drawing/2014/main" id="{5326CBE4-41A8-4153-82DA-18A91A25C9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6647" y="4176400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6</a:t>
            </a:r>
            <a:endParaRPr lang="nl-BE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B2809522-40F4-4330-9CF4-4059726189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4046" y="2586346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G">
            <a:extLst>
              <a:ext uri="{FF2B5EF4-FFF2-40B4-BE49-F238E27FC236}">
                <a16:creationId xmlns:a16="http://schemas.microsoft.com/office/drawing/2014/main" id="{4ECDC589-E88B-457B-BB9D-C7580D46DA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9954" y="4370837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6" name="Text Placeholder C7">
            <a:extLst>
              <a:ext uri="{FF2B5EF4-FFF2-40B4-BE49-F238E27FC236}">
                <a16:creationId xmlns:a16="http://schemas.microsoft.com/office/drawing/2014/main" id="{6573426E-FAF2-4622-B940-2C26917E79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5794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7</a:t>
            </a:r>
            <a:endParaRPr lang="nl-BE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7668770-A855-4A5D-B22D-0E9AD0A437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35778" y="4377459"/>
            <a:ext cx="1681048" cy="1067987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H">
            <a:extLst>
              <a:ext uri="{FF2B5EF4-FFF2-40B4-BE49-F238E27FC236}">
                <a16:creationId xmlns:a16="http://schemas.microsoft.com/office/drawing/2014/main" id="{DA5D15A1-A1A7-45E8-9641-B2AB9EB54B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424" y="4370836"/>
            <a:ext cx="1676872" cy="1687669"/>
          </a:xfrm>
          <a:solidFill>
            <a:srgbClr val="D8D1CF"/>
          </a:solidFill>
        </p:spPr>
        <p:txBody>
          <a:bodyPr/>
          <a:lstStyle>
            <a:lvl1pPr>
              <a:buNone/>
              <a:defRPr sz="80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dirty="0"/>
              <a:t> </a:t>
            </a:r>
            <a:endParaRPr lang="nl-BE" dirty="0"/>
          </a:p>
        </p:txBody>
      </p:sp>
      <p:sp>
        <p:nvSpPr>
          <p:cNvPr id="59" name="Text Placeholder C8">
            <a:extLst>
              <a:ext uri="{FF2B5EF4-FFF2-40B4-BE49-F238E27FC236}">
                <a16:creationId xmlns:a16="http://schemas.microsoft.com/office/drawing/2014/main" id="{DDD07942-23F6-4D5E-A110-1595E2DF668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37294" y="5967513"/>
            <a:ext cx="355177" cy="285784"/>
          </a:xfrm>
        </p:spPr>
        <p:txBody>
          <a:bodyPr wrap="square" lIns="0" tIns="0" rIns="0" bIns="0" anchor="b" anchorCtr="0">
            <a:noAutofit/>
          </a:bodyPr>
          <a:lstStyle>
            <a:lvl1pPr algn="r">
              <a:buNone/>
              <a:defRPr sz="5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8</a:t>
            </a:r>
            <a:endParaRPr lang="nl-BE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FAA8C55E-B5E2-4382-BC54-0FE493E7D5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35949" y="4377459"/>
            <a:ext cx="1681048" cy="1067986"/>
          </a:xfrm>
          <a:noFill/>
        </p:spPr>
        <p:txBody>
          <a:bodyPr lIns="108000" tIns="90000" rIns="108000" bIns="9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5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8FC8EF-7456-47B1-B7D5-0521C0E36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0050" y="6439919"/>
            <a:ext cx="1358761" cy="22180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5C0AAB-65D0-41E5-8170-3538DD5FB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31176" cy="3429000"/>
          </a:xfrm>
        </p:spPr>
        <p:txBody>
          <a:bodyPr lIns="72000" tIns="72000" rIns="72000" bIns="900000" anchor="ctr" anchorCtr="0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E25FD17-D781-4273-947F-4218183010C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8981" y="3429000"/>
            <a:ext cx="3440157" cy="3429000"/>
          </a:xfrm>
          <a:solidFill>
            <a:srgbClr val="913173"/>
          </a:solidFill>
          <a:ln>
            <a:noFill/>
          </a:ln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Inhoud</a:t>
            </a:r>
            <a:endParaRPr lang="en-US" dirty="0"/>
          </a:p>
        </p:txBody>
      </p:sp>
      <p:sp>
        <p:nvSpPr>
          <p:cNvPr id="16" name="C7">
            <a:extLst>
              <a:ext uri="{FF2B5EF4-FFF2-40B4-BE49-F238E27FC236}">
                <a16:creationId xmlns:a16="http://schemas.microsoft.com/office/drawing/2014/main" id="{47871D29-99B2-4E1D-AB9A-0047D646B43F}"/>
              </a:ext>
            </a:extLst>
          </p:cNvPr>
          <p:cNvSpPr txBox="1"/>
          <p:nvPr userDrawn="1"/>
        </p:nvSpPr>
        <p:spPr>
          <a:xfrm>
            <a:off x="5458219" y="5974734"/>
            <a:ext cx="363882" cy="28578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ts val="1000"/>
              </a:lnSpc>
            </a:pPr>
            <a:r>
              <a:rPr lang="en-GB" sz="54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57993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543DE1-FD74-4BAE-9DF7-990ECFEF2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3912" y="3452403"/>
            <a:ext cx="4410995" cy="24435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Header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470D31-C60B-46D1-A208-696B56C1C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3912" y="2314217"/>
            <a:ext cx="4410995" cy="941745"/>
          </a:xfrm>
        </p:spPr>
        <p:txBody>
          <a:bodyPr lIns="0" tIns="0" rIns="0" bIns="0" anchor="t" anchorCtr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Header</a:t>
            </a:r>
            <a:endParaRPr lang="en-GB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3702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ENG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4136123" cy="2446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Thank you for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your attention!</a:t>
            </a:r>
          </a:p>
          <a:p>
            <a:pPr algn="l">
              <a:lnSpc>
                <a:spcPct val="90000"/>
              </a:lnSpc>
            </a:pP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 look forward to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welcoming you again </a:t>
            </a:r>
            <a:b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en-GB" sz="3400" b="0" i="0" u="none" strike="noStrike" baseline="0" dirty="0">
                <a:solidFill>
                  <a:srgbClr val="FFFFFF"/>
                </a:solidFill>
                <a:latin typeface="+mj-lt"/>
              </a:rPr>
              <a:t>at our beloved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Stay connected with us</a:t>
            </a: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086005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NL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2DF4C-7B5C-4E99-B352-CA672D995416}"/>
              </a:ext>
            </a:extLst>
          </p:cNvPr>
          <p:cNvSpPr txBox="1"/>
          <p:nvPr userDrawn="1"/>
        </p:nvSpPr>
        <p:spPr>
          <a:xfrm>
            <a:off x="7465326" y="1330659"/>
            <a:ext cx="3907523" cy="235449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Bedankt voor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uw aandacht!</a:t>
            </a:r>
          </a:p>
          <a:p>
            <a:pPr algn="l">
              <a:lnSpc>
                <a:spcPct val="90000"/>
              </a:lnSpc>
            </a:pP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Graag tot ziens op </a:t>
            </a:r>
            <a:b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</a:br>
            <a:r>
              <a:rPr lang="nl-NL" sz="3400" b="0" i="0" u="none" strike="noStrike" baseline="0" dirty="0">
                <a:solidFill>
                  <a:srgbClr val="FFFFFF"/>
                </a:solidFill>
                <a:latin typeface="+mj-lt"/>
              </a:rPr>
              <a:t>onze mooie campus.</a:t>
            </a:r>
            <a:endParaRPr lang="en-GB" sz="3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n-lt"/>
              </a:rPr>
              <a:t>Laten we contact </a:t>
            </a:r>
            <a:r>
              <a:rPr lang="en-GB" sz="2000" b="0" i="0" u="none" strike="noStrike" baseline="0" dirty="0" err="1">
                <a:solidFill>
                  <a:srgbClr val="FFFFFF"/>
                </a:solidFill>
                <a:latin typeface="+mn-lt"/>
              </a:rPr>
              <a:t>houden</a:t>
            </a:r>
            <a:endParaRPr lang="en-GB" sz="2000" b="0" i="0" u="none" strike="noStrike" baseline="0" dirty="0">
              <a:solidFill>
                <a:srgbClr val="FFFFFF"/>
              </a:solidFill>
              <a:latin typeface="+mn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125752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anco">
    <p:bg>
      <p:bgPr>
        <a:solidFill>
          <a:srgbClr val="913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956AE8F-D215-4A88-9DA7-107DC9C6D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089" y="6257164"/>
            <a:ext cx="2413819" cy="39403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9C20DAC-F480-40AF-BD7E-09A2B543C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solidFill>
            <a:schemeClr val="bg1">
              <a:lumMod val="95000"/>
            </a:schemeClr>
          </a:solidFill>
        </p:spPr>
        <p:txBody>
          <a:bodyPr lIns="72000" tIns="72000" rIns="72000" bIns="900000" anchor="ctr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12916-DB5E-47FA-8DE8-4206880172B4}"/>
              </a:ext>
            </a:extLst>
          </p:cNvPr>
          <p:cNvSpPr txBox="1"/>
          <p:nvPr userDrawn="1"/>
        </p:nvSpPr>
        <p:spPr>
          <a:xfrm>
            <a:off x="7465327" y="4376387"/>
            <a:ext cx="31248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endParaRPr lang="en-GB" sz="2000" b="0" i="0" u="none" strike="noStrike" baseline="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ct val="90000"/>
              </a:lnSpc>
            </a:pPr>
            <a:r>
              <a:rPr lang="en-GB" sz="2000" b="0" i="0" u="none" strike="noStrike" baseline="0" dirty="0">
                <a:solidFill>
                  <a:srgbClr val="FFFFFF"/>
                </a:solidFill>
                <a:latin typeface="+mj-lt"/>
              </a:rPr>
              <a:t>www.hotelschoolmaastricht.nl</a:t>
            </a:r>
            <a:endParaRPr lang="en-GB" sz="2000" dirty="0"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5A7257-7286-4CB2-AAD4-E751AA7082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0793" y="5074021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F3C3B-DF5B-409F-901F-677F3BE336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49" y="5074021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10CA40-52AA-42F5-9D40-8A40F0B9C71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5327" y="5076233"/>
            <a:ext cx="423361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2A48E7-B4AC-441B-9F01-3AA61F126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1" t="-21430" r="-21431" b="-21430"/>
          <a:stretch/>
        </p:blipFill>
        <p:spPr>
          <a:xfrm>
            <a:off x="8311971" y="5069858"/>
            <a:ext cx="360000" cy="360000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" name="Tijdelijke aanduiding Tekst 1">
            <a:extLst>
              <a:ext uri="{FF2B5EF4-FFF2-40B4-BE49-F238E27FC236}">
                <a16:creationId xmlns:a16="http://schemas.microsoft.com/office/drawing/2014/main" id="{096059D0-6078-4E6B-A4F5-73481C0CE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68686" y="1326086"/>
            <a:ext cx="3924946" cy="470898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4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message</a:t>
            </a:r>
            <a:endParaRPr lang="nl-NL" dirty="0"/>
          </a:p>
        </p:txBody>
      </p:sp>
      <p:sp>
        <p:nvSpPr>
          <p:cNvPr id="12" name="Tijdelijke aanduiding Tekst 2">
            <a:extLst>
              <a:ext uri="{FF2B5EF4-FFF2-40B4-BE49-F238E27FC236}">
                <a16:creationId xmlns:a16="http://schemas.microsoft.com/office/drawing/2014/main" id="{09AC7119-4737-481D-A01D-DDBB3C57CB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68686" y="4376387"/>
            <a:ext cx="3924946" cy="276999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nl-NL" dirty="0"/>
              <a:t>Contact </a:t>
            </a:r>
            <a:r>
              <a:rPr lang="nl-NL" dirty="0" err="1"/>
              <a:t>message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324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4716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E10C5-9D99-409A-A25A-807458ECBCC7}"/>
              </a:ext>
            </a:extLst>
          </p:cNvPr>
          <p:cNvSpPr/>
          <p:nvPr userDrawn="1"/>
        </p:nvSpPr>
        <p:spPr>
          <a:xfrm>
            <a:off x="-603250" y="1690688"/>
            <a:ext cx="504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8CA29-F882-4471-B854-5B2F343170A8}"/>
              </a:ext>
            </a:extLst>
          </p:cNvPr>
          <p:cNvSpPr/>
          <p:nvPr userDrawn="1"/>
        </p:nvSpPr>
        <p:spPr>
          <a:xfrm>
            <a:off x="-603250" y="2062626"/>
            <a:ext cx="504000" cy="28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F36AE-EE38-41EA-8FA3-31FAB4712B9E}"/>
              </a:ext>
            </a:extLst>
          </p:cNvPr>
          <p:cNvSpPr/>
          <p:nvPr userDrawn="1"/>
        </p:nvSpPr>
        <p:spPr>
          <a:xfrm>
            <a:off x="-603250" y="2433791"/>
            <a:ext cx="504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AE5BE-2313-4B86-9032-824B0009AC29}"/>
              </a:ext>
            </a:extLst>
          </p:cNvPr>
          <p:cNvSpPr/>
          <p:nvPr userDrawn="1"/>
        </p:nvSpPr>
        <p:spPr>
          <a:xfrm>
            <a:off x="-603250" y="2804956"/>
            <a:ext cx="504000" cy="28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58466-65E9-4BFA-947E-6EC2E94DAFA8}"/>
              </a:ext>
            </a:extLst>
          </p:cNvPr>
          <p:cNvSpPr/>
          <p:nvPr userDrawn="1"/>
        </p:nvSpPr>
        <p:spPr>
          <a:xfrm>
            <a:off x="-603250" y="3176121"/>
            <a:ext cx="504000" cy="28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2A55C-6642-4F08-AA94-4FAB9C6C4BAD}"/>
              </a:ext>
            </a:extLst>
          </p:cNvPr>
          <p:cNvSpPr/>
          <p:nvPr userDrawn="1"/>
        </p:nvSpPr>
        <p:spPr>
          <a:xfrm>
            <a:off x="-603250" y="3547286"/>
            <a:ext cx="504000" cy="2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57B148-4C87-4340-BAE8-C96CF45388D5}"/>
              </a:ext>
            </a:extLst>
          </p:cNvPr>
          <p:cNvSpPr/>
          <p:nvPr userDrawn="1"/>
        </p:nvSpPr>
        <p:spPr>
          <a:xfrm>
            <a:off x="-603250" y="3918451"/>
            <a:ext cx="504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750F59-7D00-4414-844B-C5177B1C6A3C}"/>
              </a:ext>
            </a:extLst>
          </p:cNvPr>
          <p:cNvSpPr/>
          <p:nvPr userDrawn="1"/>
        </p:nvSpPr>
        <p:spPr>
          <a:xfrm>
            <a:off x="-603250" y="4289616"/>
            <a:ext cx="504000" cy="28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814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64" r:id="rId7"/>
    <p:sldLayoutId id="2147483657" r:id="rId8"/>
    <p:sldLayoutId id="2147483658" r:id="rId9"/>
    <p:sldLayoutId id="2147483659" r:id="rId10"/>
    <p:sldLayoutId id="2147483685" r:id="rId11"/>
    <p:sldLayoutId id="2147483660" r:id="rId12"/>
    <p:sldLayoutId id="2147483686" r:id="rId13"/>
    <p:sldLayoutId id="2147483661" r:id="rId14"/>
    <p:sldLayoutId id="214748368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E10C5-9D99-409A-A25A-807458ECBCC7}"/>
              </a:ext>
            </a:extLst>
          </p:cNvPr>
          <p:cNvSpPr/>
          <p:nvPr userDrawn="1"/>
        </p:nvSpPr>
        <p:spPr>
          <a:xfrm>
            <a:off x="-603250" y="1690688"/>
            <a:ext cx="504000" cy="28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8CA29-F882-4471-B854-5B2F343170A8}"/>
              </a:ext>
            </a:extLst>
          </p:cNvPr>
          <p:cNvSpPr/>
          <p:nvPr userDrawn="1"/>
        </p:nvSpPr>
        <p:spPr>
          <a:xfrm>
            <a:off x="-603250" y="2062626"/>
            <a:ext cx="504000" cy="28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F36AE-EE38-41EA-8FA3-31FAB4712B9E}"/>
              </a:ext>
            </a:extLst>
          </p:cNvPr>
          <p:cNvSpPr/>
          <p:nvPr userDrawn="1"/>
        </p:nvSpPr>
        <p:spPr>
          <a:xfrm>
            <a:off x="-603250" y="2433791"/>
            <a:ext cx="504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AE5BE-2313-4B86-9032-824B0009AC29}"/>
              </a:ext>
            </a:extLst>
          </p:cNvPr>
          <p:cNvSpPr/>
          <p:nvPr userDrawn="1"/>
        </p:nvSpPr>
        <p:spPr>
          <a:xfrm>
            <a:off x="-603250" y="2804956"/>
            <a:ext cx="504000" cy="28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58466-65E9-4BFA-947E-6EC2E94DAFA8}"/>
              </a:ext>
            </a:extLst>
          </p:cNvPr>
          <p:cNvSpPr/>
          <p:nvPr userDrawn="1"/>
        </p:nvSpPr>
        <p:spPr>
          <a:xfrm>
            <a:off x="-603250" y="3176121"/>
            <a:ext cx="504000" cy="28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2A55C-6642-4F08-AA94-4FAB9C6C4BAD}"/>
              </a:ext>
            </a:extLst>
          </p:cNvPr>
          <p:cNvSpPr/>
          <p:nvPr userDrawn="1"/>
        </p:nvSpPr>
        <p:spPr>
          <a:xfrm>
            <a:off x="-603250" y="3547286"/>
            <a:ext cx="504000" cy="2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57B148-4C87-4340-BAE8-C96CF45388D5}"/>
              </a:ext>
            </a:extLst>
          </p:cNvPr>
          <p:cNvSpPr/>
          <p:nvPr userDrawn="1"/>
        </p:nvSpPr>
        <p:spPr>
          <a:xfrm>
            <a:off x="-603250" y="3918451"/>
            <a:ext cx="504000" cy="2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750F59-7D00-4414-844B-C5177B1C6A3C}"/>
              </a:ext>
            </a:extLst>
          </p:cNvPr>
          <p:cNvSpPr/>
          <p:nvPr userDrawn="1"/>
        </p:nvSpPr>
        <p:spPr>
          <a:xfrm>
            <a:off x="-603250" y="4289616"/>
            <a:ext cx="504000" cy="28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2701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6269-7065-42CD-B1D8-90C11460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CA0C-E5E0-4EBE-9EE0-5DD8360C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6653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0000"/>
        </a:lnSpc>
        <a:spcBef>
          <a:spcPts val="1000"/>
        </a:spcBef>
        <a:buSzPct val="100000"/>
        <a:buFont typeface="Wingdings" panose="05000000000000000000" pitchFamily="2" charset="2"/>
        <a:buChar char="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0BEBF16-1AC0-4DF9-B399-1CBFD7D4E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Week 3 HRA2</a:t>
            </a:r>
            <a:endParaRPr lang="nl-BE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0B1887-07E4-4980-8DB4-95FA43B3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How to know what measurement level your variable is</a:t>
            </a:r>
            <a:endParaRPr lang="nl-BE" sz="2400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94A6E5E-B1F2-42B4-9966-EF73E26729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0" y="0"/>
            <a:ext cx="6858000" cy="6858000"/>
          </a:xfrm>
        </p:spPr>
      </p:pic>
    </p:spTree>
    <p:extLst>
      <p:ext uri="{BB962C8B-B14F-4D97-AF65-F5344CB8AC3E}">
        <p14:creationId xmlns:p14="http://schemas.microsoft.com/office/powerpoint/2010/main" val="2010161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F4BA73D-587F-463E-9FAB-D5E70C05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Don’t</a:t>
            </a:r>
            <a:r>
              <a:rPr lang="nl-NL" dirty="0"/>
              <a:t> do </a:t>
            </a:r>
            <a:r>
              <a:rPr lang="nl-NL" dirty="0" err="1"/>
              <a:t>this</a:t>
            </a:r>
            <a:r>
              <a:rPr lang="nl-NL" dirty="0"/>
              <a:t>!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EE9A82-5C48-490D-8623-E597DE5B6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70CAD9A-39DB-416D-899A-D133AD56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804877" cy="48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6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C320E8-98CA-4536-8660-77E39495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Or </a:t>
            </a:r>
            <a:r>
              <a:rPr lang="nl-NL" dirty="0" err="1"/>
              <a:t>this</a:t>
            </a:r>
            <a:r>
              <a:rPr lang="nl-NL" dirty="0"/>
              <a:t>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86C5AC5-B176-4BD4-A109-D0D61CCA8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6F968E3-4A8C-4EDA-897D-25F2597D3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28" y="1690688"/>
            <a:ext cx="8672327" cy="476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C7CC9D-B7F3-4FCD-8D2D-1C80E346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what</a:t>
            </a:r>
            <a:r>
              <a:rPr lang="nl-NL" dirty="0"/>
              <a:t> SPSS </a:t>
            </a:r>
            <a:r>
              <a:rPr lang="nl-NL" dirty="0" err="1"/>
              <a:t>tells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as well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188A46-DCE3-4C4B-8B65-5C5DC0B1A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4282F54-8635-4A3D-A902-6CB194E4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94" y="1825625"/>
            <a:ext cx="7007224" cy="427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8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59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538B3BEB-A4A7-4C9C-8214-FD7CA3255F1B}"/>
              </a:ext>
            </a:extLst>
          </p:cNvPr>
          <p:cNvSpPr/>
          <p:nvPr/>
        </p:nvSpPr>
        <p:spPr>
          <a:xfrm>
            <a:off x="2099544" y="1313472"/>
            <a:ext cx="3884949" cy="4816584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335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1174926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019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1174926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ABD5CF0-EB3E-44F1-B1D7-81CF3B4C9C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3465" y="2546980"/>
            <a:ext cx="7061045" cy="22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65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2415392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189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2415392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6FD5714-2891-4A0A-B3A6-900E8C0448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81" y="3791309"/>
            <a:ext cx="9436334" cy="2642903"/>
          </a:xfrm>
          <a:prstGeom prst="rect">
            <a:avLst/>
          </a:prstGeom>
        </p:spPr>
      </p:pic>
      <p:sp>
        <p:nvSpPr>
          <p:cNvPr id="27" name="Rechthoek 26">
            <a:extLst>
              <a:ext uri="{FF2B5EF4-FFF2-40B4-BE49-F238E27FC236}">
                <a16:creationId xmlns:a16="http://schemas.microsoft.com/office/drawing/2014/main" id="{2D0A0765-FC90-4DCA-A244-6C9D30EFD6A0}"/>
              </a:ext>
            </a:extLst>
          </p:cNvPr>
          <p:cNvSpPr/>
          <p:nvPr/>
        </p:nvSpPr>
        <p:spPr>
          <a:xfrm>
            <a:off x="7403870" y="4251601"/>
            <a:ext cx="2404007" cy="1713162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27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3910193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3913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5188970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8075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3529923-3D8C-482B-8EED-DB80C3FA9130}"/>
              </a:ext>
            </a:extLst>
          </p:cNvPr>
          <p:cNvSpPr/>
          <p:nvPr/>
        </p:nvSpPr>
        <p:spPr>
          <a:xfrm>
            <a:off x="6062786" y="5188970"/>
            <a:ext cx="4108198" cy="130390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009B3ECA-6064-46BE-BAA9-A0750DE4D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472" y="2840723"/>
            <a:ext cx="5168582" cy="310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8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347"/>
          </a:xfrm>
        </p:spPr>
        <p:txBody>
          <a:bodyPr>
            <a:normAutofit/>
          </a:bodyPr>
          <a:lstStyle/>
          <a:p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What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measurement</a:t>
            </a:r>
            <a:r>
              <a:rPr lang="nl-NL" sz="4000" dirty="0">
                <a:latin typeface="Verdana" panose="020B0604030504040204" pitchFamily="34" charset="0"/>
                <a:ea typeface="Verdana" panose="020B0604030504040204" pitchFamily="34" charset="0"/>
              </a:rPr>
              <a:t> level?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344675C-40CA-49F2-9269-7246A082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756" y="3503359"/>
            <a:ext cx="1694776" cy="442384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endParaRPr lang="nl-NL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85969B-BE3B-4568-8851-99AEFFB257D7}"/>
              </a:ext>
            </a:extLst>
          </p:cNvPr>
          <p:cNvSpPr txBox="1">
            <a:spLocks/>
          </p:cNvSpPr>
          <p:nvPr/>
        </p:nvSpPr>
        <p:spPr>
          <a:xfrm>
            <a:off x="2436933" y="4323544"/>
            <a:ext cx="3283668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Continuous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Figures; continuous spectrum on which to place cases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EE35095-1700-4AF6-BD06-38AE945748EF}"/>
              </a:ext>
            </a:extLst>
          </p:cNvPr>
          <p:cNvSpPr txBox="1">
            <a:spLocks/>
          </p:cNvSpPr>
          <p:nvPr/>
        </p:nvSpPr>
        <p:spPr>
          <a:xfrm>
            <a:off x="2432843" y="1638234"/>
            <a:ext cx="3262454" cy="144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Categorical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Labels; bins; distinct categories; making groups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416094-D126-455B-AD14-09C06F1B819D}"/>
              </a:ext>
            </a:extLst>
          </p:cNvPr>
          <p:cNvSpPr txBox="1">
            <a:spLocks/>
          </p:cNvSpPr>
          <p:nvPr/>
        </p:nvSpPr>
        <p:spPr>
          <a:xfrm>
            <a:off x="6203418" y="2515877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Ordinal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order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&gt;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&lt; 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850A3C4-7724-4127-9AC0-60D9877A1466}"/>
              </a:ext>
            </a:extLst>
          </p:cNvPr>
          <p:cNvSpPr txBox="1">
            <a:spLocks/>
          </p:cNvSpPr>
          <p:nvPr/>
        </p:nvSpPr>
        <p:spPr>
          <a:xfrm>
            <a:off x="6203418" y="1301164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Nominal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are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equal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=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≠)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D6FACED7-35B9-452E-862C-79CEE211A002}"/>
              </a:ext>
            </a:extLst>
          </p:cNvPr>
          <p:cNvSpPr txBox="1">
            <a:spLocks/>
          </p:cNvSpPr>
          <p:nvPr/>
        </p:nvSpPr>
        <p:spPr>
          <a:xfrm>
            <a:off x="6207508" y="5276498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Ratio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There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is 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absolute 0-point</a:t>
            </a:r>
            <a:b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(*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/)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B96FB887-3848-4FBF-AE2E-9EEE94682E8A}"/>
              </a:ext>
            </a:extLst>
          </p:cNvPr>
          <p:cNvSpPr txBox="1">
            <a:spLocks/>
          </p:cNvSpPr>
          <p:nvPr/>
        </p:nvSpPr>
        <p:spPr>
          <a:xfrm>
            <a:off x="6207508" y="4061785"/>
            <a:ext cx="3826934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88000" indent="-2880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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Verdana" panose="020B0604030504040204" pitchFamily="34" charset="0"/>
              <a:buChar char="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Interval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Categories have the same distance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 + </a:t>
            </a:r>
            <a:r>
              <a:rPr kumimoji="0" lang="nl-NL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and</a:t>
            </a:r>
            <a:r>
              <a:rPr kumimoji="0" lang="nl-N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-)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28" name="Picture 4" descr="Change Icon Color #290131 - Free Icons Library">
            <a:extLst>
              <a:ext uri="{FF2B5EF4-FFF2-40B4-BE49-F238E27FC236}">
                <a16:creationId xmlns:a16="http://schemas.microsoft.com/office/drawing/2014/main" id="{01D8E75C-17B6-4DBE-A1B1-12EC6B2F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93" y="1333693"/>
            <a:ext cx="1014941" cy="10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rmometer temperature icon black isolated Vector Image">
            <a:extLst>
              <a:ext uri="{FF2B5EF4-FFF2-40B4-BE49-F238E27FC236}">
                <a16:creationId xmlns:a16="http://schemas.microsoft.com/office/drawing/2014/main" id="{F5F277F3-862E-4C4B-8B84-3CE7FE5B3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0424542" y="4078266"/>
            <a:ext cx="814916" cy="106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ight Icon - Download in Line Style">
            <a:extLst>
              <a:ext uri="{FF2B5EF4-FFF2-40B4-BE49-F238E27FC236}">
                <a16:creationId xmlns:a16="http://schemas.microsoft.com/office/drawing/2014/main" id="{03473D19-BA4C-47C4-829E-CCD0E72B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934" y="5452431"/>
            <a:ext cx="728133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499DD7C9-EF5C-434C-92FA-367A1DE037C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5695297" y="1751164"/>
            <a:ext cx="508121" cy="607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95A05AC-EEA5-4BBE-A409-8E6691ADC3C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695297" y="2358234"/>
            <a:ext cx="508121" cy="607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ABE14C4-7B24-47B2-A91A-A59354A6F4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720601" y="4511785"/>
            <a:ext cx="486907" cy="5317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A8BC83B4-3532-4149-B58A-106891EE32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720601" y="5043544"/>
            <a:ext cx="486907" cy="68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3981C268-868F-4AEE-A5A7-6628089DB27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835532" y="2358234"/>
            <a:ext cx="597311" cy="136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D054F74C-943F-44A2-B9A4-5E51C48B91B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5532" y="3724551"/>
            <a:ext cx="601401" cy="13189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38" name="Picture 14" descr="Customer review icon line. Feedback. Star in the hands. (1008828) | Icons |  Design Bundles">
            <a:extLst>
              <a:ext uri="{FF2B5EF4-FFF2-40B4-BE49-F238E27FC236}">
                <a16:creationId xmlns:a16="http://schemas.microsoft.com/office/drawing/2014/main" id="{70603E3F-1F03-4517-B425-EEE71870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987" y="2415392"/>
            <a:ext cx="1631951" cy="10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/>
          <p:cNvSpPr txBox="1"/>
          <p:nvPr/>
        </p:nvSpPr>
        <p:spPr>
          <a:xfrm>
            <a:off x="4858856" y="1655324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Abc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F1948423-37DE-4F93-BF90-18237265DB81}"/>
              </a:ext>
            </a:extLst>
          </p:cNvPr>
          <p:cNvSpPr txBox="1">
            <a:spLocks/>
          </p:cNvSpPr>
          <p:nvPr/>
        </p:nvSpPr>
        <p:spPr>
          <a:xfrm>
            <a:off x="2436933" y="6246033"/>
            <a:ext cx="3338946" cy="58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*See </a:t>
            </a:r>
            <a:r>
              <a:rPr kumimoji="0" lang="nl-NL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also</a:t>
            </a:r>
            <a: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Verhoeven N. (2019),</a:t>
            </a:r>
            <a:br>
              <a:rPr kumimoji="0" lang="nl-N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kumimoji="0" lang="nl-NL" sz="1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Doing</a:t>
            </a:r>
            <a:r>
              <a:rPr kumimoji="0" lang="nl-NL" sz="1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research, pp. 244 – 250</a:t>
            </a:r>
            <a:r>
              <a:rPr kumimoji="0" lang="nl-N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.</a:t>
            </a:r>
            <a:endParaRPr kumimoji="0" lang="nl-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2946" y="4278831"/>
            <a:ext cx="89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123</a:t>
            </a:r>
            <a:endParaRPr kumimoji="0" lang="nl-NL" sz="2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35983"/>
      </p:ext>
    </p:extLst>
  </p:cSld>
  <p:clrMapOvr>
    <a:masterClrMapping/>
  </p:clrMapOvr>
</p:sld>
</file>

<file path=ppt/theme/theme1.xml><?xml version="1.0" encoding="utf-8"?>
<a:theme xmlns:a="http://schemas.openxmlformats.org/drawingml/2006/main" name="Zuyd - HMSM Master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27F3DAC5-B41B-4793-8B1A-93E21B1EDB99}"/>
    </a:ext>
  </a:extLst>
</a:theme>
</file>

<file path=ppt/theme/theme2.xml><?xml version="1.0" encoding="utf-8"?>
<a:theme xmlns:a="http://schemas.openxmlformats.org/drawingml/2006/main" name="Zuyd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F9463F29-C729-4749-ADD9-E48EEF98922D}"/>
    </a:ext>
  </a:extLst>
</a:theme>
</file>

<file path=ppt/theme/theme3.xml><?xml version="1.0" encoding="utf-8"?>
<a:theme xmlns:a="http://schemas.openxmlformats.org/drawingml/2006/main" name="Zuyd - Inhoud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D7BC870A-B92C-4990-8EB0-3F9587A44D1F}"/>
    </a:ext>
  </a:extLst>
</a:theme>
</file>

<file path=ppt/theme/theme4.xml><?xml version="1.0" encoding="utf-8"?>
<a:theme xmlns:a="http://schemas.openxmlformats.org/drawingml/2006/main" name="1_Zuyd - HMSM Master">
  <a:themeElements>
    <a:clrScheme name="Zuyd">
      <a:dk1>
        <a:sysClr val="windowText" lastClr="000000"/>
      </a:dk1>
      <a:lt1>
        <a:sysClr val="window" lastClr="FFFFFF"/>
      </a:lt1>
      <a:dk2>
        <a:srgbClr val="626075"/>
      </a:dk2>
      <a:lt2>
        <a:srgbClr val="ADBD74"/>
      </a:lt2>
      <a:accent1>
        <a:srgbClr val="E0696A"/>
      </a:accent1>
      <a:accent2>
        <a:srgbClr val="83C8B6"/>
      </a:accent2>
      <a:accent3>
        <a:srgbClr val="599089"/>
      </a:accent3>
      <a:accent4>
        <a:srgbClr val="D6AD51"/>
      </a:accent4>
      <a:accent5>
        <a:srgbClr val="48A7B4"/>
      </a:accent5>
      <a:accent6>
        <a:srgbClr val="5E7578"/>
      </a:accent6>
      <a:hlink>
        <a:srgbClr val="0563C1"/>
      </a:hlink>
      <a:folHlink>
        <a:srgbClr val="954F72"/>
      </a:folHlink>
    </a:clrScheme>
    <a:fontScheme name="Zuy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yd - HMSM LR 150" id="{F93E5391-01B6-4B93-908B-680F629B564E}" vid="{27F3DAC5-B41B-4793-8B1A-93E21B1EDB99}"/>
    </a:ext>
  </a:extLst>
</a:theme>
</file>

<file path=ppt/theme/theme5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98A512-40DB-4B94-BD67-37CC4256CD87}"/>
</file>

<file path=customXml/itemProps2.xml><?xml version="1.0" encoding="utf-8"?>
<ds:datastoreItem xmlns:ds="http://schemas.openxmlformats.org/officeDocument/2006/customXml" ds:itemID="{FBF87415-DC0D-4DAF-A245-A0D1B387FE30}">
  <ds:schemaRefs>
    <ds:schemaRef ds:uri="http://schemas.microsoft.com/office/2006/metadata/properties"/>
    <ds:schemaRef ds:uri="http://schemas.microsoft.com/office/2006/documentManagement/types"/>
    <ds:schemaRef ds:uri="6f61bca9-b789-4ab3-b492-901808291c8c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98ACFDF-608B-4E1B-9ED0-2FE351C575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zuyd---hmsm-lr-150</Template>
  <TotalTime>3725</TotalTime>
  <Words>939</Words>
  <Application>Microsoft Office PowerPoint</Application>
  <PresentationFormat>Breedbeeld</PresentationFormat>
  <Paragraphs>175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4</vt:i4>
      </vt:variant>
      <vt:variant>
        <vt:lpstr>Diatitels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Verdana</vt:lpstr>
      <vt:lpstr>Wingdings</vt:lpstr>
      <vt:lpstr>Zuyd - HMSM Master</vt:lpstr>
      <vt:lpstr>Zuyd</vt:lpstr>
      <vt:lpstr>Zuyd - Inhoud</vt:lpstr>
      <vt:lpstr>1_Zuyd - HMSM Master</vt:lpstr>
      <vt:lpstr>How to know what measurement level your variable is</vt:lpstr>
      <vt:lpstr>Don’t do this!</vt:lpstr>
      <vt:lpstr>Or this!</vt:lpstr>
      <vt:lpstr>This is what SPSS tells you to do as well</vt:lpstr>
      <vt:lpstr>What measurement level?</vt:lpstr>
      <vt:lpstr>What measurement level?</vt:lpstr>
      <vt:lpstr>What measurement level?</vt:lpstr>
      <vt:lpstr>What measurement level?</vt:lpstr>
      <vt:lpstr>What measurement level?</vt:lpstr>
      <vt:lpstr>What measurement level?</vt:lpstr>
      <vt:lpstr>What measurement level?</vt:lpstr>
      <vt:lpstr>What measurement level?</vt:lpstr>
      <vt:lpstr>What measurement level?</vt:lpstr>
      <vt:lpstr>What measurement level?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GEI meeting 7</dc:title>
  <dc:subject/>
  <dc:creator>kierty verbooy</dc:creator>
  <cp:keywords/>
  <dc:description/>
  <cp:lastModifiedBy>Verbooy, K (Kaya)</cp:lastModifiedBy>
  <cp:revision>195</cp:revision>
  <dcterms:created xsi:type="dcterms:W3CDTF">2021-11-02T06:58:01Z</dcterms:created>
  <dcterms:modified xsi:type="dcterms:W3CDTF">2022-02-11T15:26:39Z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  <property fmtid="{D5CDD505-2E9C-101B-9397-08002B2CF9AE}" pid="3" name="MediaServiceImageTags">
    <vt:lpwstr/>
  </property>
</Properties>
</file>