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sldIdLst>
    <p:sldId id="278" r:id="rId5"/>
    <p:sldId id="279" r:id="rId6"/>
    <p:sldId id="293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91" r:id="rId17"/>
    <p:sldId id="292" r:id="rId18"/>
    <p:sldId id="289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FFFFF"/>
    <a:srgbClr val="F8F8F8"/>
    <a:srgbClr val="FDFBF6"/>
    <a:srgbClr val="AAC4E9"/>
    <a:srgbClr val="F5CDCE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01C63-1663-44F5-8FC9-68A58BA6BD77}" v="2" dt="2024-03-04T09:15:30.346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65" d="100"/>
          <a:sy n="65" d="100"/>
        </p:scale>
        <p:origin x="720" y="78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ill, TA (Tori)" userId="f2a0729f-78d3-40b0-b388-826b4c078191" providerId="ADAL" clId="{14EA9CF9-1446-4413-B2B5-BE4FF4B1E0C0}"/>
    <pc:docChg chg="modSld">
      <pc:chgData name="Langill, TA (Tori)" userId="f2a0729f-78d3-40b0-b388-826b4c078191" providerId="ADAL" clId="{14EA9CF9-1446-4413-B2B5-BE4FF4B1E0C0}" dt="2023-09-26T07:13:12.462" v="53" actId="20577"/>
      <pc:docMkLst>
        <pc:docMk/>
      </pc:docMkLst>
      <pc:sldChg chg="modSp mod">
        <pc:chgData name="Langill, TA (Tori)" userId="f2a0729f-78d3-40b0-b388-826b4c078191" providerId="ADAL" clId="{14EA9CF9-1446-4413-B2B5-BE4FF4B1E0C0}" dt="2023-09-26T07:13:12.462" v="53" actId="20577"/>
        <pc:sldMkLst>
          <pc:docMk/>
          <pc:sldMk cId="2131568492" sldId="278"/>
        </pc:sldMkLst>
        <pc:spChg chg="mod">
          <ac:chgData name="Langill, TA (Tori)" userId="f2a0729f-78d3-40b0-b388-826b4c078191" providerId="ADAL" clId="{14EA9CF9-1446-4413-B2B5-BE4FF4B1E0C0}" dt="2023-09-26T07:13:12.462" v="53" actId="20577"/>
          <ac:spMkLst>
            <pc:docMk/>
            <pc:sldMk cId="2131568492" sldId="278"/>
            <ac:spMk id="3" creationId="{86C1060B-300F-3CE3-E5AA-D8E29791C960}"/>
          </ac:spMkLst>
        </pc:spChg>
      </pc:sldChg>
      <pc:sldChg chg="modAnim">
        <pc:chgData name="Langill, TA (Tori)" userId="f2a0729f-78d3-40b0-b388-826b4c078191" providerId="ADAL" clId="{14EA9CF9-1446-4413-B2B5-BE4FF4B1E0C0}" dt="2023-09-21T09:18:38.683" v="26"/>
        <pc:sldMkLst>
          <pc:docMk/>
          <pc:sldMk cId="964014314" sldId="279"/>
        </pc:sldMkLst>
      </pc:sldChg>
      <pc:sldChg chg="modSp">
        <pc:chgData name="Langill, TA (Tori)" userId="f2a0729f-78d3-40b0-b388-826b4c078191" providerId="ADAL" clId="{14EA9CF9-1446-4413-B2B5-BE4FF4B1E0C0}" dt="2023-09-21T11:08:34.469" v="50"/>
        <pc:sldMkLst>
          <pc:docMk/>
          <pc:sldMk cId="645889844" sldId="281"/>
        </pc:sldMkLst>
        <pc:graphicFrameChg chg="mod">
          <ac:chgData name="Langill, TA (Tori)" userId="f2a0729f-78d3-40b0-b388-826b4c078191" providerId="ADAL" clId="{14EA9CF9-1446-4413-B2B5-BE4FF4B1E0C0}" dt="2023-09-21T11:08:34.469" v="50"/>
          <ac:graphicFrameMkLst>
            <pc:docMk/>
            <pc:sldMk cId="645889844" sldId="281"/>
            <ac:graphicFrameMk id="10" creationId="{9FD8C538-22CD-9B89-A1E0-36ED4A9A702B}"/>
          </ac:graphicFrameMkLst>
        </pc:graphicFrameChg>
      </pc:sldChg>
      <pc:sldChg chg="modAnim">
        <pc:chgData name="Langill, TA (Tori)" userId="f2a0729f-78d3-40b0-b388-826b4c078191" providerId="ADAL" clId="{14EA9CF9-1446-4413-B2B5-BE4FF4B1E0C0}" dt="2023-09-18T09:10:39.720" v="1"/>
        <pc:sldMkLst>
          <pc:docMk/>
          <pc:sldMk cId="2259462733" sldId="282"/>
        </pc:sldMkLst>
      </pc:sldChg>
      <pc:sldChg chg="modSp mod">
        <pc:chgData name="Langill, TA (Tori)" userId="f2a0729f-78d3-40b0-b388-826b4c078191" providerId="ADAL" clId="{14EA9CF9-1446-4413-B2B5-BE4FF4B1E0C0}" dt="2023-09-18T09:11:47.701" v="12" actId="20577"/>
        <pc:sldMkLst>
          <pc:docMk/>
          <pc:sldMk cId="767881717" sldId="288"/>
        </pc:sldMkLst>
        <pc:spChg chg="mod">
          <ac:chgData name="Langill, TA (Tori)" userId="f2a0729f-78d3-40b0-b388-826b4c078191" providerId="ADAL" clId="{14EA9CF9-1446-4413-B2B5-BE4FF4B1E0C0}" dt="2023-09-18T09:11:47.701" v="12" actId="20577"/>
          <ac:spMkLst>
            <pc:docMk/>
            <pc:sldMk cId="767881717" sldId="288"/>
            <ac:spMk id="7" creationId="{A5A808BE-1133-3312-A7C6-097D64B97CA5}"/>
          </ac:spMkLst>
        </pc:spChg>
      </pc:sldChg>
      <pc:sldChg chg="modSp">
        <pc:chgData name="Langill, TA (Tori)" userId="f2a0729f-78d3-40b0-b388-826b4c078191" providerId="ADAL" clId="{14EA9CF9-1446-4413-B2B5-BE4FF4B1E0C0}" dt="2023-09-21T09:19:34.338" v="46" actId="20577"/>
        <pc:sldMkLst>
          <pc:docMk/>
          <pc:sldMk cId="729427081" sldId="291"/>
        </pc:sldMkLst>
        <pc:spChg chg="mod">
          <ac:chgData name="Langill, TA (Tori)" userId="f2a0729f-78d3-40b0-b388-826b4c078191" providerId="ADAL" clId="{14EA9CF9-1446-4413-B2B5-BE4FF4B1E0C0}" dt="2023-09-21T09:19:34.338" v="46" actId="20577"/>
          <ac:spMkLst>
            <pc:docMk/>
            <pc:sldMk cId="729427081" sldId="291"/>
            <ac:spMk id="3" creationId="{6DEDD187-1642-F985-A60A-F1A3B0FC01C9}"/>
          </ac:spMkLst>
        </pc:spChg>
      </pc:sldChg>
    </pc:docChg>
  </pc:docChgLst>
  <pc:docChgLst>
    <pc:chgData name="Langill, TA (Tori)" userId="f2a0729f-78d3-40b0-b388-826b4c078191" providerId="ADAL" clId="{FB11287D-550A-417D-B26A-FC7ECB1890CE}"/>
    <pc:docChg chg="modSld">
      <pc:chgData name="Langill, TA (Tori)" userId="f2a0729f-78d3-40b0-b388-826b4c078191" providerId="ADAL" clId="{FB11287D-550A-417D-B26A-FC7ECB1890CE}" dt="2023-09-04T10:29:27.507" v="62" actId="20577"/>
      <pc:docMkLst>
        <pc:docMk/>
      </pc:docMkLst>
      <pc:sldChg chg="modSp mod">
        <pc:chgData name="Langill, TA (Tori)" userId="f2a0729f-78d3-40b0-b388-826b4c078191" providerId="ADAL" clId="{FB11287D-550A-417D-B26A-FC7ECB1890CE}" dt="2023-09-04T10:29:27.507" v="62" actId="20577"/>
        <pc:sldMkLst>
          <pc:docMk/>
          <pc:sldMk cId="2131568492" sldId="278"/>
        </pc:sldMkLst>
        <pc:spChg chg="mod">
          <ac:chgData name="Langill, TA (Tori)" userId="f2a0729f-78d3-40b0-b388-826b4c078191" providerId="ADAL" clId="{FB11287D-550A-417D-B26A-FC7ECB1890CE}" dt="2023-09-04T10:29:27.507" v="62" actId="20577"/>
          <ac:spMkLst>
            <pc:docMk/>
            <pc:sldMk cId="2131568492" sldId="278"/>
            <ac:spMk id="3" creationId="{86C1060B-300F-3CE3-E5AA-D8E29791C960}"/>
          </ac:spMkLst>
        </pc:spChg>
      </pc:sldChg>
    </pc:docChg>
  </pc:docChgLst>
  <pc:docChgLst>
    <pc:chgData name="Langill, TA (Tori)" userId="f2a0729f-78d3-40b0-b388-826b4c078191" providerId="ADAL" clId="{68C01C63-1663-44F5-8FC9-68A58BA6BD77}"/>
    <pc:docChg chg="delSld modSld">
      <pc:chgData name="Langill, TA (Tori)" userId="f2a0729f-78d3-40b0-b388-826b4c078191" providerId="ADAL" clId="{68C01C63-1663-44F5-8FC9-68A58BA6BD77}" dt="2024-03-04T09:56:37.290" v="2" actId="2696"/>
      <pc:docMkLst>
        <pc:docMk/>
      </pc:docMkLst>
      <pc:sldChg chg="del">
        <pc:chgData name="Langill, TA (Tori)" userId="f2a0729f-78d3-40b0-b388-826b4c078191" providerId="ADAL" clId="{68C01C63-1663-44F5-8FC9-68A58BA6BD77}" dt="2024-03-04T09:56:37.290" v="2" actId="2696"/>
        <pc:sldMkLst>
          <pc:docMk/>
          <pc:sldMk cId="1075152992" sldId="280"/>
        </pc:sldMkLst>
      </pc:sldChg>
      <pc:sldChg chg="modSp">
        <pc:chgData name="Langill, TA (Tori)" userId="f2a0729f-78d3-40b0-b388-826b4c078191" providerId="ADAL" clId="{68C01C63-1663-44F5-8FC9-68A58BA6BD77}" dt="2024-03-04T09:15:30.346" v="1"/>
        <pc:sldMkLst>
          <pc:docMk/>
          <pc:sldMk cId="645889844" sldId="281"/>
        </pc:sldMkLst>
        <pc:graphicFrameChg chg="mod">
          <ac:chgData name="Langill, TA (Tori)" userId="f2a0729f-78d3-40b0-b388-826b4c078191" providerId="ADAL" clId="{68C01C63-1663-44F5-8FC9-68A58BA6BD77}" dt="2024-03-04T09:15:30.346" v="1"/>
          <ac:graphicFrameMkLst>
            <pc:docMk/>
            <pc:sldMk cId="645889844" sldId="281"/>
            <ac:graphicFrameMk id="10" creationId="{9FD8C538-22CD-9B89-A1E0-36ED4A9A702B}"/>
          </ac:graphicFrameMkLst>
        </pc:graphicFrameChg>
      </pc:sldChg>
    </pc:docChg>
  </pc:docChgLst>
  <pc:docChgLst>
    <pc:chgData name="Langill, TA (Tori)" userId="f2a0729f-78d3-40b0-b388-826b4c078191" providerId="ADAL" clId="{023D38C2-8905-4FB6-9384-53A7AB8BA087}"/>
    <pc:docChg chg="custSel addSld modSld">
      <pc:chgData name="Langill, TA (Tori)" userId="f2a0729f-78d3-40b0-b388-826b4c078191" providerId="ADAL" clId="{023D38C2-8905-4FB6-9384-53A7AB8BA087}" dt="2023-09-07T07:08:46.439" v="252" actId="403"/>
      <pc:docMkLst>
        <pc:docMk/>
      </pc:docMkLst>
      <pc:sldChg chg="mod modAnim modShow">
        <pc:chgData name="Langill, TA (Tori)" userId="f2a0729f-78d3-40b0-b388-826b4c078191" providerId="ADAL" clId="{023D38C2-8905-4FB6-9384-53A7AB8BA087}" dt="2023-09-07T07:08:28.746" v="248" actId="729"/>
        <pc:sldMkLst>
          <pc:docMk/>
          <pc:sldMk cId="1075152992" sldId="280"/>
        </pc:sldMkLst>
      </pc:sldChg>
      <pc:sldChg chg="addSp delSp modSp mod">
        <pc:chgData name="Langill, TA (Tori)" userId="f2a0729f-78d3-40b0-b388-826b4c078191" providerId="ADAL" clId="{023D38C2-8905-4FB6-9384-53A7AB8BA087}" dt="2023-09-07T07:08:15.138" v="247" actId="14826"/>
        <pc:sldMkLst>
          <pc:docMk/>
          <pc:sldMk cId="1924287653" sldId="283"/>
        </pc:sldMkLst>
        <pc:picChg chg="add del mod">
          <ac:chgData name="Langill, TA (Tori)" userId="f2a0729f-78d3-40b0-b388-826b4c078191" providerId="ADAL" clId="{023D38C2-8905-4FB6-9384-53A7AB8BA087}" dt="2023-09-07T07:05:31.691" v="223" actId="21"/>
          <ac:picMkLst>
            <pc:docMk/>
            <pc:sldMk cId="1924287653" sldId="283"/>
            <ac:picMk id="2" creationId="{F9E35826-88B7-531E-6CD5-7E19C68A2D28}"/>
          </ac:picMkLst>
        </pc:picChg>
        <pc:picChg chg="add mod">
          <ac:chgData name="Langill, TA (Tori)" userId="f2a0729f-78d3-40b0-b388-826b4c078191" providerId="ADAL" clId="{023D38C2-8905-4FB6-9384-53A7AB8BA087}" dt="2023-09-07T07:05:40.117" v="226" actId="1076"/>
          <ac:picMkLst>
            <pc:docMk/>
            <pc:sldMk cId="1924287653" sldId="283"/>
            <ac:picMk id="4" creationId="{048F3AC8-1899-1DA6-5726-AE92ACB83660}"/>
          </ac:picMkLst>
        </pc:picChg>
        <pc:picChg chg="add mod">
          <ac:chgData name="Langill, TA (Tori)" userId="f2a0729f-78d3-40b0-b388-826b4c078191" providerId="ADAL" clId="{023D38C2-8905-4FB6-9384-53A7AB8BA087}" dt="2023-09-07T07:05:52.320" v="229" actId="1076"/>
          <ac:picMkLst>
            <pc:docMk/>
            <pc:sldMk cId="1924287653" sldId="283"/>
            <ac:picMk id="7" creationId="{874684E2-7B64-BA38-86AE-3200E5A4F65F}"/>
          </ac:picMkLst>
        </pc:picChg>
        <pc:picChg chg="mod">
          <ac:chgData name="Langill, TA (Tori)" userId="f2a0729f-78d3-40b0-b388-826b4c078191" providerId="ADAL" clId="{023D38C2-8905-4FB6-9384-53A7AB8BA087}" dt="2023-09-07T07:05:22.584" v="221" actId="14826"/>
          <ac:picMkLst>
            <pc:docMk/>
            <pc:sldMk cId="1924287653" sldId="283"/>
            <ac:picMk id="12" creationId="{05FF9857-C605-347C-1A23-5955A760E3F7}"/>
          </ac:picMkLst>
        </pc:picChg>
        <pc:picChg chg="mod">
          <ac:chgData name="Langill, TA (Tori)" userId="f2a0729f-78d3-40b0-b388-826b4c078191" providerId="ADAL" clId="{023D38C2-8905-4FB6-9384-53A7AB8BA087}" dt="2023-09-07T07:05:07.766" v="220" actId="14826"/>
          <ac:picMkLst>
            <pc:docMk/>
            <pc:sldMk cId="1924287653" sldId="283"/>
            <ac:picMk id="13" creationId="{5018726F-01A5-D3B4-084D-6AF022972D40}"/>
          </ac:picMkLst>
        </pc:picChg>
        <pc:picChg chg="mod">
          <ac:chgData name="Langill, TA (Tori)" userId="f2a0729f-78d3-40b0-b388-826b4c078191" providerId="ADAL" clId="{023D38C2-8905-4FB6-9384-53A7AB8BA087}" dt="2023-09-07T07:07:42.341" v="240" actId="14826"/>
          <ac:picMkLst>
            <pc:docMk/>
            <pc:sldMk cId="1924287653" sldId="283"/>
            <ac:picMk id="14" creationId="{2A371D3B-B581-F62E-B2E1-A5F7C86031CD}"/>
          </ac:picMkLst>
        </pc:picChg>
        <pc:picChg chg="mod">
          <ac:chgData name="Langill, TA (Tori)" userId="f2a0729f-78d3-40b0-b388-826b4c078191" providerId="ADAL" clId="{023D38C2-8905-4FB6-9384-53A7AB8BA087}" dt="2023-09-07T07:07:37.609" v="239" actId="14826"/>
          <ac:picMkLst>
            <pc:docMk/>
            <pc:sldMk cId="1924287653" sldId="283"/>
            <ac:picMk id="15" creationId="{CF8D1085-83D7-31A1-2933-4DA031EA9242}"/>
          </ac:picMkLst>
        </pc:picChg>
        <pc:picChg chg="mod">
          <ac:chgData name="Langill, TA (Tori)" userId="f2a0729f-78d3-40b0-b388-826b4c078191" providerId="ADAL" clId="{023D38C2-8905-4FB6-9384-53A7AB8BA087}" dt="2023-09-07T07:06:53.817" v="236" actId="14826"/>
          <ac:picMkLst>
            <pc:docMk/>
            <pc:sldMk cId="1924287653" sldId="283"/>
            <ac:picMk id="16" creationId="{2B4EF958-ACCD-8256-3F8D-129BB09AD2DC}"/>
          </ac:picMkLst>
        </pc:picChg>
        <pc:picChg chg="mod">
          <ac:chgData name="Langill, TA (Tori)" userId="f2a0729f-78d3-40b0-b388-826b4c078191" providerId="ADAL" clId="{023D38C2-8905-4FB6-9384-53A7AB8BA087}" dt="2023-09-07T07:07:18.879" v="237" actId="14826"/>
          <ac:picMkLst>
            <pc:docMk/>
            <pc:sldMk cId="1924287653" sldId="283"/>
            <ac:picMk id="17" creationId="{DB4C620F-8BEF-FD98-FBAC-276BEBB746FF}"/>
          </ac:picMkLst>
        </pc:picChg>
        <pc:picChg chg="del">
          <ac:chgData name="Langill, TA (Tori)" userId="f2a0729f-78d3-40b0-b388-826b4c078191" providerId="ADAL" clId="{023D38C2-8905-4FB6-9384-53A7AB8BA087}" dt="2023-09-07T07:05:36.025" v="225" actId="478"/>
          <ac:picMkLst>
            <pc:docMk/>
            <pc:sldMk cId="1924287653" sldId="283"/>
            <ac:picMk id="18" creationId="{C42912EE-72FD-57B4-EB9C-04D5B17A322B}"/>
          </ac:picMkLst>
        </pc:picChg>
        <pc:picChg chg="mod">
          <ac:chgData name="Langill, TA (Tori)" userId="f2a0729f-78d3-40b0-b388-826b4c078191" providerId="ADAL" clId="{023D38C2-8905-4FB6-9384-53A7AB8BA087}" dt="2023-09-07T07:06:28.584" v="233" actId="1076"/>
          <ac:picMkLst>
            <pc:docMk/>
            <pc:sldMk cId="1924287653" sldId="283"/>
            <ac:picMk id="19" creationId="{E5307C3A-19A6-34B6-198C-9C75B976CED2}"/>
          </ac:picMkLst>
        </pc:picChg>
        <pc:picChg chg="del">
          <ac:chgData name="Langill, TA (Tori)" userId="f2a0729f-78d3-40b0-b388-826b4c078191" providerId="ADAL" clId="{023D38C2-8905-4FB6-9384-53A7AB8BA087}" dt="2023-09-07T07:05:45.406" v="227" actId="478"/>
          <ac:picMkLst>
            <pc:docMk/>
            <pc:sldMk cId="1924287653" sldId="283"/>
            <ac:picMk id="20" creationId="{B95E4303-10D1-D65F-32AB-1A734F27106A}"/>
          </ac:picMkLst>
        </pc:picChg>
        <pc:picChg chg="mod">
          <ac:chgData name="Langill, TA (Tori)" userId="f2a0729f-78d3-40b0-b388-826b4c078191" providerId="ADAL" clId="{023D38C2-8905-4FB6-9384-53A7AB8BA087}" dt="2023-09-07T07:06:05.564" v="231" actId="14826"/>
          <ac:picMkLst>
            <pc:docMk/>
            <pc:sldMk cId="1924287653" sldId="283"/>
            <ac:picMk id="21" creationId="{C5A09F5C-D958-DE52-9554-B552C686EA54}"/>
          </ac:picMkLst>
        </pc:picChg>
        <pc:picChg chg="mod">
          <ac:chgData name="Langill, TA (Tori)" userId="f2a0729f-78d3-40b0-b388-826b4c078191" providerId="ADAL" clId="{023D38C2-8905-4FB6-9384-53A7AB8BA087}" dt="2023-09-07T07:07:32.073" v="238" actId="14826"/>
          <ac:picMkLst>
            <pc:docMk/>
            <pc:sldMk cId="1924287653" sldId="283"/>
            <ac:picMk id="22" creationId="{B51F5E81-B1B3-8B7B-DE6F-666FF61AC315}"/>
          </ac:picMkLst>
        </pc:picChg>
        <pc:picChg chg="mod">
          <ac:chgData name="Langill, TA (Tori)" userId="f2a0729f-78d3-40b0-b388-826b4c078191" providerId="ADAL" clId="{023D38C2-8905-4FB6-9384-53A7AB8BA087}" dt="2023-09-07T07:07:55.004" v="242" actId="14826"/>
          <ac:picMkLst>
            <pc:docMk/>
            <pc:sldMk cId="1924287653" sldId="283"/>
            <ac:picMk id="23" creationId="{F8D45032-9E44-1B11-8F21-1460541C7BEC}"/>
          </ac:picMkLst>
        </pc:picChg>
        <pc:picChg chg="mod">
          <ac:chgData name="Langill, TA (Tori)" userId="f2a0729f-78d3-40b0-b388-826b4c078191" providerId="ADAL" clId="{023D38C2-8905-4FB6-9384-53A7AB8BA087}" dt="2023-09-07T07:07:59.855" v="243" actId="14826"/>
          <ac:picMkLst>
            <pc:docMk/>
            <pc:sldMk cId="1924287653" sldId="283"/>
            <ac:picMk id="24" creationId="{21F6DE54-7348-379E-253B-FE68F68AB5FD}"/>
          </ac:picMkLst>
        </pc:picChg>
        <pc:picChg chg="mod">
          <ac:chgData name="Langill, TA (Tori)" userId="f2a0729f-78d3-40b0-b388-826b4c078191" providerId="ADAL" clId="{023D38C2-8905-4FB6-9384-53A7AB8BA087}" dt="2023-09-07T07:07:49.011" v="241" actId="14826"/>
          <ac:picMkLst>
            <pc:docMk/>
            <pc:sldMk cId="1924287653" sldId="283"/>
            <ac:picMk id="25" creationId="{166BD338-57E5-AF51-75A8-FFE7C981FE0E}"/>
          </ac:picMkLst>
        </pc:picChg>
        <pc:picChg chg="mod">
          <ac:chgData name="Langill, TA (Tori)" userId="f2a0729f-78d3-40b0-b388-826b4c078191" providerId="ADAL" clId="{023D38C2-8905-4FB6-9384-53A7AB8BA087}" dt="2023-09-07T07:08:10.208" v="246" actId="14826"/>
          <ac:picMkLst>
            <pc:docMk/>
            <pc:sldMk cId="1924287653" sldId="283"/>
            <ac:picMk id="26" creationId="{1659AA55-81B2-8389-340B-F3FBAAE2FE69}"/>
          </ac:picMkLst>
        </pc:picChg>
        <pc:picChg chg="mod">
          <ac:chgData name="Langill, TA (Tori)" userId="f2a0729f-78d3-40b0-b388-826b4c078191" providerId="ADAL" clId="{023D38C2-8905-4FB6-9384-53A7AB8BA087}" dt="2023-09-07T07:08:15.138" v="247" actId="14826"/>
          <ac:picMkLst>
            <pc:docMk/>
            <pc:sldMk cId="1924287653" sldId="283"/>
            <ac:picMk id="27" creationId="{02504FA9-08E2-FCA2-C503-3325122475FB}"/>
          </ac:picMkLst>
        </pc:picChg>
        <pc:picChg chg="mod">
          <ac:chgData name="Langill, TA (Tori)" userId="f2a0729f-78d3-40b0-b388-826b4c078191" providerId="ADAL" clId="{023D38C2-8905-4FB6-9384-53A7AB8BA087}" dt="2023-09-07T07:08:04.309" v="244" actId="14826"/>
          <ac:picMkLst>
            <pc:docMk/>
            <pc:sldMk cId="1924287653" sldId="283"/>
            <ac:picMk id="28" creationId="{BE10DA69-C31B-CF12-9E05-DEA684682F78}"/>
          </ac:picMkLst>
        </pc:picChg>
      </pc:sldChg>
      <pc:sldChg chg="delSp modSp new mod">
        <pc:chgData name="Langill, TA (Tori)" userId="f2a0729f-78d3-40b0-b388-826b4c078191" providerId="ADAL" clId="{023D38C2-8905-4FB6-9384-53A7AB8BA087}" dt="2023-09-07T07:08:46.439" v="252" actId="403"/>
        <pc:sldMkLst>
          <pc:docMk/>
          <pc:sldMk cId="3356790707" sldId="293"/>
        </pc:sldMkLst>
        <pc:spChg chg="mod">
          <ac:chgData name="Langill, TA (Tori)" userId="f2a0729f-78d3-40b0-b388-826b4c078191" providerId="ADAL" clId="{023D38C2-8905-4FB6-9384-53A7AB8BA087}" dt="2023-09-07T06:39:38.238" v="37" actId="20577"/>
          <ac:spMkLst>
            <pc:docMk/>
            <pc:sldMk cId="3356790707" sldId="293"/>
            <ac:spMk id="2" creationId="{4A49BF60-8BAE-1191-5E82-53E63717762F}"/>
          </ac:spMkLst>
        </pc:spChg>
        <pc:spChg chg="mod">
          <ac:chgData name="Langill, TA (Tori)" userId="f2a0729f-78d3-40b0-b388-826b4c078191" providerId="ADAL" clId="{023D38C2-8905-4FB6-9384-53A7AB8BA087}" dt="2023-09-07T07:08:46.439" v="252" actId="403"/>
          <ac:spMkLst>
            <pc:docMk/>
            <pc:sldMk cId="3356790707" sldId="293"/>
            <ac:spMk id="3" creationId="{E4D4FEC8-4739-B6F5-F7AB-64419081CBE6}"/>
          </ac:spMkLst>
        </pc:spChg>
        <pc:spChg chg="del">
          <ac:chgData name="Langill, TA (Tori)" userId="f2a0729f-78d3-40b0-b388-826b4c078191" providerId="ADAL" clId="{023D38C2-8905-4FB6-9384-53A7AB8BA087}" dt="2023-09-07T07:04:27.666" v="219" actId="478"/>
          <ac:spMkLst>
            <pc:docMk/>
            <pc:sldMk cId="3356790707" sldId="293"/>
            <ac:spMk id="4" creationId="{5D9AED01-E6F5-B953-C6B9-E830D336D8A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4T09:40:34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8834 24575,'0'0'0,"0"0"0,0 0 0,0 0 0,0 0 0,17-2 0,-8-3 0,-1 1 0,1-1 0,-1 0 0,0-1 0,10-10 0,-9 9 0,0-1 0,0 2 0,16-10 0,256-115 0,-105 62 0,-127 53 0,-1-2 0,-2-2 0,48-27 0,533-381 0,-454 291 0,45-34 0,-200 158 0,158-123 0,-139 104 0,-2-2 0,49-60 0,301-414 0,-81 101 0,-45 65 0,-26-17 0,-156 231 0,166-210 0,140-183 0,-76 65 0,-50 75 0,-15-23 0,-20-13 0,-145 272 0,143-202 0,-177 288 0,199-280 0,-28-16 0,7-26 0,-150 277 0,125-141 0,-6 44 0,-2 4 0,-71 54 0,-79 93 0,1 1 0,3 3 0,55-48 0,-46 54 0,91-52 0,65-20 0,-195 106 0,38-18 0,0 3 0,2 1 0,1 4 0,0 1 0,1 3 0,60-7 0,8 8 0,201 7 0,-269 8 0,96 18 0,50 26 0,-95-22 0,-20-5 0,163 65 0,-202-65 0,-1 2 0,-1 2 0,-1 2 0,77 61 0,164 192 0,-232-225 0,32 37 0,-4 5 0,-4 3 0,-5 3 0,62 118 0,88 239 0,-81-156 0,21-11 0,-50-119 0,209 353 0,-228-341 0,4 9 0,131 167 0,26-16 0,-206-283 0,103 168 0,-18 13 0,57 95 0,-32-92 0,105 170 0,-22 15 0,-237-426 0,202 385 0,-155-306 0,5-3 0,95 112 0,284 366 0,-23-28 0,-353-463 0,244 260 0,-239-270 0,106 96 0,-115-109 0,75 47 0,184 89 0,-236-144 0,3-3 0,99 29 0,15-4 0,265 69 0,-275-94-1365,6-2-5461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457200"/>
            <a:ext cx="987552" cy="274320"/>
          </a:xfrm>
        </p:spPr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Confidence intervals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HOTEL MANAGEMENT SCHOOL MAASTRICHT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0133-7710-B101-A59B-035BCB142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128" y="457200"/>
            <a:ext cx="2604897" cy="844423"/>
          </a:xfrm>
        </p:spPr>
        <p:txBody>
          <a:bodyPr/>
          <a:lstStyle/>
          <a:p>
            <a:r>
              <a:rPr lang="en-NL" dirty="0"/>
              <a:t>In statistics, parameters of the </a:t>
            </a:r>
            <a:r>
              <a:rPr lang="en-NL" b="1" dirty="0"/>
              <a:t>entire population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C239F-9E92-AE19-B8FF-EFEE2DE7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A98EDF-B39B-83D8-37C8-F3BA8B7AAE57}"/>
              </a:ext>
            </a:extLst>
          </p:cNvPr>
          <p:cNvSpPr txBox="1">
            <a:spLocks/>
          </p:cNvSpPr>
          <p:nvPr/>
        </p:nvSpPr>
        <p:spPr>
          <a:xfrm>
            <a:off x="3805427" y="4962525"/>
            <a:ext cx="2604897" cy="844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The most common parameter you will likely use is the </a:t>
            </a:r>
            <a:r>
              <a:rPr lang="en-NL" b="1" dirty="0"/>
              <a:t>mean</a:t>
            </a:r>
          </a:p>
        </p:txBody>
      </p:sp>
      <p:pic>
        <p:nvPicPr>
          <p:cNvPr id="8" name="Graphic 7" descr="Group of people with solid fill">
            <a:extLst>
              <a:ext uri="{FF2B5EF4-FFF2-40B4-BE49-F238E27FC236}">
                <a16:creationId xmlns:a16="http://schemas.microsoft.com/office/drawing/2014/main" id="{26250CB6-8B33-E9C9-E71A-B8C59133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9501" y="879411"/>
            <a:ext cx="1724025" cy="1724025"/>
          </a:xfrm>
          <a:prstGeom prst="rect">
            <a:avLst/>
          </a:prstGeom>
        </p:spPr>
      </p:pic>
      <p:pic>
        <p:nvPicPr>
          <p:cNvPr id="10" name="Graphic 9" descr="Group with solid fill">
            <a:extLst>
              <a:ext uri="{FF2B5EF4-FFF2-40B4-BE49-F238E27FC236}">
                <a16:creationId xmlns:a16="http://schemas.microsoft.com/office/drawing/2014/main" id="{CF15A194-60C5-1B06-E106-E3DD383E1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313" y="3407346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DC45A9-F950-647A-6795-B679489049DC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7541513" y="2603436"/>
            <a:ext cx="1" cy="80391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ECFF36-C98F-5C91-901B-CB998571A0F7}"/>
              </a:ext>
            </a:extLst>
          </p:cNvPr>
          <p:cNvSpPr txBox="1"/>
          <p:nvPr/>
        </p:nvSpPr>
        <p:spPr>
          <a:xfrm>
            <a:off x="7761990" y="2836114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b="1" u="sng" dirty="0">
                <a:solidFill>
                  <a:srgbClr val="0070C0"/>
                </a:solidFill>
              </a:rPr>
              <a:t>Sampling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AC2F43-CD4B-0724-1D93-97AC336753F5}"/>
              </a:ext>
            </a:extLst>
          </p:cNvPr>
          <p:cNvSpPr txBox="1">
            <a:spLocks/>
          </p:cNvSpPr>
          <p:nvPr/>
        </p:nvSpPr>
        <p:spPr>
          <a:xfrm>
            <a:off x="3805428" y="3000375"/>
            <a:ext cx="2604897" cy="844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Are often</a:t>
            </a:r>
            <a:r>
              <a:rPr lang="en-NL" b="1" dirty="0"/>
              <a:t> estimated based on a sample</a:t>
            </a:r>
          </a:p>
        </p:txBody>
      </p:sp>
      <p:pic>
        <p:nvPicPr>
          <p:cNvPr id="17" name="Graphic 16" descr="Normal Distribution with solid fill">
            <a:extLst>
              <a:ext uri="{FF2B5EF4-FFF2-40B4-BE49-F238E27FC236}">
                <a16:creationId xmlns:a16="http://schemas.microsoft.com/office/drawing/2014/main" id="{BA0ED4C1-0A57-9340-D6B4-1777F64E7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1375" y="48925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1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BF60-8BAE-1191-5E82-53E63717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An example (Height)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4FEC8-4739-B6F5-F7AB-64419081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I want to know the average height of all the 2nd year HMSM students. </a:t>
            </a:r>
          </a:p>
          <a:p>
            <a:r>
              <a:rPr lang="en-NL" sz="1800" dirty="0"/>
              <a:t>But I can’t go around and measure everyone!</a:t>
            </a:r>
          </a:p>
          <a:p>
            <a:endParaRPr lang="en-NL" sz="1800" dirty="0"/>
          </a:p>
          <a:p>
            <a:r>
              <a:rPr lang="en-NL" sz="1800" dirty="0"/>
              <a:t>So I will sample! How tall </a:t>
            </a:r>
            <a:r>
              <a:rPr lang="en-NL" sz="2400" dirty="0"/>
              <a:t>are</a:t>
            </a:r>
            <a:r>
              <a:rPr lang="en-NL" sz="1800" dirty="0"/>
              <a:t> you?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3A458-47DD-7C22-0E8E-391416A9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9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10BE-80D9-6FEA-0A94-45C841E7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47472"/>
            <a:ext cx="10671048" cy="768096"/>
          </a:xfrm>
        </p:spPr>
        <p:txBody>
          <a:bodyPr/>
          <a:lstStyle/>
          <a:p>
            <a:r>
              <a:rPr lang="en-NL" dirty="0"/>
              <a:t>The average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4148F-5338-B273-5358-7F4B8346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FD8C538-22CD-9B89-A1E0-36ED4A9A7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598114"/>
              </p:ext>
            </p:extLst>
          </p:nvPr>
        </p:nvGraphicFramePr>
        <p:xfrm>
          <a:off x="4305300" y="1338263"/>
          <a:ext cx="2801938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57531" imgH="2867060" progId="Excel.Sheet.12">
                  <p:embed/>
                </p:oleObj>
              </mc:Choice>
              <mc:Fallback>
                <p:oleObj name="Worksheet" r:id="rId2" imgW="1657531" imgH="2867060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FD8C538-22CD-9B89-A1E0-36ED4A9A7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05300" y="1338263"/>
                        <a:ext cx="2801938" cy="484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88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A9B0-4963-8BD0-D440-A5661E6B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/>
              <a:t>W</a:t>
            </a:r>
            <a:r>
              <a:rPr lang="en-NL" sz="4000" dirty="0"/>
              <a:t>hat would happen if we added more samples?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86F8D-1D5A-B3AE-BB3D-759AF1503B3D}"/>
              </a:ext>
            </a:extLst>
          </p:cNvPr>
          <p:cNvSpPr txBox="1"/>
          <p:nvPr/>
        </p:nvSpPr>
        <p:spPr>
          <a:xfrm>
            <a:off x="4094093" y="4828760"/>
            <a:ext cx="4871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2000" dirty="0">
                <a:solidFill>
                  <a:srgbClr val="0070C0"/>
                </a:solidFill>
              </a:rPr>
              <a:t>Because the mean changes with each new sample, we can easily say that </a:t>
            </a:r>
            <a:r>
              <a:rPr lang="en-NL" sz="2000" b="1" u="sng" dirty="0">
                <a:solidFill>
                  <a:srgbClr val="0070C0"/>
                </a:solidFill>
              </a:rPr>
              <a:t>the mean of the whole population is likely different than the sample.</a:t>
            </a:r>
          </a:p>
        </p:txBody>
      </p:sp>
    </p:spTree>
    <p:extLst>
      <p:ext uri="{BB962C8B-B14F-4D97-AF65-F5344CB8AC3E}">
        <p14:creationId xmlns:p14="http://schemas.microsoft.com/office/powerpoint/2010/main" val="225946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DF94-4005-207E-6C4F-BA58DD7EB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258" y="731520"/>
            <a:ext cx="2991281" cy="1548031"/>
          </a:xfrm>
        </p:spPr>
        <p:txBody>
          <a:bodyPr/>
          <a:lstStyle/>
          <a:p>
            <a:r>
              <a:rPr lang="en-NL" dirty="0"/>
              <a:t>Each sampling is likely to lead to an outcome with a </a:t>
            </a:r>
            <a:r>
              <a:rPr lang="en-NL" b="1" dirty="0"/>
              <a:t>different mean.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3516E-5CB4-676C-144D-D832DC01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F9EF8E-ED85-B1A1-30E2-7144A8EF94BD}"/>
              </a:ext>
            </a:extLst>
          </p:cNvPr>
          <p:cNvCxnSpPr>
            <a:cxnSpLocks/>
          </p:cNvCxnSpPr>
          <p:nvPr/>
        </p:nvCxnSpPr>
        <p:spPr>
          <a:xfrm flipV="1">
            <a:off x="3970682" y="1041621"/>
            <a:ext cx="0" cy="5518205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Man outline">
            <a:extLst>
              <a:ext uri="{FF2B5EF4-FFF2-40B4-BE49-F238E27FC236}">
                <a16:creationId xmlns:a16="http://schemas.microsoft.com/office/drawing/2014/main" id="{05FF9857-C605-347C-1A23-5955A760E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05713" y="1961312"/>
            <a:ext cx="657225" cy="657225"/>
          </a:xfrm>
          <a:prstGeom prst="rect">
            <a:avLst/>
          </a:prstGeom>
        </p:spPr>
      </p:pic>
      <p:pic>
        <p:nvPicPr>
          <p:cNvPr id="13" name="Graphic 12" descr="Man outline">
            <a:extLst>
              <a:ext uri="{FF2B5EF4-FFF2-40B4-BE49-F238E27FC236}">
                <a16:creationId xmlns:a16="http://schemas.microsoft.com/office/drawing/2014/main" id="{5018726F-01A5-D3B4-084D-6AF022972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13176" y="1178272"/>
            <a:ext cx="657225" cy="6572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A371D3B-B581-F62E-B2E1-A5F7C8603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99830" y="3275762"/>
            <a:ext cx="657225" cy="6572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F8D1085-83D7-31A1-2933-4DA031EA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2517" y="2526321"/>
            <a:ext cx="657225" cy="657225"/>
          </a:xfrm>
          <a:prstGeom prst="rect">
            <a:avLst/>
          </a:prstGeom>
        </p:spPr>
      </p:pic>
      <p:pic>
        <p:nvPicPr>
          <p:cNvPr id="16" name="Graphic 15" descr="Man outline">
            <a:extLst>
              <a:ext uri="{FF2B5EF4-FFF2-40B4-BE49-F238E27FC236}">
                <a16:creationId xmlns:a16="http://schemas.microsoft.com/office/drawing/2014/main" id="{2B4EF958-ACCD-8256-3F8D-129BB09AD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42723" y="6005512"/>
            <a:ext cx="657225" cy="657225"/>
          </a:xfrm>
          <a:prstGeom prst="rect">
            <a:avLst/>
          </a:prstGeom>
        </p:spPr>
      </p:pic>
      <p:pic>
        <p:nvPicPr>
          <p:cNvPr id="17" name="Graphic 16" descr="Man outline">
            <a:extLst>
              <a:ext uri="{FF2B5EF4-FFF2-40B4-BE49-F238E27FC236}">
                <a16:creationId xmlns:a16="http://schemas.microsoft.com/office/drawing/2014/main" id="{DB4C620F-8BEF-FD98-FBAC-276BEBB74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34553" y="5400635"/>
            <a:ext cx="657225" cy="657225"/>
          </a:xfrm>
          <a:prstGeom prst="rect">
            <a:avLst/>
          </a:prstGeom>
        </p:spPr>
      </p:pic>
      <p:pic>
        <p:nvPicPr>
          <p:cNvPr id="19" name="Graphic 18" descr="Man outline">
            <a:extLst>
              <a:ext uri="{FF2B5EF4-FFF2-40B4-BE49-F238E27FC236}">
                <a16:creationId xmlns:a16="http://schemas.microsoft.com/office/drawing/2014/main" id="{E5307C3A-19A6-34B6-198C-9C75B976C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09848" y="4743662"/>
            <a:ext cx="657225" cy="657225"/>
          </a:xfrm>
          <a:prstGeom prst="rect">
            <a:avLst/>
          </a:prstGeom>
        </p:spPr>
      </p:pic>
      <p:pic>
        <p:nvPicPr>
          <p:cNvPr id="21" name="Graphic 20" descr="Man outline">
            <a:extLst>
              <a:ext uri="{FF2B5EF4-FFF2-40B4-BE49-F238E27FC236}">
                <a16:creationId xmlns:a16="http://schemas.microsoft.com/office/drawing/2014/main" id="{C5A09F5C-D958-DE52-9554-B552C686E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21561" y="4071105"/>
            <a:ext cx="657225" cy="657225"/>
          </a:xfrm>
          <a:prstGeom prst="rect">
            <a:avLst/>
          </a:prstGeom>
        </p:spPr>
      </p:pic>
      <p:pic>
        <p:nvPicPr>
          <p:cNvPr id="22" name="Graphic 21" descr="Man outline">
            <a:extLst>
              <a:ext uri="{FF2B5EF4-FFF2-40B4-BE49-F238E27FC236}">
                <a16:creationId xmlns:a16="http://schemas.microsoft.com/office/drawing/2014/main" id="{B51F5E81-B1B3-8B7B-DE6F-666FF61AC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38775" y="1532120"/>
            <a:ext cx="657225" cy="6572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D45032-9E44-1B11-8F21-1460541C7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78597" y="4900026"/>
            <a:ext cx="657225" cy="65722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1F6DE54-7348-379E-253B-FE68F68AB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77097" y="5676900"/>
            <a:ext cx="657225" cy="6572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66BD338-57E5-AF51-75A8-FFE7C981F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49574" y="1961312"/>
            <a:ext cx="657225" cy="6572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659AA55-81B2-8389-340B-F3FBAAE2F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6" y="4242801"/>
            <a:ext cx="657225" cy="6572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2504FA9-08E2-FCA2-C503-332512247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6" y="5014948"/>
            <a:ext cx="657225" cy="6572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E10DA69-C31B-CF12-9E05-DEA684682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5" y="2792930"/>
            <a:ext cx="657225" cy="6572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4E95193-36DD-401E-66AC-F92FB6A86E44}"/>
              </a:ext>
            </a:extLst>
          </p:cNvPr>
          <p:cNvSpPr/>
          <p:nvPr/>
        </p:nvSpPr>
        <p:spPr>
          <a:xfrm>
            <a:off x="5255566" y="1272242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78DAA7-3559-C367-566B-0FE7E952E7FA}"/>
              </a:ext>
            </a:extLst>
          </p:cNvPr>
          <p:cNvSpPr/>
          <p:nvPr/>
        </p:nvSpPr>
        <p:spPr>
          <a:xfrm>
            <a:off x="6172489" y="1275529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63A93A-ED6C-0626-005E-B3BC2BABF022}"/>
              </a:ext>
            </a:extLst>
          </p:cNvPr>
          <p:cNvSpPr/>
          <p:nvPr/>
        </p:nvSpPr>
        <p:spPr>
          <a:xfrm>
            <a:off x="7088210" y="1275529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946B97-535D-C3A1-03A6-20D7CECE0DC1}"/>
              </a:ext>
            </a:extLst>
          </p:cNvPr>
          <p:cNvSpPr txBox="1"/>
          <p:nvPr/>
        </p:nvSpPr>
        <p:spPr>
          <a:xfrm>
            <a:off x="5186490" y="856955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C0784B-B1AE-E9DC-117C-B2211E2CE226}"/>
              </a:ext>
            </a:extLst>
          </p:cNvPr>
          <p:cNvSpPr txBox="1"/>
          <p:nvPr/>
        </p:nvSpPr>
        <p:spPr>
          <a:xfrm>
            <a:off x="6121510" y="870855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C4F16F-888C-D21B-8C0A-77C115D4663B}"/>
              </a:ext>
            </a:extLst>
          </p:cNvPr>
          <p:cNvSpPr txBox="1"/>
          <p:nvPr/>
        </p:nvSpPr>
        <p:spPr>
          <a:xfrm>
            <a:off x="7088210" y="883608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E6A5E-45A4-04A2-04B3-985CD364B4DB}"/>
              </a:ext>
            </a:extLst>
          </p:cNvPr>
          <p:cNvSpPr txBox="1"/>
          <p:nvPr/>
        </p:nvSpPr>
        <p:spPr>
          <a:xfrm>
            <a:off x="3603688" y="622194"/>
            <a:ext cx="1492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Whole population µ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E26404-DBC6-FAD6-8CA6-DCDF6DD01906}"/>
              </a:ext>
            </a:extLst>
          </p:cNvPr>
          <p:cNvCxnSpPr/>
          <p:nvPr/>
        </p:nvCxnSpPr>
        <p:spPr>
          <a:xfrm flipV="1">
            <a:off x="3705707" y="3578282"/>
            <a:ext cx="1035258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D71F83-041B-CDCC-E7DE-DD7993C3DE99}"/>
              </a:ext>
            </a:extLst>
          </p:cNvPr>
          <p:cNvCxnSpPr>
            <a:cxnSpLocks/>
          </p:cNvCxnSpPr>
          <p:nvPr/>
        </p:nvCxnSpPr>
        <p:spPr>
          <a:xfrm flipV="1">
            <a:off x="5267592" y="2789870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E1F880-1384-2E8C-95C4-26A0B54DB43C}"/>
              </a:ext>
            </a:extLst>
          </p:cNvPr>
          <p:cNvCxnSpPr>
            <a:cxnSpLocks/>
          </p:cNvCxnSpPr>
          <p:nvPr/>
        </p:nvCxnSpPr>
        <p:spPr>
          <a:xfrm flipV="1">
            <a:off x="6200688" y="3717246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036AF5-6D2C-0614-6D23-10A053E4517A}"/>
              </a:ext>
            </a:extLst>
          </p:cNvPr>
          <p:cNvCxnSpPr>
            <a:cxnSpLocks/>
          </p:cNvCxnSpPr>
          <p:nvPr/>
        </p:nvCxnSpPr>
        <p:spPr>
          <a:xfrm flipV="1">
            <a:off x="7088210" y="4376397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ED2E6B43-862C-0B9B-C472-58DCC22144EF}"/>
              </a:ext>
            </a:extLst>
          </p:cNvPr>
          <p:cNvSpPr txBox="1">
            <a:spLocks/>
          </p:cNvSpPr>
          <p:nvPr/>
        </p:nvSpPr>
        <p:spPr>
          <a:xfrm>
            <a:off x="8677258" y="2289924"/>
            <a:ext cx="2991281" cy="1548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How can we be accurate?</a:t>
            </a:r>
            <a:br>
              <a:rPr lang="en-NL" dirty="0"/>
            </a:br>
            <a:endParaRPr lang="en-NL" dirty="0"/>
          </a:p>
          <a:p>
            <a:r>
              <a:rPr lang="en-NL" b="1" dirty="0"/>
              <a:t>It’s useful to use a range of numbers in which the true value will fall with a high probability</a:t>
            </a:r>
          </a:p>
        </p:txBody>
      </p:sp>
      <p:sp>
        <p:nvSpPr>
          <p:cNvPr id="46" name="Right Bracket 45">
            <a:extLst>
              <a:ext uri="{FF2B5EF4-FFF2-40B4-BE49-F238E27FC236}">
                <a16:creationId xmlns:a16="http://schemas.microsoft.com/office/drawing/2014/main" id="{03E0A4B0-432F-1EA8-2348-77752213F2D4}"/>
              </a:ext>
            </a:extLst>
          </p:cNvPr>
          <p:cNvSpPr/>
          <p:nvPr/>
        </p:nvSpPr>
        <p:spPr>
          <a:xfrm>
            <a:off x="8199783" y="2526321"/>
            <a:ext cx="188843" cy="2373705"/>
          </a:xfrm>
          <a:prstGeom prst="rightBracket">
            <a:avLst/>
          </a:prstGeom>
          <a:ln w="57150">
            <a:solidFill>
              <a:schemeClr val="accent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6C7AA614-2398-2420-326C-F6937953A385}"/>
              </a:ext>
            </a:extLst>
          </p:cNvPr>
          <p:cNvSpPr txBox="1">
            <a:spLocks/>
          </p:cNvSpPr>
          <p:nvPr/>
        </p:nvSpPr>
        <p:spPr>
          <a:xfrm>
            <a:off x="8601058" y="5134554"/>
            <a:ext cx="2991281" cy="1548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This range is called the</a:t>
            </a:r>
          </a:p>
          <a:p>
            <a:r>
              <a:rPr lang="en-NL" b="1" u="sng" dirty="0"/>
              <a:t>CONFIDENCE INTERVAL</a:t>
            </a:r>
          </a:p>
        </p:txBody>
      </p:sp>
      <p:pic>
        <p:nvPicPr>
          <p:cNvPr id="4" name="Graphic 3" descr="Man outline">
            <a:extLst>
              <a:ext uri="{FF2B5EF4-FFF2-40B4-BE49-F238E27FC236}">
                <a16:creationId xmlns:a16="http://schemas.microsoft.com/office/drawing/2014/main" id="{048F3AC8-1899-1DA6-5726-AE92ACB83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13176" y="2713457"/>
            <a:ext cx="657225" cy="657225"/>
          </a:xfrm>
          <a:prstGeom prst="rect">
            <a:avLst/>
          </a:prstGeom>
        </p:spPr>
      </p:pic>
      <p:pic>
        <p:nvPicPr>
          <p:cNvPr id="7" name="Graphic 6" descr="Man outline">
            <a:extLst>
              <a:ext uri="{FF2B5EF4-FFF2-40B4-BE49-F238E27FC236}">
                <a16:creationId xmlns:a16="http://schemas.microsoft.com/office/drawing/2014/main" id="{874684E2-7B64-BA38-86AE-3200E5A4F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96230" y="3398548"/>
            <a:ext cx="6572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3742-5F18-809E-6E04-BEF53F13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But what is a high probability?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B593A-A0C9-05FB-3001-4D634E260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You get to choose! Normally we use 95% or 99% </a:t>
            </a:r>
            <a:r>
              <a:rPr lang="en-NL" sz="1800" dirty="0" err="1"/>
              <a:t>probabil</a:t>
            </a:r>
            <a:r>
              <a:rPr lang="nl-NL" sz="1800" dirty="0"/>
              <a:t>i</a:t>
            </a:r>
            <a:r>
              <a:rPr lang="en-NL" sz="1800" dirty="0"/>
              <a:t>ty.</a:t>
            </a:r>
          </a:p>
          <a:p>
            <a:endParaRPr lang="en-NL" sz="1800" dirty="0"/>
          </a:p>
          <a:p>
            <a:r>
              <a:rPr lang="en-NL" sz="1800" dirty="0"/>
              <a:t>This means you are 95% (or 99%) sure the true mean is contained in your range of numbers.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BAF18-E96A-B6EB-7492-B36E8245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3BD1-1E89-1571-10AF-D61E3A41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</p:spPr>
        <p:txBody>
          <a:bodyPr anchor="b">
            <a:normAutofit/>
          </a:bodyPr>
          <a:lstStyle/>
          <a:p>
            <a:r>
              <a:rPr lang="en-NL" dirty="0"/>
              <a:t>How do we calculate it?</a:t>
            </a:r>
          </a:p>
        </p:txBody>
      </p:sp>
      <p:pic>
        <p:nvPicPr>
          <p:cNvPr id="2050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0161CFFC-927D-7E18-848E-8D27CC224C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496" y="2347068"/>
            <a:ext cx="11119104" cy="394694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7" name="Slide Number Placeholder 4">
            <a:extLst>
              <a:ext uri="{FF2B5EF4-FFF2-40B4-BE49-F238E27FC236}">
                <a16:creationId xmlns:a16="http://schemas.microsoft.com/office/drawing/2014/main" id="{E0B8B8C6-B379-603A-C246-1A672E5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5368" y="457200"/>
            <a:ext cx="987552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2D27D-7AE5-C38B-559E-5A9D86F05AFB}"/>
              </a:ext>
            </a:extLst>
          </p:cNvPr>
          <p:cNvSpPr/>
          <p:nvPr/>
        </p:nvSpPr>
        <p:spPr>
          <a:xfrm>
            <a:off x="539496" y="4320539"/>
            <a:ext cx="2491939" cy="509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D4185-AEB2-CD44-85CE-58BF9709F076}"/>
              </a:ext>
            </a:extLst>
          </p:cNvPr>
          <p:cNvSpPr/>
          <p:nvPr/>
        </p:nvSpPr>
        <p:spPr>
          <a:xfrm>
            <a:off x="1009948" y="5231075"/>
            <a:ext cx="3124730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030F9-4BE9-6736-164A-09B30DCA61D0}"/>
              </a:ext>
            </a:extLst>
          </p:cNvPr>
          <p:cNvSpPr/>
          <p:nvPr/>
        </p:nvSpPr>
        <p:spPr>
          <a:xfrm>
            <a:off x="4287078" y="5231075"/>
            <a:ext cx="4101548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E0374-446F-5DED-6836-B3C703BDCAB3}"/>
              </a:ext>
            </a:extLst>
          </p:cNvPr>
          <p:cNvSpPr/>
          <p:nvPr/>
        </p:nvSpPr>
        <p:spPr>
          <a:xfrm>
            <a:off x="7093226" y="4044010"/>
            <a:ext cx="4101548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3BF8F-3339-828C-6893-B8581A4EAC46}"/>
              </a:ext>
            </a:extLst>
          </p:cNvPr>
          <p:cNvSpPr/>
          <p:nvPr/>
        </p:nvSpPr>
        <p:spPr>
          <a:xfrm>
            <a:off x="7752522" y="2347067"/>
            <a:ext cx="3906078" cy="8242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538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0175-D957-608D-9965-2AEF9EF2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32104"/>
            <a:ext cx="10671048" cy="768096"/>
          </a:xfrm>
        </p:spPr>
        <p:txBody>
          <a:bodyPr/>
          <a:lstStyle/>
          <a:p>
            <a:r>
              <a:rPr lang="en-NL" dirty="0"/>
              <a:t>How can we visualize this?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A5154-9F84-D823-623C-5ED6426F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109527-ABD1-3BC4-7D71-C004979209B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75" y="1975490"/>
            <a:ext cx="6393480" cy="4561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0027192-728F-541D-D0CD-DF1BD3D41C91}"/>
                  </a:ext>
                </a:extLst>
              </p14:cNvPr>
              <p14:cNvContentPartPr/>
              <p14:nvPr/>
            </p14:nvContentPartPr>
            <p14:xfrm>
              <a:off x="3175247" y="2605711"/>
              <a:ext cx="6069240" cy="3360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0027192-728F-541D-D0CD-DF1BD3D41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6247" y="2596712"/>
                <a:ext cx="6086880" cy="3378598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AEF119-29B6-EE0A-DF5C-8C75D6ED3C1E}"/>
              </a:ext>
            </a:extLst>
          </p:cNvPr>
          <p:cNvCxnSpPr/>
          <p:nvPr/>
        </p:nvCxnSpPr>
        <p:spPr>
          <a:xfrm>
            <a:off x="4112729" y="3994288"/>
            <a:ext cx="0" cy="1908313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8605B4-CE10-7DCC-476F-1D180C6F3797}"/>
              </a:ext>
            </a:extLst>
          </p:cNvPr>
          <p:cNvCxnSpPr/>
          <p:nvPr/>
        </p:nvCxnSpPr>
        <p:spPr>
          <a:xfrm>
            <a:off x="7847357" y="4029783"/>
            <a:ext cx="0" cy="1908313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2A78F0-70FC-7D00-D64C-D0CF078B3EC3}"/>
              </a:ext>
            </a:extLst>
          </p:cNvPr>
          <p:cNvSpPr txBox="1"/>
          <p:nvPr/>
        </p:nvSpPr>
        <p:spPr>
          <a:xfrm>
            <a:off x="9953625" y="3198167"/>
            <a:ext cx="1827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b="1" dirty="0"/>
              <a:t>CI=100 ± 1.4</a:t>
            </a:r>
          </a:p>
        </p:txBody>
      </p:sp>
    </p:spTree>
    <p:extLst>
      <p:ext uri="{BB962C8B-B14F-4D97-AF65-F5344CB8AC3E}">
        <p14:creationId xmlns:p14="http://schemas.microsoft.com/office/powerpoint/2010/main" val="179782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C0BF-5C86-A8F0-0C71-79AAB54A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Let’s calculate based on our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5BFB6-B8CC-E274-4EF6-4D0DB8AB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7E98360D-4835-1E0E-C29C-69B7C4387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913" y="2823550"/>
            <a:ext cx="4082987" cy="144933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3821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A160-5FA8-070A-B3C8-4B411B6D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76097"/>
            <a:ext cx="10671048" cy="768096"/>
          </a:xfrm>
        </p:spPr>
        <p:txBody>
          <a:bodyPr/>
          <a:lstStyle/>
          <a:p>
            <a:r>
              <a:rPr lang="en-NL" sz="2400" dirty="0"/>
              <a:t>How can we make a confidence interval more Precise?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D41AC-CD49-8A23-7124-A70710F0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C8049-F49B-7F45-DA35-6FC0595AF00D}"/>
              </a:ext>
            </a:extLst>
          </p:cNvPr>
          <p:cNvSpPr txBox="1"/>
          <p:nvPr/>
        </p:nvSpPr>
        <p:spPr>
          <a:xfrm>
            <a:off x="1247775" y="2409825"/>
            <a:ext cx="275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So we want this: 100 </a:t>
            </a:r>
            <a:r>
              <a:rPr lang="en-NL" sz="1800" b="1" dirty="0">
                <a:solidFill>
                  <a:srgbClr val="0070C0"/>
                </a:solidFill>
              </a:rPr>
              <a:t>± 1.4</a:t>
            </a:r>
            <a:r>
              <a:rPr lang="en-NL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808BE-1133-3312-A7C6-097D64B97CA5}"/>
              </a:ext>
            </a:extLst>
          </p:cNvPr>
          <p:cNvSpPr txBox="1"/>
          <p:nvPr/>
        </p:nvSpPr>
        <p:spPr>
          <a:xfrm>
            <a:off x="1247775" y="4467225"/>
            <a:ext cx="279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Rather than this: 100 </a:t>
            </a:r>
            <a:r>
              <a:rPr lang="en-NL" sz="1800" b="1" dirty="0">
                <a:solidFill>
                  <a:srgbClr val="0070C0"/>
                </a:solidFill>
              </a:rPr>
              <a:t>± 25 </a:t>
            </a:r>
            <a:r>
              <a:rPr lang="en-NL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146" name="Picture 2" descr="ECE 295: Lecture 03 Estimation and Confidence Interval">
            <a:extLst>
              <a:ext uri="{FF2B5EF4-FFF2-40B4-BE49-F238E27FC236}">
                <a16:creationId xmlns:a16="http://schemas.microsoft.com/office/drawing/2014/main" id="{1ED99327-210B-A93D-1B5C-84FCBBD2E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22" t="4217" r="63314" b="59075"/>
          <a:stretch/>
        </p:blipFill>
        <p:spPr bwMode="auto">
          <a:xfrm>
            <a:off x="4248150" y="2779157"/>
            <a:ext cx="1638300" cy="14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ECE 295: Lecture 03 Estimation and Confidence Interval">
            <a:extLst>
              <a:ext uri="{FF2B5EF4-FFF2-40B4-BE49-F238E27FC236}">
                <a16:creationId xmlns:a16="http://schemas.microsoft.com/office/drawing/2014/main" id="{255E0832-4C9D-914A-E9D7-7D6EE0782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718" b="58397"/>
          <a:stretch/>
        </p:blipFill>
        <p:spPr bwMode="auto">
          <a:xfrm>
            <a:off x="3516249" y="4836557"/>
            <a:ext cx="3163416" cy="117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F10274-898D-416A-0FAA-F3F79B6C35C9}"/>
              </a:ext>
            </a:extLst>
          </p:cNvPr>
          <p:cNvSpPr txBox="1"/>
          <p:nvPr/>
        </p:nvSpPr>
        <p:spPr>
          <a:xfrm>
            <a:off x="7258050" y="3613666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b="1" dirty="0">
                <a:solidFill>
                  <a:srgbClr val="0070C0"/>
                </a:solidFill>
              </a:rPr>
              <a:t>Sample size makes a huge difference!!</a:t>
            </a:r>
          </a:p>
        </p:txBody>
      </p:sp>
    </p:spTree>
    <p:extLst>
      <p:ext uri="{BB962C8B-B14F-4D97-AF65-F5344CB8AC3E}">
        <p14:creationId xmlns:p14="http://schemas.microsoft.com/office/powerpoint/2010/main" val="76788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3B2-D1DC-0C2E-F9AF-7B16746C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94360"/>
            <a:ext cx="10671048" cy="768096"/>
          </a:xfrm>
        </p:spPr>
        <p:txBody>
          <a:bodyPr anchor="b">
            <a:normAutofit/>
          </a:bodyPr>
          <a:lstStyle/>
          <a:p>
            <a:r>
              <a:rPr lang="en-NL" dirty="0"/>
              <a:t>And what is a p-value?</a:t>
            </a:r>
          </a:p>
        </p:txBody>
      </p:sp>
      <p:pic>
        <p:nvPicPr>
          <p:cNvPr id="7170" name="Picture 2" descr="P-Value &amp; Hypothesis Testing: Examples - Data Analytics">
            <a:extLst>
              <a:ext uri="{FF2B5EF4-FFF2-40B4-BE49-F238E27FC236}">
                <a16:creationId xmlns:a16="http://schemas.microsoft.com/office/drawing/2014/main" id="{8DA3F43E-29C5-2F52-234E-92E206E4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7445" y="1636395"/>
            <a:ext cx="9097109" cy="44348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5E34F-D949-67A9-2D83-CF03864F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5368" y="457200"/>
            <a:ext cx="987552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7E2-5799-9F24-CE25-10C8C5C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D187-1642-F985-A60A-F1A3B0FC0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L" dirty="0"/>
              <a:t>Be able to define: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 point estimates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the mean of your sample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confidence intervals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a range of numbers in the true mean falls with a high </a:t>
            </a:r>
            <a:r>
              <a:rPr lang="en-NL" sz="1600" dirty="0" err="1"/>
              <a:t>probab</a:t>
            </a:r>
            <a:r>
              <a:rPr lang="nl-NL" sz="1600" dirty="0" err="1"/>
              <a:t>il</a:t>
            </a:r>
            <a:r>
              <a:rPr lang="en-NL" sz="1600" dirty="0" err="1"/>
              <a:t>ity</a:t>
            </a:r>
            <a:endParaRPr lang="en-NL" sz="16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degree of certainty</a:t>
            </a:r>
            <a:r>
              <a:rPr lang="en-NL" sz="1800" dirty="0"/>
              <a:t> or confidence level </a:t>
            </a:r>
          </a:p>
          <a:p>
            <a:pPr lvl="2"/>
            <a:r>
              <a:rPr lang="en-NL" sz="1600" dirty="0"/>
              <a:t>the high probability that you define (95% or 99%)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Significance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100-(degree of certainty)=significance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NL" sz="1800" dirty="0"/>
              <a:t>‘</a:t>
            </a:r>
            <a:r>
              <a:rPr lang="en-US" sz="1800" dirty="0"/>
              <a:t>one-tailed' or 'two-tailed tests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do you only care if there is a difference? </a:t>
            </a:r>
            <a:r>
              <a:rPr lang="nl-NL" sz="1600" dirty="0"/>
              <a:t>O</a:t>
            </a:r>
            <a:r>
              <a:rPr lang="en-NL" sz="1600" dirty="0"/>
              <a:t>r do you want to know if something is greater than or less than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r>
              <a:rPr lang="en-NL" dirty="0"/>
              <a:t>Why do we use confidence intervals?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r>
              <a:rPr lang="en-NL" dirty="0"/>
              <a:t>What does a p-value of 0.05 mean?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4B4E8-C1A0-B544-6E9F-8E029058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42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FDD3F-CC87-973E-E64B-0CE0BFF9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BF6EC-46EA-2C72-D303-30FF783691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56"/>
          <a:stretch/>
        </p:blipFill>
        <p:spPr>
          <a:xfrm>
            <a:off x="2468880" y="45720"/>
            <a:ext cx="7951304" cy="4000500"/>
          </a:xfrm>
          <a:prstGeom prst="rect">
            <a:avLst/>
          </a:prstGeom>
        </p:spPr>
      </p:pic>
      <p:pic>
        <p:nvPicPr>
          <p:cNvPr id="8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3A342B1E-1DBC-9EA7-705A-5BBB74E2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68880" y="3875110"/>
            <a:ext cx="7951303" cy="25256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9128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2CF54-15FB-9922-7BDF-2904242C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pic>
        <p:nvPicPr>
          <p:cNvPr id="4098" name="Picture 2" descr="Confidence interval - Wikipedia">
            <a:extLst>
              <a:ext uri="{FF2B5EF4-FFF2-40B4-BE49-F238E27FC236}">
                <a16:creationId xmlns:a16="http://schemas.microsoft.com/office/drawing/2014/main" id="{DF3FD05D-2A52-E402-5952-9BCB4AAAB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1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8438558_Win32_v2" id="{4C05A457-285D-454C-A9EA-F338443A797C}" vid="{298C0BDB-2F83-41C5-B87D-3BE7246FD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7EB1F7-DC51-44EC-A263-F17498E35A51}"/>
</file>

<file path=customXml/itemProps2.xml><?xml version="1.0" encoding="utf-8"?>
<ds:datastoreItem xmlns:ds="http://schemas.openxmlformats.org/officeDocument/2006/customXml" ds:itemID="{FD7EB4D8-2DC8-4900-B296-3F8E8CD9E6AE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230e9df3-be65-4c73-a93b-d1236ebd677e"/>
    <ds:schemaRef ds:uri="http://www.w3.org/XML/1998/namespace"/>
    <ds:schemaRef ds:uri="71af3243-3dd4-4a8d-8c0d-dd76da1f02a5"/>
    <ds:schemaRef ds:uri="16c05727-aa75-4e4a-9b5f-8a80a1165891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1D2ED2F-BDEE-47B8-82AA-B088E838B0E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{7D2685E3-DCD0-402C-867D-46F31DA67AEE}tf78438558_win32</Template>
  <TotalTime>675</TotalTime>
  <Words>391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Sabon Next LT</vt:lpstr>
      <vt:lpstr>Wingdings</vt:lpstr>
      <vt:lpstr>Office Theme</vt:lpstr>
      <vt:lpstr>Microsoft Excel Worksheet</vt:lpstr>
      <vt:lpstr>Confidence intervals</vt:lpstr>
      <vt:lpstr>PowerPoint Presentation</vt:lpstr>
      <vt:lpstr>An example (Height)</vt:lpstr>
      <vt:lpstr>The average</vt:lpstr>
      <vt:lpstr>What would happen if we added more samples?</vt:lpstr>
      <vt:lpstr>PowerPoint Presentation</vt:lpstr>
      <vt:lpstr>But what is a high probability?</vt:lpstr>
      <vt:lpstr>How do we calculate it?</vt:lpstr>
      <vt:lpstr>How can we visualize this?</vt:lpstr>
      <vt:lpstr>Let’s calculate based on our Data</vt:lpstr>
      <vt:lpstr>How can we make a confidence interval more Precise?</vt:lpstr>
      <vt:lpstr>And what is a p-value?</vt:lpstr>
      <vt:lpstr>The takeaways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 intervals</dc:title>
  <dc:subject/>
  <dc:creator>Langill, TA (Tori)</dc:creator>
  <cp:lastModifiedBy>Langill, TA (Tori)</cp:lastModifiedBy>
  <cp:revision>1</cp:revision>
  <dcterms:created xsi:type="dcterms:W3CDTF">2023-09-04T08:38:03Z</dcterms:created>
  <dcterms:modified xsi:type="dcterms:W3CDTF">2024-03-04T09:56:46Z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  <property fmtid="{D5CDD505-2E9C-101B-9397-08002B2CF9AE}" pid="3" name="MediaServiceImageTags">
    <vt:lpwstr/>
  </property>
</Properties>
</file>